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1" roundtripDataSignature="AMtx7mh8LFq/ESPgH24CcK0auC7tm1DK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5C3052D-DFC7-4840-A7DC-FA885E427B3F}">
  <a:tblStyle styleId="{95C3052D-DFC7-4840-A7DC-FA885E427B3F}"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01" name="Google Shape;10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0" name="Google Shape;11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7" name="Google Shape;11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4" name="Google Shape;12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1" name="Google Shape;13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8" name="Google Shape;13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5" name="Google Shape;14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2" name="Google Shape;15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9" name="Google Shape;15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6" name="Google Shape;16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3" name="Google Shape;17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0" name="Google Shape;18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7" name="Google Shape;18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4" name="Google Shape;19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1" name="Google Shape;20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8" name="Google Shape;20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5" name="Google Shape;21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2" name="Google Shape;22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9" name="Google Shape;22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6" name="Google Shape;23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3" name="Google Shape;24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0" name="Google Shape;25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7" name="Google Shape;25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4" name="Google Shape;26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grpSp>
        <p:nvGrpSpPr>
          <p:cNvPr id="22" name="Google Shape;22;p26"/>
          <p:cNvGrpSpPr/>
          <p:nvPr/>
        </p:nvGrpSpPr>
        <p:grpSpPr>
          <a:xfrm>
            <a:off x="0" y="0"/>
            <a:ext cx="11684000" cy="5943600"/>
            <a:chOff x="0" y="0"/>
            <a:chExt cx="5520" cy="3744"/>
          </a:xfrm>
        </p:grpSpPr>
        <p:sp>
          <p:nvSpPr>
            <p:cNvPr id="23" name="Google Shape;23;p26"/>
            <p:cNvSpPr/>
            <p:nvPr/>
          </p:nvSpPr>
          <p:spPr>
            <a:xfrm>
              <a:off x="0" y="0"/>
              <a:ext cx="1104" cy="30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4" name="Google Shape;24;p26"/>
            <p:cNvGrpSpPr/>
            <p:nvPr/>
          </p:nvGrpSpPr>
          <p:grpSpPr>
            <a:xfrm>
              <a:off x="0" y="2208"/>
              <a:ext cx="5520" cy="1536"/>
              <a:chOff x="0" y="2208"/>
              <a:chExt cx="5520" cy="1536"/>
            </a:xfrm>
          </p:grpSpPr>
          <p:sp>
            <p:nvSpPr>
              <p:cNvPr id="25" name="Google Shape;25;p26"/>
              <p:cNvSpPr/>
              <p:nvPr/>
            </p:nvSpPr>
            <p:spPr>
              <a:xfrm>
                <a:off x="624" y="2208"/>
                <a:ext cx="4896" cy="153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 name="Google Shape;26;p26"/>
              <p:cNvSpPr/>
              <p:nvPr/>
            </p:nvSpPr>
            <p:spPr>
              <a:xfrm>
                <a:off x="654" y="2352"/>
                <a:ext cx="4818" cy="134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27" name="Google Shape;27;p26"/>
              <p:cNvCxnSpPr/>
              <p:nvPr/>
            </p:nvCxnSpPr>
            <p:spPr>
              <a:xfrm>
                <a:off x="0" y="3072"/>
                <a:ext cx="624" cy="0"/>
              </a:xfrm>
              <a:prstGeom prst="straightConnector1">
                <a:avLst/>
              </a:prstGeom>
              <a:noFill/>
              <a:ln cap="flat" cmpd="sng" w="50800">
                <a:solidFill>
                  <a:schemeClr val="lt2"/>
                </a:solidFill>
                <a:prstDash val="solid"/>
                <a:round/>
                <a:headEnd len="med" w="med" type="none"/>
                <a:tailEnd len="med" w="med" type="none"/>
              </a:ln>
            </p:spPr>
          </p:cxnSp>
        </p:grpSp>
        <p:grpSp>
          <p:nvGrpSpPr>
            <p:cNvPr id="28" name="Google Shape;28;p26"/>
            <p:cNvGrpSpPr/>
            <p:nvPr/>
          </p:nvGrpSpPr>
          <p:grpSpPr>
            <a:xfrm>
              <a:off x="400" y="336"/>
              <a:ext cx="5088" cy="192"/>
              <a:chOff x="400" y="336"/>
              <a:chExt cx="5088" cy="192"/>
            </a:xfrm>
          </p:grpSpPr>
          <p:sp>
            <p:nvSpPr>
              <p:cNvPr id="29" name="Google Shape;29;p26"/>
              <p:cNvSpPr/>
              <p:nvPr/>
            </p:nvSpPr>
            <p:spPr>
              <a:xfrm>
                <a:off x="3952" y="336"/>
                <a:ext cx="1536" cy="19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30" name="Google Shape;30;p26"/>
              <p:cNvCxnSpPr/>
              <p:nvPr/>
            </p:nvCxnSpPr>
            <p:spPr>
              <a:xfrm>
                <a:off x="400" y="432"/>
                <a:ext cx="5088" cy="0"/>
              </a:xfrm>
              <a:prstGeom prst="straightConnector1">
                <a:avLst/>
              </a:prstGeom>
              <a:noFill/>
              <a:ln cap="flat" cmpd="sng" w="44450">
                <a:solidFill>
                  <a:schemeClr val="lt2"/>
                </a:solidFill>
                <a:prstDash val="solid"/>
                <a:round/>
                <a:headEnd len="med" w="med" type="none"/>
                <a:tailEnd len="med" w="med" type="none"/>
              </a:ln>
            </p:spPr>
          </p:cxnSp>
        </p:grpSp>
      </p:grpSp>
      <p:sp>
        <p:nvSpPr>
          <p:cNvPr id="31" name="Google Shape;31;p26"/>
          <p:cNvSpPr txBox="1"/>
          <p:nvPr>
            <p:ph type="ctrTitle"/>
          </p:nvPr>
        </p:nvSpPr>
        <p:spPr>
          <a:xfrm>
            <a:off x="2743200" y="1143000"/>
            <a:ext cx="8839200" cy="2209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6"/>
          <p:cNvSpPr txBox="1"/>
          <p:nvPr>
            <p:ph idx="1" type="subTitle"/>
          </p:nvPr>
        </p:nvSpPr>
        <p:spPr>
          <a:xfrm>
            <a:off x="1828800" y="3962400"/>
            <a:ext cx="9144000" cy="1600200"/>
          </a:xfrm>
          <a:prstGeom prst="rect">
            <a:avLst/>
          </a:prstGeom>
          <a:noFill/>
          <a:ln>
            <a:noFill/>
          </a:ln>
        </p:spPr>
        <p:txBody>
          <a:bodyPr anchorCtr="0" anchor="ctr" bIns="45700" lIns="91425" spcFirstLastPara="1" rIns="91425" wrap="square" tIns="45700">
            <a:noAutofit/>
          </a:bodyPr>
          <a:lstStyle>
            <a:lvl1pPr lvl="0" algn="ctr">
              <a:lnSpc>
                <a:spcPct val="120000"/>
              </a:lnSpc>
              <a:spcBef>
                <a:spcPts val="0"/>
              </a:spcBef>
              <a:spcAft>
                <a:spcPts val="0"/>
              </a:spcAft>
              <a:buSzPts val="2520"/>
              <a:buFont typeface="Noto Sans Symbols"/>
              <a:buNone/>
              <a:defRPr/>
            </a:lvl1pPr>
            <a:lvl2pPr lvl="1" algn="just">
              <a:lnSpc>
                <a:spcPct val="120000"/>
              </a:lnSpc>
              <a:spcBef>
                <a:spcPts val="0"/>
              </a:spcBef>
              <a:spcAft>
                <a:spcPts val="0"/>
              </a:spcAft>
              <a:buSzPts val="1350"/>
              <a:buChar char="■"/>
              <a:defRPr/>
            </a:lvl2pPr>
            <a:lvl3pPr lvl="2" algn="just">
              <a:lnSpc>
                <a:spcPct val="120000"/>
              </a:lnSpc>
              <a:spcBef>
                <a:spcPts val="0"/>
              </a:spcBef>
              <a:spcAft>
                <a:spcPts val="0"/>
              </a:spcAft>
              <a:buSzPts val="990"/>
              <a:buChar char="■"/>
              <a:defRPr/>
            </a:lvl3pPr>
            <a:lvl4pPr lvl="3" algn="just">
              <a:lnSpc>
                <a:spcPct val="120000"/>
              </a:lnSpc>
              <a:spcBef>
                <a:spcPts val="0"/>
              </a:spcBef>
              <a:spcAft>
                <a:spcPts val="0"/>
              </a:spcAft>
              <a:buSzPts val="1800"/>
              <a:buChar char="▪"/>
              <a:defRPr/>
            </a:lvl4pPr>
            <a:lvl5pPr lvl="4" algn="just">
              <a:lnSpc>
                <a:spcPct val="120000"/>
              </a:lnSpc>
              <a:spcBef>
                <a:spcPts val="0"/>
              </a:spcBef>
              <a:spcAft>
                <a:spcPts val="0"/>
              </a:spcAft>
              <a:buSzPts val="1800"/>
              <a:buChar char="▪"/>
              <a:defRPr/>
            </a:lvl5pPr>
            <a:lvl6pPr lvl="5" algn="l">
              <a:spcBef>
                <a:spcPts val="360"/>
              </a:spcBef>
              <a:spcAft>
                <a:spcPts val="0"/>
              </a:spcAft>
              <a:buSzPts val="1800"/>
              <a:buChar char="▪"/>
              <a:defRPr/>
            </a:lvl6pPr>
            <a:lvl7pPr lvl="6" algn="l">
              <a:spcBef>
                <a:spcPts val="360"/>
              </a:spcBef>
              <a:spcAft>
                <a:spcPts val="0"/>
              </a:spcAft>
              <a:buSzPts val="1800"/>
              <a:buChar char="▪"/>
              <a:defRPr/>
            </a:lvl7pPr>
            <a:lvl8pPr lvl="7" algn="l">
              <a:spcBef>
                <a:spcPts val="360"/>
              </a:spcBef>
              <a:spcAft>
                <a:spcPts val="0"/>
              </a:spcAft>
              <a:buSzPts val="1800"/>
              <a:buChar char="▪"/>
              <a:defRPr/>
            </a:lvl8pPr>
            <a:lvl9pPr lvl="8" algn="l">
              <a:spcBef>
                <a:spcPts val="360"/>
              </a:spcBef>
              <a:spcAft>
                <a:spcPts val="0"/>
              </a:spcAft>
              <a:buSzPts val="1800"/>
              <a:buChar char="▪"/>
              <a:defRPr/>
            </a:lvl9pPr>
          </a:lstStyle>
          <a:p/>
        </p:txBody>
      </p:sp>
      <p:sp>
        <p:nvSpPr>
          <p:cNvPr id="33" name="Google Shape;33;p26"/>
          <p:cNvSpPr txBox="1"/>
          <p:nvPr>
            <p:ph idx="10" type="dt"/>
          </p:nvPr>
        </p:nvSpPr>
        <p:spPr>
          <a:xfrm>
            <a:off x="1217084" y="6251575"/>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6"/>
          <p:cNvSpPr txBox="1"/>
          <p:nvPr>
            <p:ph idx="11" type="ftr"/>
          </p:nvPr>
        </p:nvSpPr>
        <p:spPr>
          <a:xfrm>
            <a:off x="4472517" y="6248400"/>
            <a:ext cx="38608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6"/>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0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0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0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0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0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0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0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0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36" name="Shape 36"/>
        <p:cNvGrpSpPr/>
        <p:nvPr/>
      </p:nvGrpSpPr>
      <p:grpSpPr>
        <a:xfrm>
          <a:off x="0" y="0"/>
          <a:ext cx="0" cy="0"/>
          <a:chOff x="0" y="0"/>
          <a:chExt cx="0" cy="0"/>
        </a:xfrm>
      </p:grpSpPr>
      <p:sp>
        <p:nvSpPr>
          <p:cNvPr id="37" name="Google Shape;37;p27"/>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7"/>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lvl1pPr indent="-331470" lvl="0" marL="457200" algn="just">
              <a:lnSpc>
                <a:spcPct val="120000"/>
              </a:lnSpc>
              <a:spcBef>
                <a:spcPts val="0"/>
              </a:spcBef>
              <a:spcAft>
                <a:spcPts val="0"/>
              </a:spcAft>
              <a:buSzPts val="1620"/>
              <a:buChar char="■"/>
              <a:defRPr/>
            </a:lvl1pPr>
            <a:lvl2pPr indent="-314325" lvl="1" marL="914400" algn="just">
              <a:lnSpc>
                <a:spcPct val="120000"/>
              </a:lnSpc>
              <a:spcBef>
                <a:spcPts val="0"/>
              </a:spcBef>
              <a:spcAft>
                <a:spcPts val="0"/>
              </a:spcAft>
              <a:buSzPts val="1350"/>
              <a:buChar char="■"/>
              <a:defRPr/>
            </a:lvl2pPr>
            <a:lvl3pPr indent="-312419" lvl="2" marL="1371600" algn="just">
              <a:lnSpc>
                <a:spcPct val="120000"/>
              </a:lnSpc>
              <a:spcBef>
                <a:spcPts val="0"/>
              </a:spcBef>
              <a:spcAft>
                <a:spcPts val="0"/>
              </a:spcAft>
              <a:buSzPts val="1320"/>
              <a:buChar char="■"/>
              <a:defRPr sz="2400"/>
            </a:lvl3pPr>
            <a:lvl4pPr indent="-342900" lvl="3" marL="1828800" algn="just">
              <a:lnSpc>
                <a:spcPct val="120000"/>
              </a:lnSpc>
              <a:spcBef>
                <a:spcPts val="0"/>
              </a:spcBef>
              <a:spcAft>
                <a:spcPts val="0"/>
              </a:spcAft>
              <a:buSzPts val="1800"/>
              <a:buChar char="▪"/>
              <a:defRPr/>
            </a:lvl4pPr>
            <a:lvl5pPr indent="-342900" lvl="4" marL="2286000" algn="just">
              <a:lnSpc>
                <a:spcPct val="120000"/>
              </a:lnSpc>
              <a:spcBef>
                <a:spcPts val="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9" name="Google Shape;39;p27"/>
          <p:cNvSpPr txBox="1"/>
          <p:nvPr>
            <p:ph idx="10" type="dt"/>
          </p:nvPr>
        </p:nvSpPr>
        <p:spPr>
          <a:xfrm>
            <a:off x="1219200" y="6251575"/>
            <a:ext cx="26416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7"/>
          <p:cNvSpPr txBox="1"/>
          <p:nvPr>
            <p:ph idx="11" type="ftr"/>
          </p:nvPr>
        </p:nvSpPr>
        <p:spPr>
          <a:xfrm>
            <a:off x="44704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7"/>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0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0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0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0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0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0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0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0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2" name="Shape 42"/>
        <p:cNvGrpSpPr/>
        <p:nvPr/>
      </p:nvGrpSpPr>
      <p:grpSpPr>
        <a:xfrm>
          <a:off x="0" y="0"/>
          <a:ext cx="0" cy="0"/>
          <a:chOff x="0" y="0"/>
          <a:chExt cx="0" cy="0"/>
        </a:xfrm>
      </p:grpSpPr>
      <p:sp>
        <p:nvSpPr>
          <p:cNvPr id="43" name="Google Shape;43;p28"/>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8"/>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just">
              <a:lnSpc>
                <a:spcPct val="120000"/>
              </a:lnSpc>
              <a:spcBef>
                <a:spcPts val="0"/>
              </a:spcBef>
              <a:spcAft>
                <a:spcPts val="0"/>
              </a:spcAft>
              <a:buSzPts val="1800"/>
              <a:buNone/>
              <a:defRPr sz="2000"/>
            </a:lvl1pPr>
            <a:lvl2pPr indent="-228600" lvl="1" marL="914400" algn="just">
              <a:lnSpc>
                <a:spcPct val="120000"/>
              </a:lnSpc>
              <a:spcBef>
                <a:spcPts val="0"/>
              </a:spcBef>
              <a:spcAft>
                <a:spcPts val="0"/>
              </a:spcAft>
              <a:buSzPts val="1350"/>
              <a:buNone/>
              <a:defRPr sz="1800"/>
            </a:lvl2pPr>
            <a:lvl3pPr indent="-228600" lvl="2" marL="1371600" algn="just">
              <a:lnSpc>
                <a:spcPct val="120000"/>
              </a:lnSpc>
              <a:spcBef>
                <a:spcPts val="0"/>
              </a:spcBef>
              <a:spcAft>
                <a:spcPts val="0"/>
              </a:spcAft>
              <a:buSzPts val="880"/>
              <a:buNone/>
              <a:defRPr sz="1600"/>
            </a:lvl3pPr>
            <a:lvl4pPr indent="-228600" lvl="3" marL="1828800" algn="just">
              <a:lnSpc>
                <a:spcPct val="120000"/>
              </a:lnSpc>
              <a:spcBef>
                <a:spcPts val="0"/>
              </a:spcBef>
              <a:spcAft>
                <a:spcPts val="0"/>
              </a:spcAft>
              <a:buSzPts val="1400"/>
              <a:buNone/>
              <a:defRPr sz="1400"/>
            </a:lvl4pPr>
            <a:lvl5pPr indent="-228600" lvl="4" marL="2286000" algn="just">
              <a:lnSpc>
                <a:spcPct val="120000"/>
              </a:lnSpc>
              <a:spcBef>
                <a:spcPts val="0"/>
              </a:spcBef>
              <a:spcAft>
                <a:spcPts val="0"/>
              </a:spcAft>
              <a:buSzPts val="1400"/>
              <a:buNone/>
              <a:defRPr sz="1400"/>
            </a:lvl5pPr>
            <a:lvl6pPr indent="-228600" lvl="5" marL="2743200" algn="l">
              <a:spcBef>
                <a:spcPts val="280"/>
              </a:spcBef>
              <a:spcAft>
                <a:spcPts val="0"/>
              </a:spcAft>
              <a:buSzPts val="1400"/>
              <a:buNone/>
              <a:defRPr sz="1400"/>
            </a:lvl6pPr>
            <a:lvl7pPr indent="-228600" lvl="6" marL="3200400" algn="l">
              <a:spcBef>
                <a:spcPts val="280"/>
              </a:spcBef>
              <a:spcAft>
                <a:spcPts val="0"/>
              </a:spcAft>
              <a:buSzPts val="1400"/>
              <a:buNone/>
              <a:defRPr sz="1400"/>
            </a:lvl7pPr>
            <a:lvl8pPr indent="-228600" lvl="7" marL="3657600" algn="l">
              <a:spcBef>
                <a:spcPts val="280"/>
              </a:spcBef>
              <a:spcAft>
                <a:spcPts val="0"/>
              </a:spcAft>
              <a:buSzPts val="1400"/>
              <a:buNone/>
              <a:defRPr sz="1400"/>
            </a:lvl8pPr>
            <a:lvl9pPr indent="-228600" lvl="8" marL="4114800" algn="l">
              <a:spcBef>
                <a:spcPts val="280"/>
              </a:spcBef>
              <a:spcAft>
                <a:spcPts val="0"/>
              </a:spcAft>
              <a:buSzPts val="1400"/>
              <a:buNone/>
              <a:defRPr sz="1400"/>
            </a:lvl9pPr>
          </a:lstStyle>
          <a:p/>
        </p:txBody>
      </p:sp>
      <p:sp>
        <p:nvSpPr>
          <p:cNvPr id="45" name="Google Shape;45;p28"/>
          <p:cNvSpPr txBox="1"/>
          <p:nvPr>
            <p:ph idx="10" type="dt"/>
          </p:nvPr>
        </p:nvSpPr>
        <p:spPr>
          <a:xfrm>
            <a:off x="1219200" y="6251575"/>
            <a:ext cx="26416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8"/>
          <p:cNvSpPr txBox="1"/>
          <p:nvPr>
            <p:ph idx="11" type="ftr"/>
          </p:nvPr>
        </p:nvSpPr>
        <p:spPr>
          <a:xfrm>
            <a:off x="44704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8"/>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0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0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0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0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0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0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0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0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48" name="Shape 48"/>
        <p:cNvGrpSpPr/>
        <p:nvPr/>
      </p:nvGrpSpPr>
      <p:grpSpPr>
        <a:xfrm>
          <a:off x="0" y="0"/>
          <a:ext cx="0" cy="0"/>
          <a:chOff x="0" y="0"/>
          <a:chExt cx="0" cy="0"/>
        </a:xfrm>
      </p:grpSpPr>
      <p:sp>
        <p:nvSpPr>
          <p:cNvPr id="49" name="Google Shape;49;p29"/>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9"/>
          <p:cNvSpPr txBox="1"/>
          <p:nvPr>
            <p:ph idx="1" type="body"/>
          </p:nvPr>
        </p:nvSpPr>
        <p:spPr>
          <a:xfrm>
            <a:off x="1219200" y="1600201"/>
            <a:ext cx="5080000" cy="4530725"/>
          </a:xfrm>
          <a:prstGeom prst="rect">
            <a:avLst/>
          </a:prstGeom>
          <a:noFill/>
          <a:ln>
            <a:noFill/>
          </a:ln>
        </p:spPr>
        <p:txBody>
          <a:bodyPr anchorCtr="0" anchor="t" bIns="45700" lIns="91425" spcFirstLastPara="1" rIns="91425" wrap="square" tIns="45700">
            <a:noAutofit/>
          </a:bodyPr>
          <a:lstStyle>
            <a:lvl1pPr indent="-388620" lvl="0" marL="457200" algn="just">
              <a:lnSpc>
                <a:spcPct val="120000"/>
              </a:lnSpc>
              <a:spcBef>
                <a:spcPts val="0"/>
              </a:spcBef>
              <a:spcAft>
                <a:spcPts val="0"/>
              </a:spcAft>
              <a:buSzPts val="2520"/>
              <a:buChar char="■"/>
              <a:defRPr sz="2800"/>
            </a:lvl1pPr>
            <a:lvl2pPr indent="-342900" lvl="1" marL="914400" algn="just">
              <a:lnSpc>
                <a:spcPct val="120000"/>
              </a:lnSpc>
              <a:spcBef>
                <a:spcPts val="0"/>
              </a:spcBef>
              <a:spcAft>
                <a:spcPts val="0"/>
              </a:spcAft>
              <a:buSzPts val="1800"/>
              <a:buChar char="■"/>
              <a:defRPr sz="2400"/>
            </a:lvl2pPr>
            <a:lvl3pPr indent="-298450" lvl="2" marL="1371600" algn="just">
              <a:lnSpc>
                <a:spcPct val="120000"/>
              </a:lnSpc>
              <a:spcBef>
                <a:spcPts val="0"/>
              </a:spcBef>
              <a:spcAft>
                <a:spcPts val="0"/>
              </a:spcAft>
              <a:buSzPts val="1100"/>
              <a:buChar char="■"/>
              <a:defRPr sz="2000"/>
            </a:lvl3pPr>
            <a:lvl4pPr indent="-342900" lvl="3" marL="1828800" algn="just">
              <a:lnSpc>
                <a:spcPct val="120000"/>
              </a:lnSpc>
              <a:spcBef>
                <a:spcPts val="0"/>
              </a:spcBef>
              <a:spcAft>
                <a:spcPts val="0"/>
              </a:spcAft>
              <a:buSzPts val="1800"/>
              <a:buChar char="▪"/>
              <a:defRPr sz="1800"/>
            </a:lvl4pPr>
            <a:lvl5pPr indent="-342900" lvl="4" marL="2286000" algn="just">
              <a:lnSpc>
                <a:spcPct val="120000"/>
              </a:lnSpc>
              <a:spcBef>
                <a:spcPts val="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51" name="Google Shape;51;p29"/>
          <p:cNvSpPr txBox="1"/>
          <p:nvPr>
            <p:ph idx="2" type="body"/>
          </p:nvPr>
        </p:nvSpPr>
        <p:spPr>
          <a:xfrm>
            <a:off x="6502400" y="1600201"/>
            <a:ext cx="5080000" cy="4530725"/>
          </a:xfrm>
          <a:prstGeom prst="rect">
            <a:avLst/>
          </a:prstGeom>
          <a:noFill/>
          <a:ln>
            <a:noFill/>
          </a:ln>
        </p:spPr>
        <p:txBody>
          <a:bodyPr anchorCtr="0" anchor="t" bIns="45700" lIns="91425" spcFirstLastPara="1" rIns="91425" wrap="square" tIns="45700">
            <a:noAutofit/>
          </a:bodyPr>
          <a:lstStyle>
            <a:lvl1pPr indent="-388620" lvl="0" marL="457200" algn="just">
              <a:lnSpc>
                <a:spcPct val="120000"/>
              </a:lnSpc>
              <a:spcBef>
                <a:spcPts val="0"/>
              </a:spcBef>
              <a:spcAft>
                <a:spcPts val="0"/>
              </a:spcAft>
              <a:buSzPts val="2520"/>
              <a:buChar char="■"/>
              <a:defRPr sz="2800"/>
            </a:lvl1pPr>
            <a:lvl2pPr indent="-342900" lvl="1" marL="914400" algn="just">
              <a:lnSpc>
                <a:spcPct val="120000"/>
              </a:lnSpc>
              <a:spcBef>
                <a:spcPts val="0"/>
              </a:spcBef>
              <a:spcAft>
                <a:spcPts val="0"/>
              </a:spcAft>
              <a:buSzPts val="1800"/>
              <a:buChar char="■"/>
              <a:defRPr sz="2400"/>
            </a:lvl2pPr>
            <a:lvl3pPr indent="-298450" lvl="2" marL="1371600" algn="just">
              <a:lnSpc>
                <a:spcPct val="120000"/>
              </a:lnSpc>
              <a:spcBef>
                <a:spcPts val="0"/>
              </a:spcBef>
              <a:spcAft>
                <a:spcPts val="0"/>
              </a:spcAft>
              <a:buSzPts val="1100"/>
              <a:buChar char="■"/>
              <a:defRPr sz="2000"/>
            </a:lvl3pPr>
            <a:lvl4pPr indent="-342900" lvl="3" marL="1828800" algn="just">
              <a:lnSpc>
                <a:spcPct val="120000"/>
              </a:lnSpc>
              <a:spcBef>
                <a:spcPts val="0"/>
              </a:spcBef>
              <a:spcAft>
                <a:spcPts val="0"/>
              </a:spcAft>
              <a:buSzPts val="1800"/>
              <a:buChar char="▪"/>
              <a:defRPr sz="1800"/>
            </a:lvl4pPr>
            <a:lvl5pPr indent="-342900" lvl="4" marL="2286000" algn="just">
              <a:lnSpc>
                <a:spcPct val="120000"/>
              </a:lnSpc>
              <a:spcBef>
                <a:spcPts val="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52" name="Google Shape;52;p29"/>
          <p:cNvSpPr txBox="1"/>
          <p:nvPr>
            <p:ph idx="10" type="dt"/>
          </p:nvPr>
        </p:nvSpPr>
        <p:spPr>
          <a:xfrm>
            <a:off x="1219200" y="6251575"/>
            <a:ext cx="26416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9"/>
          <p:cNvSpPr txBox="1"/>
          <p:nvPr>
            <p:ph idx="11" type="ftr"/>
          </p:nvPr>
        </p:nvSpPr>
        <p:spPr>
          <a:xfrm>
            <a:off x="44704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9"/>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0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0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0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0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0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0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0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0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55" name="Shape 55"/>
        <p:cNvGrpSpPr/>
        <p:nvPr/>
      </p:nvGrpSpPr>
      <p:grpSpPr>
        <a:xfrm>
          <a:off x="0" y="0"/>
          <a:ext cx="0" cy="0"/>
          <a:chOff x="0" y="0"/>
          <a:chExt cx="0" cy="0"/>
        </a:xfrm>
      </p:grpSpPr>
      <p:sp>
        <p:nvSpPr>
          <p:cNvPr id="56" name="Google Shape;56;p3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0"/>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just">
              <a:lnSpc>
                <a:spcPct val="120000"/>
              </a:lnSpc>
              <a:spcBef>
                <a:spcPts val="0"/>
              </a:spcBef>
              <a:spcAft>
                <a:spcPts val="0"/>
              </a:spcAft>
              <a:buSzPts val="2160"/>
              <a:buNone/>
              <a:defRPr b="1" sz="2400"/>
            </a:lvl1pPr>
            <a:lvl2pPr indent="-228600" lvl="1" marL="914400" algn="just">
              <a:lnSpc>
                <a:spcPct val="120000"/>
              </a:lnSpc>
              <a:spcBef>
                <a:spcPts val="0"/>
              </a:spcBef>
              <a:spcAft>
                <a:spcPts val="0"/>
              </a:spcAft>
              <a:buSzPts val="1500"/>
              <a:buNone/>
              <a:defRPr b="1" sz="2000"/>
            </a:lvl2pPr>
            <a:lvl3pPr indent="-228600" lvl="2" marL="1371600" algn="just">
              <a:lnSpc>
                <a:spcPct val="120000"/>
              </a:lnSpc>
              <a:spcBef>
                <a:spcPts val="0"/>
              </a:spcBef>
              <a:spcAft>
                <a:spcPts val="0"/>
              </a:spcAft>
              <a:buSzPts val="990"/>
              <a:buNone/>
              <a:defRPr b="1" sz="1800"/>
            </a:lvl3pPr>
            <a:lvl4pPr indent="-228600" lvl="3" marL="1828800" algn="just">
              <a:lnSpc>
                <a:spcPct val="120000"/>
              </a:lnSpc>
              <a:spcBef>
                <a:spcPts val="0"/>
              </a:spcBef>
              <a:spcAft>
                <a:spcPts val="0"/>
              </a:spcAft>
              <a:buSzPts val="1600"/>
              <a:buNone/>
              <a:defRPr b="1" sz="1600"/>
            </a:lvl4pPr>
            <a:lvl5pPr indent="-228600" lvl="4" marL="2286000" algn="just">
              <a:lnSpc>
                <a:spcPct val="120000"/>
              </a:lnSpc>
              <a:spcBef>
                <a:spcPts val="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58" name="Google Shape;58;p30"/>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65760" lvl="0" marL="457200" algn="just">
              <a:lnSpc>
                <a:spcPct val="120000"/>
              </a:lnSpc>
              <a:spcBef>
                <a:spcPts val="0"/>
              </a:spcBef>
              <a:spcAft>
                <a:spcPts val="0"/>
              </a:spcAft>
              <a:buSzPts val="2160"/>
              <a:buChar char="■"/>
              <a:defRPr sz="2400"/>
            </a:lvl1pPr>
            <a:lvl2pPr indent="-323850" lvl="1" marL="914400" algn="just">
              <a:lnSpc>
                <a:spcPct val="120000"/>
              </a:lnSpc>
              <a:spcBef>
                <a:spcPts val="0"/>
              </a:spcBef>
              <a:spcAft>
                <a:spcPts val="0"/>
              </a:spcAft>
              <a:buSzPts val="1500"/>
              <a:buChar char="■"/>
              <a:defRPr sz="2000"/>
            </a:lvl2pPr>
            <a:lvl3pPr indent="-291464" lvl="2" marL="1371600" algn="just">
              <a:lnSpc>
                <a:spcPct val="120000"/>
              </a:lnSpc>
              <a:spcBef>
                <a:spcPts val="0"/>
              </a:spcBef>
              <a:spcAft>
                <a:spcPts val="0"/>
              </a:spcAft>
              <a:buSzPts val="990"/>
              <a:buChar char="■"/>
              <a:defRPr sz="1800"/>
            </a:lvl3pPr>
            <a:lvl4pPr indent="-330200" lvl="3" marL="1828800" algn="just">
              <a:lnSpc>
                <a:spcPct val="120000"/>
              </a:lnSpc>
              <a:spcBef>
                <a:spcPts val="0"/>
              </a:spcBef>
              <a:spcAft>
                <a:spcPts val="0"/>
              </a:spcAft>
              <a:buSzPts val="1600"/>
              <a:buChar char="▪"/>
              <a:defRPr sz="1600"/>
            </a:lvl4pPr>
            <a:lvl5pPr indent="-330200" lvl="4" marL="2286000" algn="just">
              <a:lnSpc>
                <a:spcPct val="120000"/>
              </a:lnSpc>
              <a:spcBef>
                <a:spcPts val="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59" name="Google Shape;59;p30"/>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just">
              <a:lnSpc>
                <a:spcPct val="120000"/>
              </a:lnSpc>
              <a:spcBef>
                <a:spcPts val="0"/>
              </a:spcBef>
              <a:spcAft>
                <a:spcPts val="0"/>
              </a:spcAft>
              <a:buSzPts val="2160"/>
              <a:buNone/>
              <a:defRPr b="1" sz="2400"/>
            </a:lvl1pPr>
            <a:lvl2pPr indent="-228600" lvl="1" marL="914400" algn="just">
              <a:lnSpc>
                <a:spcPct val="120000"/>
              </a:lnSpc>
              <a:spcBef>
                <a:spcPts val="0"/>
              </a:spcBef>
              <a:spcAft>
                <a:spcPts val="0"/>
              </a:spcAft>
              <a:buSzPts val="1500"/>
              <a:buNone/>
              <a:defRPr b="1" sz="2000"/>
            </a:lvl2pPr>
            <a:lvl3pPr indent="-228600" lvl="2" marL="1371600" algn="just">
              <a:lnSpc>
                <a:spcPct val="120000"/>
              </a:lnSpc>
              <a:spcBef>
                <a:spcPts val="0"/>
              </a:spcBef>
              <a:spcAft>
                <a:spcPts val="0"/>
              </a:spcAft>
              <a:buSzPts val="990"/>
              <a:buNone/>
              <a:defRPr b="1" sz="1800"/>
            </a:lvl3pPr>
            <a:lvl4pPr indent="-228600" lvl="3" marL="1828800" algn="just">
              <a:lnSpc>
                <a:spcPct val="120000"/>
              </a:lnSpc>
              <a:spcBef>
                <a:spcPts val="0"/>
              </a:spcBef>
              <a:spcAft>
                <a:spcPts val="0"/>
              </a:spcAft>
              <a:buSzPts val="1600"/>
              <a:buNone/>
              <a:defRPr b="1" sz="1600"/>
            </a:lvl4pPr>
            <a:lvl5pPr indent="-228600" lvl="4" marL="2286000" algn="just">
              <a:lnSpc>
                <a:spcPct val="120000"/>
              </a:lnSpc>
              <a:spcBef>
                <a:spcPts val="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60" name="Google Shape;60;p30"/>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Autofit/>
          </a:bodyPr>
          <a:lstStyle>
            <a:lvl1pPr indent="-365760" lvl="0" marL="457200" algn="just">
              <a:lnSpc>
                <a:spcPct val="120000"/>
              </a:lnSpc>
              <a:spcBef>
                <a:spcPts val="0"/>
              </a:spcBef>
              <a:spcAft>
                <a:spcPts val="0"/>
              </a:spcAft>
              <a:buSzPts val="2160"/>
              <a:buChar char="■"/>
              <a:defRPr sz="2400"/>
            </a:lvl1pPr>
            <a:lvl2pPr indent="-323850" lvl="1" marL="914400" algn="just">
              <a:lnSpc>
                <a:spcPct val="120000"/>
              </a:lnSpc>
              <a:spcBef>
                <a:spcPts val="0"/>
              </a:spcBef>
              <a:spcAft>
                <a:spcPts val="0"/>
              </a:spcAft>
              <a:buSzPts val="1500"/>
              <a:buChar char="■"/>
              <a:defRPr sz="2000"/>
            </a:lvl2pPr>
            <a:lvl3pPr indent="-291464" lvl="2" marL="1371600" algn="just">
              <a:lnSpc>
                <a:spcPct val="120000"/>
              </a:lnSpc>
              <a:spcBef>
                <a:spcPts val="0"/>
              </a:spcBef>
              <a:spcAft>
                <a:spcPts val="0"/>
              </a:spcAft>
              <a:buSzPts val="990"/>
              <a:buChar char="■"/>
              <a:defRPr sz="1800"/>
            </a:lvl3pPr>
            <a:lvl4pPr indent="-330200" lvl="3" marL="1828800" algn="just">
              <a:lnSpc>
                <a:spcPct val="120000"/>
              </a:lnSpc>
              <a:spcBef>
                <a:spcPts val="0"/>
              </a:spcBef>
              <a:spcAft>
                <a:spcPts val="0"/>
              </a:spcAft>
              <a:buSzPts val="1600"/>
              <a:buChar char="▪"/>
              <a:defRPr sz="1600"/>
            </a:lvl4pPr>
            <a:lvl5pPr indent="-330200" lvl="4" marL="2286000" algn="just">
              <a:lnSpc>
                <a:spcPct val="120000"/>
              </a:lnSpc>
              <a:spcBef>
                <a:spcPts val="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61" name="Google Shape;61;p30"/>
          <p:cNvSpPr txBox="1"/>
          <p:nvPr>
            <p:ph idx="10" type="dt"/>
          </p:nvPr>
        </p:nvSpPr>
        <p:spPr>
          <a:xfrm>
            <a:off x="1219200" y="6251575"/>
            <a:ext cx="26416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0"/>
          <p:cNvSpPr txBox="1"/>
          <p:nvPr>
            <p:ph idx="11" type="ftr"/>
          </p:nvPr>
        </p:nvSpPr>
        <p:spPr>
          <a:xfrm>
            <a:off x="44704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0"/>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0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0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0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0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0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0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0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0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64" name="Shape 64"/>
        <p:cNvGrpSpPr/>
        <p:nvPr/>
      </p:nvGrpSpPr>
      <p:grpSpPr>
        <a:xfrm>
          <a:off x="0" y="0"/>
          <a:ext cx="0" cy="0"/>
          <a:chOff x="0" y="0"/>
          <a:chExt cx="0" cy="0"/>
        </a:xfrm>
      </p:grpSpPr>
      <p:sp>
        <p:nvSpPr>
          <p:cNvPr id="65" name="Google Shape;65;p31"/>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1"/>
          <p:cNvSpPr txBox="1"/>
          <p:nvPr>
            <p:ph idx="10" type="dt"/>
          </p:nvPr>
        </p:nvSpPr>
        <p:spPr>
          <a:xfrm>
            <a:off x="1219200" y="6251575"/>
            <a:ext cx="26416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1"/>
          <p:cNvSpPr txBox="1"/>
          <p:nvPr>
            <p:ph idx="11" type="ftr"/>
          </p:nvPr>
        </p:nvSpPr>
        <p:spPr>
          <a:xfrm>
            <a:off x="44704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1"/>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0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0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0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0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0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0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0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0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9" name="Shape 69"/>
        <p:cNvGrpSpPr/>
        <p:nvPr/>
      </p:nvGrpSpPr>
      <p:grpSpPr>
        <a:xfrm>
          <a:off x="0" y="0"/>
          <a:ext cx="0" cy="0"/>
          <a:chOff x="0" y="0"/>
          <a:chExt cx="0" cy="0"/>
        </a:xfrm>
      </p:grpSpPr>
      <p:sp>
        <p:nvSpPr>
          <p:cNvPr id="70" name="Google Shape;70;p32"/>
          <p:cNvSpPr txBox="1"/>
          <p:nvPr>
            <p:ph idx="10" type="dt"/>
          </p:nvPr>
        </p:nvSpPr>
        <p:spPr>
          <a:xfrm>
            <a:off x="1219200" y="6251575"/>
            <a:ext cx="26416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2"/>
          <p:cNvSpPr txBox="1"/>
          <p:nvPr>
            <p:ph idx="11" type="ftr"/>
          </p:nvPr>
        </p:nvSpPr>
        <p:spPr>
          <a:xfrm>
            <a:off x="44704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2"/>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0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0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0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0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0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0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0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0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3" name="Shape 73"/>
        <p:cNvGrpSpPr/>
        <p:nvPr/>
      </p:nvGrpSpPr>
      <p:grpSpPr>
        <a:xfrm>
          <a:off x="0" y="0"/>
          <a:ext cx="0" cy="0"/>
          <a:chOff x="0" y="0"/>
          <a:chExt cx="0" cy="0"/>
        </a:xfrm>
      </p:grpSpPr>
      <p:sp>
        <p:nvSpPr>
          <p:cNvPr id="74" name="Google Shape;74;p33"/>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3"/>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Autofit/>
          </a:bodyPr>
          <a:lstStyle>
            <a:lvl1pPr indent="-411480" lvl="0" marL="457200" algn="just">
              <a:lnSpc>
                <a:spcPct val="120000"/>
              </a:lnSpc>
              <a:spcBef>
                <a:spcPts val="0"/>
              </a:spcBef>
              <a:spcAft>
                <a:spcPts val="0"/>
              </a:spcAft>
              <a:buSzPts val="2880"/>
              <a:buChar char="■"/>
              <a:defRPr sz="3200"/>
            </a:lvl1pPr>
            <a:lvl2pPr indent="-361950" lvl="1" marL="914400" algn="just">
              <a:lnSpc>
                <a:spcPct val="120000"/>
              </a:lnSpc>
              <a:spcBef>
                <a:spcPts val="0"/>
              </a:spcBef>
              <a:spcAft>
                <a:spcPts val="0"/>
              </a:spcAft>
              <a:buSzPts val="2100"/>
              <a:buChar char="■"/>
              <a:defRPr sz="2800"/>
            </a:lvl2pPr>
            <a:lvl3pPr indent="-312419" lvl="2" marL="1371600" algn="just">
              <a:lnSpc>
                <a:spcPct val="120000"/>
              </a:lnSpc>
              <a:spcBef>
                <a:spcPts val="0"/>
              </a:spcBef>
              <a:spcAft>
                <a:spcPts val="0"/>
              </a:spcAft>
              <a:buSzPts val="1320"/>
              <a:buChar char="■"/>
              <a:defRPr sz="2400"/>
            </a:lvl3pPr>
            <a:lvl4pPr indent="-355600" lvl="3" marL="1828800" algn="just">
              <a:lnSpc>
                <a:spcPct val="120000"/>
              </a:lnSpc>
              <a:spcBef>
                <a:spcPts val="0"/>
              </a:spcBef>
              <a:spcAft>
                <a:spcPts val="0"/>
              </a:spcAft>
              <a:buSzPts val="2000"/>
              <a:buChar char="▪"/>
              <a:defRPr sz="2000"/>
            </a:lvl4pPr>
            <a:lvl5pPr indent="-355600" lvl="4" marL="2286000" algn="just">
              <a:lnSpc>
                <a:spcPct val="120000"/>
              </a:lnSpc>
              <a:spcBef>
                <a:spcPts val="0"/>
              </a:spcBef>
              <a:spcAft>
                <a:spcPts val="0"/>
              </a:spcAft>
              <a:buSzPts val="2000"/>
              <a:buChar char="▪"/>
              <a:defRPr sz="2000"/>
            </a:lvl5pPr>
            <a:lvl6pPr indent="-355600" lvl="5" marL="2743200" algn="l">
              <a:spcBef>
                <a:spcPts val="400"/>
              </a:spcBef>
              <a:spcAft>
                <a:spcPts val="0"/>
              </a:spcAft>
              <a:buSzPts val="2000"/>
              <a:buChar char="▪"/>
              <a:defRPr sz="2000"/>
            </a:lvl6pPr>
            <a:lvl7pPr indent="-355600" lvl="6" marL="3200400" algn="l">
              <a:spcBef>
                <a:spcPts val="400"/>
              </a:spcBef>
              <a:spcAft>
                <a:spcPts val="0"/>
              </a:spcAft>
              <a:buSzPts val="2000"/>
              <a:buChar char="▪"/>
              <a:defRPr sz="2000"/>
            </a:lvl7pPr>
            <a:lvl8pPr indent="-355600" lvl="7" marL="3657600" algn="l">
              <a:spcBef>
                <a:spcPts val="400"/>
              </a:spcBef>
              <a:spcAft>
                <a:spcPts val="0"/>
              </a:spcAft>
              <a:buSzPts val="2000"/>
              <a:buChar char="▪"/>
              <a:defRPr sz="2000"/>
            </a:lvl8pPr>
            <a:lvl9pPr indent="-355600" lvl="8" marL="4114800" algn="l">
              <a:spcBef>
                <a:spcPts val="400"/>
              </a:spcBef>
              <a:spcAft>
                <a:spcPts val="0"/>
              </a:spcAft>
              <a:buSzPts val="2000"/>
              <a:buChar char="▪"/>
              <a:defRPr sz="2000"/>
            </a:lvl9pPr>
          </a:lstStyle>
          <a:p/>
        </p:txBody>
      </p:sp>
      <p:sp>
        <p:nvSpPr>
          <p:cNvPr id="76" name="Google Shape;76;p33"/>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Autofit/>
          </a:bodyPr>
          <a:lstStyle>
            <a:lvl1pPr indent="-228600" lvl="0" marL="457200" algn="just">
              <a:lnSpc>
                <a:spcPct val="120000"/>
              </a:lnSpc>
              <a:spcBef>
                <a:spcPts val="0"/>
              </a:spcBef>
              <a:spcAft>
                <a:spcPts val="0"/>
              </a:spcAft>
              <a:buSzPts val="1260"/>
              <a:buNone/>
              <a:defRPr sz="1400"/>
            </a:lvl1pPr>
            <a:lvl2pPr indent="-228600" lvl="1" marL="914400" algn="just">
              <a:lnSpc>
                <a:spcPct val="120000"/>
              </a:lnSpc>
              <a:spcBef>
                <a:spcPts val="0"/>
              </a:spcBef>
              <a:spcAft>
                <a:spcPts val="0"/>
              </a:spcAft>
              <a:buSzPts val="900"/>
              <a:buNone/>
              <a:defRPr sz="1200"/>
            </a:lvl2pPr>
            <a:lvl3pPr indent="-228600" lvl="2" marL="1371600" algn="just">
              <a:lnSpc>
                <a:spcPct val="120000"/>
              </a:lnSpc>
              <a:spcBef>
                <a:spcPts val="0"/>
              </a:spcBef>
              <a:spcAft>
                <a:spcPts val="0"/>
              </a:spcAft>
              <a:buSzPts val="550"/>
              <a:buNone/>
              <a:defRPr sz="1000"/>
            </a:lvl3pPr>
            <a:lvl4pPr indent="-228600" lvl="3" marL="1828800" algn="just">
              <a:lnSpc>
                <a:spcPct val="120000"/>
              </a:lnSpc>
              <a:spcBef>
                <a:spcPts val="0"/>
              </a:spcBef>
              <a:spcAft>
                <a:spcPts val="0"/>
              </a:spcAft>
              <a:buSzPts val="900"/>
              <a:buNone/>
              <a:defRPr sz="900"/>
            </a:lvl4pPr>
            <a:lvl5pPr indent="-228600" lvl="4" marL="2286000" algn="just">
              <a:lnSpc>
                <a:spcPct val="120000"/>
              </a:lnSpc>
              <a:spcBef>
                <a:spcPts val="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77" name="Google Shape;77;p33"/>
          <p:cNvSpPr txBox="1"/>
          <p:nvPr>
            <p:ph idx="10" type="dt"/>
          </p:nvPr>
        </p:nvSpPr>
        <p:spPr>
          <a:xfrm>
            <a:off x="1219200" y="6251575"/>
            <a:ext cx="26416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3"/>
          <p:cNvSpPr txBox="1"/>
          <p:nvPr>
            <p:ph idx="11" type="ftr"/>
          </p:nvPr>
        </p:nvSpPr>
        <p:spPr>
          <a:xfrm>
            <a:off x="44704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3"/>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0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0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0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0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0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0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0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0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0" name="Shape 80"/>
        <p:cNvGrpSpPr/>
        <p:nvPr/>
      </p:nvGrpSpPr>
      <p:grpSpPr>
        <a:xfrm>
          <a:off x="0" y="0"/>
          <a:ext cx="0" cy="0"/>
          <a:chOff x="0" y="0"/>
          <a:chExt cx="0" cy="0"/>
        </a:xfrm>
      </p:grpSpPr>
      <p:sp>
        <p:nvSpPr>
          <p:cNvPr id="81" name="Google Shape;81;p34"/>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4"/>
          <p:cNvSpPr/>
          <p:nvPr>
            <p:ph idx="2" type="pic"/>
          </p:nvPr>
        </p:nvSpPr>
        <p:spPr>
          <a:xfrm>
            <a:off x="2389717" y="612775"/>
            <a:ext cx="7315200" cy="4114800"/>
          </a:xfrm>
          <a:prstGeom prst="rect">
            <a:avLst/>
          </a:prstGeom>
          <a:noFill/>
          <a:ln>
            <a:noFill/>
          </a:ln>
        </p:spPr>
      </p:sp>
      <p:sp>
        <p:nvSpPr>
          <p:cNvPr id="83" name="Google Shape;83;p34"/>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just">
              <a:lnSpc>
                <a:spcPct val="120000"/>
              </a:lnSpc>
              <a:spcBef>
                <a:spcPts val="0"/>
              </a:spcBef>
              <a:spcAft>
                <a:spcPts val="0"/>
              </a:spcAft>
              <a:buSzPts val="1260"/>
              <a:buNone/>
              <a:defRPr sz="1400"/>
            </a:lvl1pPr>
            <a:lvl2pPr indent="-228600" lvl="1" marL="914400" algn="just">
              <a:lnSpc>
                <a:spcPct val="120000"/>
              </a:lnSpc>
              <a:spcBef>
                <a:spcPts val="0"/>
              </a:spcBef>
              <a:spcAft>
                <a:spcPts val="0"/>
              </a:spcAft>
              <a:buSzPts val="900"/>
              <a:buNone/>
              <a:defRPr sz="1200"/>
            </a:lvl2pPr>
            <a:lvl3pPr indent="-228600" lvl="2" marL="1371600" algn="just">
              <a:lnSpc>
                <a:spcPct val="120000"/>
              </a:lnSpc>
              <a:spcBef>
                <a:spcPts val="0"/>
              </a:spcBef>
              <a:spcAft>
                <a:spcPts val="0"/>
              </a:spcAft>
              <a:buSzPts val="550"/>
              <a:buNone/>
              <a:defRPr sz="1000"/>
            </a:lvl3pPr>
            <a:lvl4pPr indent="-228600" lvl="3" marL="1828800" algn="just">
              <a:lnSpc>
                <a:spcPct val="120000"/>
              </a:lnSpc>
              <a:spcBef>
                <a:spcPts val="0"/>
              </a:spcBef>
              <a:spcAft>
                <a:spcPts val="0"/>
              </a:spcAft>
              <a:buSzPts val="900"/>
              <a:buNone/>
              <a:defRPr sz="900"/>
            </a:lvl4pPr>
            <a:lvl5pPr indent="-228600" lvl="4" marL="2286000" algn="just">
              <a:lnSpc>
                <a:spcPct val="120000"/>
              </a:lnSpc>
              <a:spcBef>
                <a:spcPts val="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84" name="Google Shape;84;p34"/>
          <p:cNvSpPr txBox="1"/>
          <p:nvPr>
            <p:ph idx="10" type="dt"/>
          </p:nvPr>
        </p:nvSpPr>
        <p:spPr>
          <a:xfrm>
            <a:off x="1219200" y="6251575"/>
            <a:ext cx="26416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4"/>
          <p:cNvSpPr txBox="1"/>
          <p:nvPr>
            <p:ph idx="11" type="ftr"/>
          </p:nvPr>
        </p:nvSpPr>
        <p:spPr>
          <a:xfrm>
            <a:off x="44704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4"/>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0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0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0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0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0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0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0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0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87" name="Shape 87"/>
        <p:cNvGrpSpPr/>
        <p:nvPr/>
      </p:nvGrpSpPr>
      <p:grpSpPr>
        <a:xfrm>
          <a:off x="0" y="0"/>
          <a:ext cx="0" cy="0"/>
          <a:chOff x="0" y="0"/>
          <a:chExt cx="0" cy="0"/>
        </a:xfrm>
      </p:grpSpPr>
      <p:sp>
        <p:nvSpPr>
          <p:cNvPr id="88" name="Google Shape;88;p35"/>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5"/>
          <p:cNvSpPr txBox="1"/>
          <p:nvPr>
            <p:ph idx="1" type="body"/>
          </p:nvPr>
        </p:nvSpPr>
        <p:spPr>
          <a:xfrm rot="5400000">
            <a:off x="4135438" y="-1316036"/>
            <a:ext cx="4530725" cy="10363200"/>
          </a:xfrm>
          <a:prstGeom prst="rect">
            <a:avLst/>
          </a:prstGeom>
          <a:noFill/>
          <a:ln>
            <a:noFill/>
          </a:ln>
        </p:spPr>
        <p:txBody>
          <a:bodyPr anchorCtr="0" anchor="t" bIns="45700" lIns="91425" spcFirstLastPara="1" rIns="91425" wrap="square" tIns="45700">
            <a:noAutofit/>
          </a:bodyPr>
          <a:lstStyle>
            <a:lvl1pPr indent="-331470" lvl="0" marL="457200" algn="just">
              <a:lnSpc>
                <a:spcPct val="120000"/>
              </a:lnSpc>
              <a:spcBef>
                <a:spcPts val="0"/>
              </a:spcBef>
              <a:spcAft>
                <a:spcPts val="0"/>
              </a:spcAft>
              <a:buSzPts val="1620"/>
              <a:buChar char="■"/>
              <a:defRPr/>
            </a:lvl1pPr>
            <a:lvl2pPr indent="-314325" lvl="1" marL="914400" algn="just">
              <a:lnSpc>
                <a:spcPct val="120000"/>
              </a:lnSpc>
              <a:spcBef>
                <a:spcPts val="0"/>
              </a:spcBef>
              <a:spcAft>
                <a:spcPts val="0"/>
              </a:spcAft>
              <a:buSzPts val="1350"/>
              <a:buChar char="■"/>
              <a:defRPr/>
            </a:lvl2pPr>
            <a:lvl3pPr indent="-291464" lvl="2" marL="1371600" algn="just">
              <a:lnSpc>
                <a:spcPct val="120000"/>
              </a:lnSpc>
              <a:spcBef>
                <a:spcPts val="0"/>
              </a:spcBef>
              <a:spcAft>
                <a:spcPts val="0"/>
              </a:spcAft>
              <a:buSzPts val="990"/>
              <a:buChar char="■"/>
              <a:defRPr/>
            </a:lvl3pPr>
            <a:lvl4pPr indent="-342900" lvl="3" marL="1828800" algn="just">
              <a:lnSpc>
                <a:spcPct val="120000"/>
              </a:lnSpc>
              <a:spcBef>
                <a:spcPts val="0"/>
              </a:spcBef>
              <a:spcAft>
                <a:spcPts val="0"/>
              </a:spcAft>
              <a:buSzPts val="1800"/>
              <a:buChar char="▪"/>
              <a:defRPr/>
            </a:lvl4pPr>
            <a:lvl5pPr indent="-342900" lvl="4" marL="2286000" algn="just">
              <a:lnSpc>
                <a:spcPct val="120000"/>
              </a:lnSpc>
              <a:spcBef>
                <a:spcPts val="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0" name="Google Shape;90;p35"/>
          <p:cNvSpPr txBox="1"/>
          <p:nvPr>
            <p:ph idx="10" type="dt"/>
          </p:nvPr>
        </p:nvSpPr>
        <p:spPr>
          <a:xfrm>
            <a:off x="1219200" y="6251575"/>
            <a:ext cx="26416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35"/>
          <p:cNvSpPr txBox="1"/>
          <p:nvPr>
            <p:ph idx="11" type="ftr"/>
          </p:nvPr>
        </p:nvSpPr>
        <p:spPr>
          <a:xfrm>
            <a:off x="44704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5"/>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0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0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0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0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0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0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0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0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36"/>
          <p:cNvSpPr txBox="1"/>
          <p:nvPr>
            <p:ph type="title"/>
          </p:nvPr>
        </p:nvSpPr>
        <p:spPr>
          <a:xfrm rot="5400000">
            <a:off x="7360444" y="1908969"/>
            <a:ext cx="5853112" cy="2590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6"/>
          <p:cNvSpPr txBox="1"/>
          <p:nvPr>
            <p:ph idx="1" type="body"/>
          </p:nvPr>
        </p:nvSpPr>
        <p:spPr>
          <a:xfrm rot="5400000">
            <a:off x="2077244" y="-580231"/>
            <a:ext cx="5853112" cy="7569200"/>
          </a:xfrm>
          <a:prstGeom prst="rect">
            <a:avLst/>
          </a:prstGeom>
          <a:noFill/>
          <a:ln>
            <a:noFill/>
          </a:ln>
        </p:spPr>
        <p:txBody>
          <a:bodyPr anchorCtr="0" anchor="t" bIns="45700" lIns="91425" spcFirstLastPara="1" rIns="91425" wrap="square" tIns="45700">
            <a:noAutofit/>
          </a:bodyPr>
          <a:lstStyle>
            <a:lvl1pPr indent="-331470" lvl="0" marL="457200" algn="just">
              <a:lnSpc>
                <a:spcPct val="120000"/>
              </a:lnSpc>
              <a:spcBef>
                <a:spcPts val="0"/>
              </a:spcBef>
              <a:spcAft>
                <a:spcPts val="0"/>
              </a:spcAft>
              <a:buSzPts val="1620"/>
              <a:buChar char="■"/>
              <a:defRPr/>
            </a:lvl1pPr>
            <a:lvl2pPr indent="-314325" lvl="1" marL="914400" algn="just">
              <a:lnSpc>
                <a:spcPct val="120000"/>
              </a:lnSpc>
              <a:spcBef>
                <a:spcPts val="0"/>
              </a:spcBef>
              <a:spcAft>
                <a:spcPts val="0"/>
              </a:spcAft>
              <a:buSzPts val="1350"/>
              <a:buChar char="■"/>
              <a:defRPr/>
            </a:lvl2pPr>
            <a:lvl3pPr indent="-291464" lvl="2" marL="1371600" algn="just">
              <a:lnSpc>
                <a:spcPct val="120000"/>
              </a:lnSpc>
              <a:spcBef>
                <a:spcPts val="0"/>
              </a:spcBef>
              <a:spcAft>
                <a:spcPts val="0"/>
              </a:spcAft>
              <a:buSzPts val="990"/>
              <a:buChar char="■"/>
              <a:defRPr/>
            </a:lvl3pPr>
            <a:lvl4pPr indent="-342900" lvl="3" marL="1828800" algn="just">
              <a:lnSpc>
                <a:spcPct val="120000"/>
              </a:lnSpc>
              <a:spcBef>
                <a:spcPts val="0"/>
              </a:spcBef>
              <a:spcAft>
                <a:spcPts val="0"/>
              </a:spcAft>
              <a:buSzPts val="1800"/>
              <a:buChar char="▪"/>
              <a:defRPr/>
            </a:lvl4pPr>
            <a:lvl5pPr indent="-342900" lvl="4" marL="2286000" algn="just">
              <a:lnSpc>
                <a:spcPct val="120000"/>
              </a:lnSpc>
              <a:spcBef>
                <a:spcPts val="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6" name="Google Shape;96;p36"/>
          <p:cNvSpPr txBox="1"/>
          <p:nvPr>
            <p:ph idx="10" type="dt"/>
          </p:nvPr>
        </p:nvSpPr>
        <p:spPr>
          <a:xfrm>
            <a:off x="1219200" y="6251575"/>
            <a:ext cx="26416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6"/>
          <p:cNvSpPr txBox="1"/>
          <p:nvPr>
            <p:ph idx="11" type="ftr"/>
          </p:nvPr>
        </p:nvSpPr>
        <p:spPr>
          <a:xfrm>
            <a:off x="44704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6"/>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0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0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0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0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0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0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0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0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25"/>
          <p:cNvGrpSpPr/>
          <p:nvPr/>
        </p:nvGrpSpPr>
        <p:grpSpPr>
          <a:xfrm>
            <a:off x="0" y="0"/>
            <a:ext cx="11582400" cy="4876800"/>
            <a:chOff x="0" y="0"/>
            <a:chExt cx="5472" cy="3072"/>
          </a:xfrm>
        </p:grpSpPr>
        <p:sp>
          <p:nvSpPr>
            <p:cNvPr id="11" name="Google Shape;11;p25"/>
            <p:cNvSpPr/>
            <p:nvPr/>
          </p:nvSpPr>
          <p:spPr>
            <a:xfrm>
              <a:off x="0" y="0"/>
              <a:ext cx="384" cy="30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12" name="Google Shape;12;p25"/>
            <p:cNvGrpSpPr/>
            <p:nvPr/>
          </p:nvGrpSpPr>
          <p:grpSpPr>
            <a:xfrm>
              <a:off x="240" y="893"/>
              <a:ext cx="5232" cy="115"/>
              <a:chOff x="240" y="893"/>
              <a:chExt cx="5232" cy="115"/>
            </a:xfrm>
          </p:grpSpPr>
          <p:sp>
            <p:nvSpPr>
              <p:cNvPr id="13" name="Google Shape;13;p25"/>
              <p:cNvSpPr/>
              <p:nvPr/>
            </p:nvSpPr>
            <p:spPr>
              <a:xfrm>
                <a:off x="4320" y="893"/>
                <a:ext cx="1152" cy="115"/>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4" name="Google Shape;14;p25"/>
              <p:cNvCxnSpPr/>
              <p:nvPr/>
            </p:nvCxnSpPr>
            <p:spPr>
              <a:xfrm>
                <a:off x="240" y="941"/>
                <a:ext cx="5232" cy="0"/>
              </a:xfrm>
              <a:prstGeom prst="straightConnector1">
                <a:avLst/>
              </a:prstGeom>
              <a:noFill/>
              <a:ln cap="flat" cmpd="sng" w="19050">
                <a:solidFill>
                  <a:schemeClr val="lt2"/>
                </a:solidFill>
                <a:prstDash val="solid"/>
                <a:round/>
                <a:headEnd len="med" w="med" type="none"/>
                <a:tailEnd len="med" w="med" type="none"/>
              </a:ln>
            </p:spPr>
          </p:cxnSp>
        </p:grpSp>
      </p:grpSp>
      <p:sp>
        <p:nvSpPr>
          <p:cNvPr id="15" name="Google Shape;15;p25"/>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2"/>
                </a:solidFill>
                <a:latin typeface="Times New Roman"/>
                <a:ea typeface="Times New Roman"/>
                <a:cs typeface="Times New Roman"/>
                <a:sym typeface="Times New Roman"/>
              </a:defRPr>
            </a:lvl1pPr>
            <a:lvl2pPr lvl="1" marR="0" rtl="0" algn="l">
              <a:spcBef>
                <a:spcPts val="0"/>
              </a:spcBef>
              <a:spcAft>
                <a:spcPts val="0"/>
              </a:spcAft>
              <a:buSzPts val="1400"/>
              <a:buNone/>
              <a:defRPr b="0" i="0" sz="4200" u="none" cap="none" strike="noStrike">
                <a:solidFill>
                  <a:schemeClr val="dk2"/>
                </a:solidFill>
                <a:latin typeface="Times New Roman"/>
                <a:ea typeface="Times New Roman"/>
                <a:cs typeface="Times New Roman"/>
                <a:sym typeface="Times New Roman"/>
              </a:defRPr>
            </a:lvl2pPr>
            <a:lvl3pPr lvl="2" marR="0" rtl="0" algn="l">
              <a:spcBef>
                <a:spcPts val="0"/>
              </a:spcBef>
              <a:spcAft>
                <a:spcPts val="0"/>
              </a:spcAft>
              <a:buSzPts val="1400"/>
              <a:buNone/>
              <a:defRPr b="0" i="0" sz="4200" u="none" cap="none" strike="noStrike">
                <a:solidFill>
                  <a:schemeClr val="dk2"/>
                </a:solidFill>
                <a:latin typeface="Times New Roman"/>
                <a:ea typeface="Times New Roman"/>
                <a:cs typeface="Times New Roman"/>
                <a:sym typeface="Times New Roman"/>
              </a:defRPr>
            </a:lvl3pPr>
            <a:lvl4pPr lvl="3" marR="0" rtl="0" algn="l">
              <a:spcBef>
                <a:spcPts val="0"/>
              </a:spcBef>
              <a:spcAft>
                <a:spcPts val="0"/>
              </a:spcAft>
              <a:buSzPts val="1400"/>
              <a:buNone/>
              <a:defRPr b="0" i="0" sz="4200" u="none" cap="none" strike="noStrike">
                <a:solidFill>
                  <a:schemeClr val="dk2"/>
                </a:solidFill>
                <a:latin typeface="Times New Roman"/>
                <a:ea typeface="Times New Roman"/>
                <a:cs typeface="Times New Roman"/>
                <a:sym typeface="Times New Roman"/>
              </a:defRPr>
            </a:lvl4pPr>
            <a:lvl5pPr lvl="4" marR="0" rtl="0" algn="l">
              <a:spcBef>
                <a:spcPts val="0"/>
              </a:spcBef>
              <a:spcAft>
                <a:spcPts val="0"/>
              </a:spcAft>
              <a:buSzPts val="1400"/>
              <a:buNone/>
              <a:defRPr b="0" i="0" sz="4200" u="none" cap="none" strike="noStrike">
                <a:solidFill>
                  <a:schemeClr val="dk2"/>
                </a:solidFill>
                <a:latin typeface="Times New Roman"/>
                <a:ea typeface="Times New Roman"/>
                <a:cs typeface="Times New Roman"/>
                <a:sym typeface="Times New Roman"/>
              </a:defRPr>
            </a:lvl5pPr>
            <a:lvl6pPr lvl="5" marR="0" rtl="0" algn="l">
              <a:spcBef>
                <a:spcPts val="0"/>
              </a:spcBef>
              <a:spcAft>
                <a:spcPts val="0"/>
              </a:spcAft>
              <a:buSzPts val="1400"/>
              <a:buNone/>
              <a:defRPr b="0" i="0" sz="4200" u="none" cap="none" strike="noStrike">
                <a:solidFill>
                  <a:schemeClr val="dk2"/>
                </a:solidFill>
                <a:latin typeface="Times New Roman"/>
                <a:ea typeface="Times New Roman"/>
                <a:cs typeface="Times New Roman"/>
                <a:sym typeface="Times New Roman"/>
              </a:defRPr>
            </a:lvl6pPr>
            <a:lvl7pPr lvl="6" marR="0" rtl="0" algn="l">
              <a:spcBef>
                <a:spcPts val="0"/>
              </a:spcBef>
              <a:spcAft>
                <a:spcPts val="0"/>
              </a:spcAft>
              <a:buSzPts val="1400"/>
              <a:buNone/>
              <a:defRPr b="0" i="0" sz="4200" u="none" cap="none" strike="noStrike">
                <a:solidFill>
                  <a:schemeClr val="dk2"/>
                </a:solidFill>
                <a:latin typeface="Times New Roman"/>
                <a:ea typeface="Times New Roman"/>
                <a:cs typeface="Times New Roman"/>
                <a:sym typeface="Times New Roman"/>
              </a:defRPr>
            </a:lvl7pPr>
            <a:lvl8pPr lvl="7" marR="0" rtl="0" algn="l">
              <a:spcBef>
                <a:spcPts val="0"/>
              </a:spcBef>
              <a:spcAft>
                <a:spcPts val="0"/>
              </a:spcAft>
              <a:buSzPts val="1400"/>
              <a:buNone/>
              <a:defRPr b="0" i="0" sz="4200" u="none" cap="none" strike="noStrike">
                <a:solidFill>
                  <a:schemeClr val="dk2"/>
                </a:solidFill>
                <a:latin typeface="Times New Roman"/>
                <a:ea typeface="Times New Roman"/>
                <a:cs typeface="Times New Roman"/>
                <a:sym typeface="Times New Roman"/>
              </a:defRPr>
            </a:lvl8pPr>
            <a:lvl9pPr lvl="8" marR="0" rtl="0" algn="l">
              <a:spcBef>
                <a:spcPts val="0"/>
              </a:spcBef>
              <a:spcAft>
                <a:spcPts val="0"/>
              </a:spcAft>
              <a:buSzPts val="1400"/>
              <a:buNone/>
              <a:defRPr b="0" i="0" sz="4200" u="none" cap="none" strike="noStrike">
                <a:solidFill>
                  <a:schemeClr val="dk2"/>
                </a:solidFill>
                <a:latin typeface="Times New Roman"/>
                <a:ea typeface="Times New Roman"/>
                <a:cs typeface="Times New Roman"/>
                <a:sym typeface="Times New Roman"/>
              </a:defRPr>
            </a:lvl9pPr>
          </a:lstStyle>
          <a:p/>
        </p:txBody>
      </p:sp>
      <p:sp>
        <p:nvSpPr>
          <p:cNvPr id="16" name="Google Shape;16;p25"/>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lvl1pPr indent="-388620" lvl="0" marL="457200" marR="0" rtl="0" algn="just">
              <a:lnSpc>
                <a:spcPct val="120000"/>
              </a:lnSpc>
              <a:spcBef>
                <a:spcPts val="0"/>
              </a:spcBef>
              <a:spcAft>
                <a:spcPts val="0"/>
              </a:spcAft>
              <a:buClr>
                <a:schemeClr val="folHlink"/>
              </a:buClr>
              <a:buSzPts val="2520"/>
              <a:buFont typeface="Noto Sans Symbols"/>
              <a:buChar char="■"/>
              <a:defRPr b="1" i="0" sz="2800" u="none" cap="none" strike="noStrike">
                <a:solidFill>
                  <a:schemeClr val="dk1"/>
                </a:solidFill>
                <a:latin typeface="Times New Roman"/>
                <a:ea typeface="Times New Roman"/>
                <a:cs typeface="Times New Roman"/>
                <a:sym typeface="Times New Roman"/>
              </a:defRPr>
            </a:lvl1pPr>
            <a:lvl2pPr indent="-352425" lvl="1" marL="914400" marR="0" rtl="0" algn="just">
              <a:lnSpc>
                <a:spcPct val="120000"/>
              </a:lnSpc>
              <a:spcBef>
                <a:spcPts val="0"/>
              </a:spcBef>
              <a:spcAft>
                <a:spcPts val="0"/>
              </a:spcAft>
              <a:buClr>
                <a:schemeClr val="accent1"/>
              </a:buClr>
              <a:buSzPts val="1950"/>
              <a:buFont typeface="Noto Sans Symbols"/>
              <a:buChar char="■"/>
              <a:defRPr b="1" i="0" sz="2600" u="none" cap="none" strike="noStrike">
                <a:solidFill>
                  <a:schemeClr val="dk1"/>
                </a:solidFill>
                <a:latin typeface="Times New Roman"/>
                <a:ea typeface="Times New Roman"/>
                <a:cs typeface="Times New Roman"/>
                <a:sym typeface="Times New Roman"/>
              </a:defRPr>
            </a:lvl2pPr>
            <a:lvl3pPr indent="-308927" lvl="2" marL="1371600" marR="0" rtl="0" algn="just">
              <a:lnSpc>
                <a:spcPct val="120000"/>
              </a:lnSpc>
              <a:spcBef>
                <a:spcPts val="0"/>
              </a:spcBef>
              <a:spcAft>
                <a:spcPts val="0"/>
              </a:spcAft>
              <a:buClr>
                <a:schemeClr val="folHlink"/>
              </a:buClr>
              <a:buSzPts val="1265"/>
              <a:buFont typeface="Noto Sans Symbols"/>
              <a:buChar char="■"/>
              <a:defRPr b="1" i="0" sz="2300" u="none" cap="none" strike="noStrike">
                <a:solidFill>
                  <a:schemeClr val="dk1"/>
                </a:solidFill>
                <a:latin typeface="Times New Roman"/>
                <a:ea typeface="Times New Roman"/>
                <a:cs typeface="Times New Roman"/>
                <a:sym typeface="Times New Roman"/>
              </a:defRPr>
            </a:lvl3pPr>
            <a:lvl4pPr indent="-355600" lvl="3" marL="1828800" marR="0" rtl="0" algn="just">
              <a:lnSpc>
                <a:spcPct val="120000"/>
              </a:lnSpc>
              <a:spcBef>
                <a:spcPts val="0"/>
              </a:spcBef>
              <a:spcAft>
                <a:spcPts val="0"/>
              </a:spcAft>
              <a:buClr>
                <a:schemeClr val="accent1"/>
              </a:buClr>
              <a:buSzPts val="2000"/>
              <a:buFont typeface="Noto Sans Symbols"/>
              <a:buChar char="▪"/>
              <a:defRPr b="1" i="0" sz="2000" u="none" cap="none" strike="noStrike">
                <a:solidFill>
                  <a:schemeClr val="dk1"/>
                </a:solidFill>
                <a:latin typeface="Times New Roman"/>
                <a:ea typeface="Times New Roman"/>
                <a:cs typeface="Times New Roman"/>
                <a:sym typeface="Times New Roman"/>
              </a:defRPr>
            </a:lvl4pPr>
            <a:lvl5pPr indent="-355600" lvl="4" marL="2286000" marR="0" rtl="0" algn="just">
              <a:lnSpc>
                <a:spcPct val="120000"/>
              </a:lnSpc>
              <a:spcBef>
                <a:spcPts val="0"/>
              </a:spcBef>
              <a:spcAft>
                <a:spcPts val="0"/>
              </a:spcAft>
              <a:buClr>
                <a:schemeClr val="accent1"/>
              </a:buClr>
              <a:buSzPts val="2000"/>
              <a:buFont typeface="Noto Sans Symbols"/>
              <a:buChar char="▪"/>
              <a:defRPr b="1"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accent1"/>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accent1"/>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accent1"/>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accent1"/>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17" name="Google Shape;17;p25"/>
          <p:cNvSpPr txBox="1"/>
          <p:nvPr>
            <p:ph idx="10" type="dt"/>
          </p:nvPr>
        </p:nvSpPr>
        <p:spPr>
          <a:xfrm>
            <a:off x="1219200" y="6251575"/>
            <a:ext cx="26416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8" name="Google Shape;18;p25"/>
          <p:cNvSpPr txBox="1"/>
          <p:nvPr>
            <p:ph idx="11" type="ftr"/>
          </p:nvPr>
        </p:nvSpPr>
        <p:spPr>
          <a:xfrm>
            <a:off x="4470400" y="6248400"/>
            <a:ext cx="3962400" cy="4572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9" name="Google Shape;19;p25"/>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0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10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10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10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10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10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10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10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20" name="Google Shape;20;p25"/>
          <p:cNvCxnSpPr/>
          <p:nvPr/>
        </p:nvCxnSpPr>
        <p:spPr>
          <a:xfrm>
            <a:off x="0" y="4876800"/>
            <a:ext cx="812800" cy="0"/>
          </a:xfrm>
          <a:prstGeom prst="straightConnector1">
            <a:avLst/>
          </a:prstGeom>
          <a:noFill/>
          <a:ln cap="flat" cmpd="sng" w="44450">
            <a:solidFill>
              <a:schemeClr val="lt2"/>
            </a:solidFill>
            <a:prstDash val="solid"/>
            <a:round/>
            <a:headEnd len="med" w="med" type="none"/>
            <a:tailEnd len="med" w="med" type="none"/>
          </a:ln>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p:zoom dir="out"/>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03" name="Shape 103"/>
        <p:cNvGrpSpPr/>
        <p:nvPr/>
      </p:nvGrpSpPr>
      <p:grpSpPr>
        <a:xfrm>
          <a:off x="0" y="0"/>
          <a:ext cx="0" cy="0"/>
          <a:chOff x="0" y="0"/>
          <a:chExt cx="0" cy="0"/>
        </a:xfrm>
      </p:grpSpPr>
      <p:sp>
        <p:nvSpPr>
          <p:cNvPr id="104" name="Google Shape;104;p1"/>
          <p:cNvSpPr txBox="1"/>
          <p:nvPr>
            <p:ph type="ctrTitle"/>
          </p:nvPr>
        </p:nvSpPr>
        <p:spPr>
          <a:xfrm>
            <a:off x="1638300" y="2438400"/>
            <a:ext cx="8915400" cy="1981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900">
                <a:solidFill>
                  <a:schemeClr val="lt1"/>
                </a:solidFill>
              </a:rPr>
              <a:t>CHƯƠNG 4</a:t>
            </a:r>
            <a:br>
              <a:rPr lang="en-US" sz="2900">
                <a:solidFill>
                  <a:schemeClr val="lt1"/>
                </a:solidFill>
              </a:rPr>
            </a:br>
            <a:r>
              <a:rPr lang="en-US" sz="2900">
                <a:solidFill>
                  <a:schemeClr val="lt1"/>
                </a:solidFill>
              </a:rPr>
              <a:t>THỊ TRƯỜNG CHỨNG KHOÁN THỨ CẤP</a:t>
            </a:r>
            <a:endParaRPr sz="2900">
              <a:solidFill>
                <a:schemeClr val="lt1"/>
              </a:solidFill>
            </a:endParaRPr>
          </a:p>
        </p:txBody>
      </p:sp>
      <p:sp>
        <p:nvSpPr>
          <p:cNvPr id="105" name="Google Shape;105;p1"/>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dk1"/>
                </a:solidFill>
                <a:latin typeface="Arial"/>
                <a:ea typeface="Arial"/>
                <a:cs typeface="Arial"/>
                <a:sym typeface="Arial"/>
              </a:rPr>
              <a:t>‹#›</a:t>
            </a:fld>
            <a:endParaRPr b="0" i="0" sz="1000" u="none" cap="none" strike="noStrike">
              <a:solidFill>
                <a:schemeClr val="dk1"/>
              </a:solidFill>
              <a:latin typeface="Arial"/>
              <a:ea typeface="Arial"/>
              <a:cs typeface="Arial"/>
              <a:sym typeface="Arial"/>
            </a:endParaRPr>
          </a:p>
        </p:txBody>
      </p:sp>
      <p:graphicFrame>
        <p:nvGraphicFramePr>
          <p:cNvPr id="106" name="Google Shape;106;p1"/>
          <p:cNvGraphicFramePr/>
          <p:nvPr/>
        </p:nvGraphicFramePr>
        <p:xfrm>
          <a:off x="3352800" y="4114800"/>
          <a:ext cx="3000000" cy="3000000"/>
        </p:xfrm>
        <a:graphic>
          <a:graphicData uri="http://schemas.openxmlformats.org/drawingml/2006/table">
            <a:tbl>
              <a:tblPr bandRow="1" firstRow="1">
                <a:noFill/>
                <a:tableStyleId>{95C3052D-DFC7-4840-A7DC-FA885E427B3F}</a:tableStyleId>
              </a:tblPr>
              <a:tblGrid>
                <a:gridCol w="2241600"/>
                <a:gridCol w="3581350"/>
              </a:tblGrid>
              <a:tr h="316250">
                <a:tc>
                  <a:txBody>
                    <a:bodyPr/>
                    <a:lstStyle/>
                    <a:p>
                      <a:pPr indent="0" lvl="0" marL="0" marR="0" rtl="0" algn="r">
                        <a:spcBef>
                          <a:spcPts val="0"/>
                        </a:spcBef>
                        <a:spcAft>
                          <a:spcPts val="0"/>
                        </a:spcAft>
                        <a:buNone/>
                      </a:pPr>
                      <a:r>
                        <a:rPr b="1" lang="en-US" sz="2000" u="none" cap="none" strike="noStrike">
                          <a:solidFill>
                            <a:schemeClr val="lt1"/>
                          </a:solidFill>
                          <a:latin typeface="Times New Roman"/>
                          <a:ea typeface="Times New Roman"/>
                          <a:cs typeface="Times New Roman"/>
                          <a:sym typeface="Times New Roman"/>
                        </a:rPr>
                        <a:t>Người trình bày:</a:t>
                      </a:r>
                      <a:endParaRPr sz="2000" u="none" cap="none" strike="noStrike">
                        <a:solidFill>
                          <a:schemeClr val="lt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000" u="none" cap="none" strike="noStrike">
                          <a:solidFill>
                            <a:schemeClr val="lt1"/>
                          </a:solidFill>
                        </a:rPr>
                        <a:t>Nguyễn Hoàng Linh</a:t>
                      </a:r>
                      <a:endParaRPr sz="2000">
                        <a:solidFill>
                          <a:schemeClr val="lt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02600">
                <a:tc>
                  <a:txBody>
                    <a:bodyPr/>
                    <a:lstStyle/>
                    <a:p>
                      <a:pPr indent="0" lvl="0" marL="0" marR="0" rtl="0" algn="r">
                        <a:spcBef>
                          <a:spcPts val="0"/>
                        </a:spcBef>
                        <a:spcAft>
                          <a:spcPts val="0"/>
                        </a:spcAft>
                        <a:buNone/>
                      </a:pPr>
                      <a:r>
                        <a:t/>
                      </a:r>
                      <a:endParaRPr sz="2000">
                        <a:solidFill>
                          <a:schemeClr val="lt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2000"/>
                        <a:buFont typeface="Arial"/>
                        <a:buNone/>
                      </a:pPr>
                      <a:r>
                        <a:rPr lang="en-US" sz="2000">
                          <a:solidFill>
                            <a:schemeClr val="lt1"/>
                          </a:solidFill>
                        </a:rPr>
                        <a:t>Sở</a:t>
                      </a:r>
                      <a:r>
                        <a:rPr lang="en-US" sz="2000">
                          <a:solidFill>
                            <a:schemeClr val="lt1"/>
                          </a:solidFill>
                        </a:rPr>
                        <a:t> Giao dịch Chứng khoán Hà nội</a:t>
                      </a:r>
                      <a:endParaRPr sz="2000">
                        <a:solidFill>
                          <a:schemeClr val="lt1"/>
                        </a:solidFill>
                      </a:endParaRPr>
                    </a:p>
                    <a:p>
                      <a:pPr indent="0" lvl="0" marL="0" marR="0" rtl="0" algn="l">
                        <a:spcBef>
                          <a:spcPts val="0"/>
                        </a:spcBef>
                        <a:spcAft>
                          <a:spcPts val="0"/>
                        </a:spcAft>
                        <a:buNone/>
                      </a:pPr>
                      <a:r>
                        <a:t/>
                      </a:r>
                      <a:endParaRPr sz="2000">
                        <a:solidFill>
                          <a:schemeClr val="lt1"/>
                        </a:solidFill>
                        <a:latin typeface="Times New Roman"/>
                        <a:ea typeface="Times New Roman"/>
                        <a:cs typeface="Times New Roman"/>
                        <a:sym typeface="Times New Roman"/>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16250">
                <a:tc>
                  <a:txBody>
                    <a:bodyPr/>
                    <a:lstStyle/>
                    <a:p>
                      <a:pPr indent="0" lvl="0" marL="0" marR="0" rtl="0" algn="r">
                        <a:spcBef>
                          <a:spcPts val="0"/>
                        </a:spcBef>
                        <a:spcAft>
                          <a:spcPts val="0"/>
                        </a:spcAft>
                        <a:buNone/>
                      </a:pPr>
                      <a:r>
                        <a:t/>
                      </a:r>
                      <a:endParaRPr b="1" sz="2000">
                        <a:solidFill>
                          <a:schemeClr val="lt1"/>
                        </a:solidFill>
                        <a:latin typeface="Times New Roman"/>
                        <a:ea typeface="Times New Roman"/>
                        <a:cs typeface="Times New Roman"/>
                        <a:sym typeface="Times New Roman"/>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sz="2000">
                        <a:solidFill>
                          <a:schemeClr val="lt1"/>
                        </a:solidFill>
                        <a:latin typeface="Times New Roman"/>
                        <a:ea typeface="Times New Roman"/>
                        <a:cs typeface="Times New Roman"/>
                        <a:sym typeface="Times New Roman"/>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07" name="Google Shape;107;p1"/>
          <p:cNvSpPr/>
          <p:nvPr/>
        </p:nvSpPr>
        <p:spPr>
          <a:xfrm>
            <a:off x="1524000" y="6172200"/>
            <a:ext cx="9144000" cy="4000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chemeClr val="lt1"/>
                </a:solidFill>
                <a:latin typeface="Times New Roman"/>
                <a:ea typeface="Times New Roman"/>
                <a:cs typeface="Times New Roman"/>
                <a:sym typeface="Times New Roman"/>
              </a:rPr>
              <a:t>NĂM 2024</a:t>
            </a:r>
            <a:endParaRPr b="1" i="0" sz="2000" u="none" cap="none" strike="noStrike">
              <a:solidFill>
                <a:schemeClr val="lt1"/>
              </a:solidFill>
              <a:latin typeface="Times New Roman"/>
              <a:ea typeface="Times New Roman"/>
              <a:cs typeface="Times New Roman"/>
              <a:sym typeface="Times New Roman"/>
            </a:endParaRPr>
          </a:p>
        </p:txBody>
      </p:sp>
    </p:spTree>
  </p:cSld>
  <p:clrMapOvr>
    <a:masterClrMapping/>
  </p:clrMapOvr>
  <p:transition>
    <p:zoom dir="o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
          <p:cNvSpPr txBox="1"/>
          <p:nvPr>
            <p:ph type="title"/>
          </p:nvPr>
        </p:nvSpPr>
        <p:spPr>
          <a:xfrm>
            <a:off x="2362200" y="879231"/>
            <a:ext cx="7315200" cy="60349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Times New Roman"/>
                <a:ea typeface="Times New Roman"/>
                <a:cs typeface="Times New Roman"/>
                <a:sym typeface="Times New Roman"/>
              </a:rPr>
              <a:t>Mục tiêu</a:t>
            </a:r>
            <a:br>
              <a:rPr lang="en-US" sz="1800">
                <a:latin typeface="Arial"/>
                <a:ea typeface="Arial"/>
                <a:cs typeface="Arial"/>
                <a:sym typeface="Arial"/>
              </a:rPr>
            </a:br>
            <a:endParaRPr/>
          </a:p>
        </p:txBody>
      </p:sp>
      <p:sp>
        <p:nvSpPr>
          <p:cNvPr id="113" name="Google Shape;113;p2"/>
          <p:cNvSpPr txBox="1"/>
          <p:nvPr>
            <p:ph idx="1" type="body"/>
          </p:nvPr>
        </p:nvSpPr>
        <p:spPr>
          <a:xfrm>
            <a:off x="1905000" y="1600201"/>
            <a:ext cx="8458200" cy="4530725"/>
          </a:xfrm>
          <a:prstGeom prst="rect">
            <a:avLst/>
          </a:prstGeom>
          <a:noFill/>
          <a:ln>
            <a:noFill/>
          </a:ln>
        </p:spPr>
        <p:txBody>
          <a:bodyPr anchorCtr="0" anchor="t" bIns="45700" lIns="91425" spcFirstLastPara="1" rIns="91425" wrap="square" tIns="45700">
            <a:noAutofit/>
          </a:bodyPr>
          <a:lstStyle/>
          <a:p>
            <a:pPr indent="-457200" lvl="0" marL="457200" rtl="0" algn="just">
              <a:lnSpc>
                <a:spcPct val="130000"/>
              </a:lnSpc>
              <a:spcBef>
                <a:spcPts val="0"/>
              </a:spcBef>
              <a:spcAft>
                <a:spcPts val="0"/>
              </a:spcAft>
              <a:buSzPts val="1980"/>
              <a:buChar char="■"/>
            </a:pPr>
            <a:r>
              <a:rPr lang="en-US" sz="2200">
                <a:solidFill>
                  <a:schemeClr val="dk2"/>
                </a:solidFill>
              </a:rPr>
              <a:t>T</a:t>
            </a:r>
            <a:r>
              <a:rPr lang="en-US" sz="2200"/>
              <a:t>ổng quan về thị trường chứng khoán thứ cấp</a:t>
            </a:r>
            <a:endParaRPr sz="2200"/>
          </a:p>
          <a:p>
            <a:pPr indent="-457200" lvl="0" marL="457200" rtl="0" algn="just">
              <a:lnSpc>
                <a:spcPct val="130000"/>
              </a:lnSpc>
              <a:spcBef>
                <a:spcPts val="600"/>
              </a:spcBef>
              <a:spcAft>
                <a:spcPts val="0"/>
              </a:spcAft>
              <a:buSzPts val="1980"/>
              <a:buChar char="■"/>
            </a:pPr>
            <a:r>
              <a:rPr lang="en-US" sz="2200"/>
              <a:t>Phân biệt thị trường tập trung và phi tập trung</a:t>
            </a:r>
            <a:endParaRPr sz="2200"/>
          </a:p>
          <a:p>
            <a:pPr indent="-457200" lvl="0" marL="457200" rtl="0" algn="just">
              <a:lnSpc>
                <a:spcPct val="130000"/>
              </a:lnSpc>
              <a:spcBef>
                <a:spcPts val="600"/>
              </a:spcBef>
              <a:spcAft>
                <a:spcPts val="0"/>
              </a:spcAft>
              <a:buSzPts val="1980"/>
              <a:buChar char="■"/>
            </a:pPr>
            <a:r>
              <a:rPr lang="en-US" sz="2200"/>
              <a:t>Thành viên Sở giao dịch chứng khoán</a:t>
            </a:r>
            <a:endParaRPr sz="2200"/>
          </a:p>
          <a:p>
            <a:pPr indent="-457200" lvl="0" marL="457200" rtl="0" algn="just">
              <a:lnSpc>
                <a:spcPct val="130000"/>
              </a:lnSpc>
              <a:spcBef>
                <a:spcPts val="600"/>
              </a:spcBef>
              <a:spcAft>
                <a:spcPts val="0"/>
              </a:spcAft>
              <a:buSzPts val="1980"/>
              <a:buChar char="■"/>
            </a:pPr>
            <a:r>
              <a:rPr lang="en-US" sz="2200"/>
              <a:t>Niêm yết chứng khoán: khái niệm, mục tiêu</a:t>
            </a:r>
            <a:endParaRPr sz="2200"/>
          </a:p>
          <a:p>
            <a:pPr indent="-457200" lvl="0" marL="457200" rtl="0" algn="just">
              <a:lnSpc>
                <a:spcPct val="130000"/>
              </a:lnSpc>
              <a:spcBef>
                <a:spcPts val="600"/>
              </a:spcBef>
              <a:spcAft>
                <a:spcPts val="0"/>
              </a:spcAft>
              <a:buSzPts val="1980"/>
              <a:buChar char="■"/>
            </a:pPr>
            <a:r>
              <a:rPr lang="en-US" sz="2200"/>
              <a:t>TTCK phi tập trung: đặc điểm và chức năng</a:t>
            </a:r>
            <a:endParaRPr sz="2200"/>
          </a:p>
          <a:p>
            <a:pPr indent="-457200" lvl="0" marL="457200" rtl="0" algn="just">
              <a:lnSpc>
                <a:spcPct val="130000"/>
              </a:lnSpc>
              <a:spcBef>
                <a:spcPts val="600"/>
              </a:spcBef>
              <a:spcAft>
                <a:spcPts val="0"/>
              </a:spcAft>
              <a:buSzPts val="1980"/>
              <a:buChar char="■"/>
            </a:pPr>
            <a:r>
              <a:rPr lang="en-US" sz="2200"/>
              <a:t>TTCK phi tập trung một số nước</a:t>
            </a:r>
            <a:endParaRPr sz="2200"/>
          </a:p>
          <a:p>
            <a:pPr indent="-114300" lvl="0" marL="342900" rtl="0" algn="just">
              <a:lnSpc>
                <a:spcPct val="120000"/>
              </a:lnSpc>
              <a:spcBef>
                <a:spcPts val="300"/>
              </a:spcBef>
              <a:spcAft>
                <a:spcPts val="0"/>
              </a:spcAft>
              <a:buSzPts val="3600"/>
              <a:buNone/>
            </a:pPr>
            <a:r>
              <a:t/>
            </a:r>
            <a:endParaRPr sz="4000">
              <a:solidFill>
                <a:schemeClr val="dk2"/>
              </a:solidFill>
            </a:endParaRPr>
          </a:p>
        </p:txBody>
      </p:sp>
      <p:sp>
        <p:nvSpPr>
          <p:cNvPr id="114" name="Google Shape;114;p2"/>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
          <p:cNvSpPr txBox="1"/>
          <p:nvPr>
            <p:ph type="title"/>
          </p:nvPr>
        </p:nvSpPr>
        <p:spPr>
          <a:xfrm>
            <a:off x="1828800" y="457201"/>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Tổng quan về TTCK thứ cấp</a:t>
            </a:r>
            <a:br>
              <a:rPr lang="en-US"/>
            </a:br>
            <a:endParaRPr/>
          </a:p>
        </p:txBody>
      </p:sp>
      <p:sp>
        <p:nvSpPr>
          <p:cNvPr id="120" name="Google Shape;120;p3"/>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520"/>
              <a:buChar char="■"/>
            </a:pPr>
            <a:r>
              <a:rPr b="0" lang="en-US"/>
              <a:t>Khái niệm: Thị trường giao dịch các chứng khoán đã được phát hành trên thị trường sơ cấp. Thị trường đảm bảo tính thanh khoản cho các chứng khoán đã phát hành.</a:t>
            </a:r>
            <a:endParaRPr b="0"/>
          </a:p>
          <a:p>
            <a:pPr indent="-342900" lvl="0" marL="342900" rtl="0" algn="just">
              <a:lnSpc>
                <a:spcPct val="120000"/>
              </a:lnSpc>
              <a:spcBef>
                <a:spcPts val="0"/>
              </a:spcBef>
              <a:spcAft>
                <a:spcPts val="0"/>
              </a:spcAft>
              <a:buSzPts val="2520"/>
              <a:buChar char="■"/>
            </a:pPr>
            <a:r>
              <a:rPr b="0" lang="en-US"/>
              <a:t>Đặc điểm: </a:t>
            </a:r>
            <a:endParaRPr/>
          </a:p>
          <a:p>
            <a:pPr indent="-285750" lvl="1" marL="742950" rtl="0" algn="just">
              <a:lnSpc>
                <a:spcPct val="120000"/>
              </a:lnSpc>
              <a:spcBef>
                <a:spcPts val="0"/>
              </a:spcBef>
              <a:spcAft>
                <a:spcPts val="0"/>
              </a:spcAft>
              <a:buSzPts val="1950"/>
              <a:buChar char="■"/>
            </a:pPr>
            <a:r>
              <a:rPr b="0" lang="en-US"/>
              <a:t>Hoạt động liên tục</a:t>
            </a:r>
            <a:endParaRPr b="0"/>
          </a:p>
          <a:p>
            <a:pPr indent="-285750" lvl="1" marL="742950" rtl="0" algn="just">
              <a:lnSpc>
                <a:spcPct val="120000"/>
              </a:lnSpc>
              <a:spcBef>
                <a:spcPts val="0"/>
              </a:spcBef>
              <a:spcAft>
                <a:spcPts val="0"/>
              </a:spcAft>
              <a:buSzPts val="1950"/>
              <a:buChar char="■"/>
            </a:pPr>
            <a:r>
              <a:rPr b="0" lang="en-US"/>
              <a:t>Luân chuyển vốn giữa các NĐT, tạo thanh khoản cho CK</a:t>
            </a:r>
            <a:endParaRPr/>
          </a:p>
          <a:p>
            <a:pPr indent="-285750" lvl="1" marL="742950" rtl="0" algn="just">
              <a:lnSpc>
                <a:spcPct val="120000"/>
              </a:lnSpc>
              <a:spcBef>
                <a:spcPts val="0"/>
              </a:spcBef>
              <a:spcAft>
                <a:spcPts val="0"/>
              </a:spcAft>
              <a:buSzPts val="1950"/>
              <a:buChar char="■"/>
            </a:pPr>
            <a:r>
              <a:rPr b="0" lang="en-US"/>
              <a:t>Tiền vào tài khoản nhà đầu tư, nhà kinh doanh CK</a:t>
            </a:r>
            <a:endParaRPr/>
          </a:p>
          <a:p>
            <a:pPr indent="-285750" lvl="1" marL="742950" rtl="0" algn="just">
              <a:lnSpc>
                <a:spcPct val="120000"/>
              </a:lnSpc>
              <a:spcBef>
                <a:spcPts val="0"/>
              </a:spcBef>
              <a:spcAft>
                <a:spcPts val="0"/>
              </a:spcAft>
              <a:buSzPts val="1950"/>
              <a:buChar char="■"/>
            </a:pPr>
            <a:r>
              <a:rPr b="0" lang="en-US"/>
              <a:t>Giá CK do cung cầu quyết định</a:t>
            </a:r>
            <a:endParaRPr b="0"/>
          </a:p>
          <a:p>
            <a:pPr indent="-182880" lvl="0" marL="342900" rtl="0" algn="just">
              <a:lnSpc>
                <a:spcPct val="120000"/>
              </a:lnSpc>
              <a:spcBef>
                <a:spcPts val="0"/>
              </a:spcBef>
              <a:spcAft>
                <a:spcPts val="0"/>
              </a:spcAft>
              <a:buSzPts val="2520"/>
              <a:buNone/>
            </a:pPr>
            <a:r>
              <a:t/>
            </a:r>
            <a:endParaRPr/>
          </a:p>
        </p:txBody>
      </p:sp>
      <p:sp>
        <p:nvSpPr>
          <p:cNvPr id="121" name="Google Shape;121;p3"/>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4"/>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4"/>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520"/>
              <a:buChar char="■"/>
            </a:pPr>
            <a:r>
              <a:rPr lang="en-US"/>
              <a:t>Chức năng</a:t>
            </a:r>
            <a:endParaRPr/>
          </a:p>
          <a:p>
            <a:pPr indent="-285750" lvl="1" marL="742950" rtl="0" algn="just">
              <a:lnSpc>
                <a:spcPct val="120000"/>
              </a:lnSpc>
              <a:spcBef>
                <a:spcPts val="0"/>
              </a:spcBef>
              <a:spcAft>
                <a:spcPts val="0"/>
              </a:spcAft>
              <a:buSzPts val="1950"/>
              <a:buChar char="■"/>
            </a:pPr>
            <a:r>
              <a:rPr lang="en-US"/>
              <a:t>Xác định giá cổ phiếu</a:t>
            </a:r>
            <a:endParaRPr/>
          </a:p>
          <a:p>
            <a:pPr indent="-285750" lvl="1" marL="742950" rtl="0" algn="just">
              <a:lnSpc>
                <a:spcPct val="120000"/>
              </a:lnSpc>
              <a:spcBef>
                <a:spcPts val="0"/>
              </a:spcBef>
              <a:spcAft>
                <a:spcPts val="0"/>
              </a:spcAft>
              <a:buSzPts val="1950"/>
              <a:buChar char="■"/>
            </a:pPr>
            <a:r>
              <a:rPr lang="en-US"/>
              <a:t>Liên thông về giá với cổ phiếu phát hành trên sơ cấp</a:t>
            </a:r>
            <a:endParaRPr/>
          </a:p>
          <a:p>
            <a:pPr indent="-285750" lvl="1" marL="742950" rtl="0" algn="just">
              <a:lnSpc>
                <a:spcPct val="120000"/>
              </a:lnSpc>
              <a:spcBef>
                <a:spcPts val="0"/>
              </a:spcBef>
              <a:spcAft>
                <a:spcPts val="0"/>
              </a:spcAft>
              <a:buSzPts val="1950"/>
              <a:buChar char="■"/>
            </a:pPr>
            <a:r>
              <a:rPr lang="en-US"/>
              <a:t>Tăng thanh khoản</a:t>
            </a:r>
            <a:endParaRPr/>
          </a:p>
          <a:p>
            <a:pPr indent="-342900" lvl="0" marL="342900" rtl="0" algn="just">
              <a:lnSpc>
                <a:spcPct val="120000"/>
              </a:lnSpc>
              <a:spcBef>
                <a:spcPts val="0"/>
              </a:spcBef>
              <a:spcAft>
                <a:spcPts val="0"/>
              </a:spcAft>
              <a:buSzPts val="2520"/>
              <a:buChar char="■"/>
            </a:pPr>
            <a:r>
              <a:rPr lang="en-US"/>
              <a:t>Phân loại </a:t>
            </a:r>
            <a:endParaRPr/>
          </a:p>
          <a:p>
            <a:pPr indent="-285750" lvl="1" marL="742950" rtl="0" algn="just">
              <a:lnSpc>
                <a:spcPct val="120000"/>
              </a:lnSpc>
              <a:spcBef>
                <a:spcPts val="0"/>
              </a:spcBef>
              <a:spcAft>
                <a:spcPts val="0"/>
              </a:spcAft>
              <a:buSzPts val="1950"/>
              <a:buChar char="■"/>
            </a:pPr>
            <a:r>
              <a:rPr lang="en-US"/>
              <a:t>Căn cứ phương thức hoạt động: tập trung vs. phi tập trung</a:t>
            </a:r>
            <a:endParaRPr/>
          </a:p>
          <a:p>
            <a:pPr indent="-285750" lvl="1" marL="742950" rtl="0" algn="just">
              <a:lnSpc>
                <a:spcPct val="120000"/>
              </a:lnSpc>
              <a:spcBef>
                <a:spcPts val="0"/>
              </a:spcBef>
              <a:spcAft>
                <a:spcPts val="0"/>
              </a:spcAft>
              <a:buSzPts val="1950"/>
              <a:buChar char="■"/>
            </a:pPr>
            <a:r>
              <a:rPr lang="en-US"/>
              <a:t>Căn cứ hàng hóa trên thị trường: cổ phiếu vs. trái phiếu</a:t>
            </a:r>
            <a:endParaRPr/>
          </a:p>
          <a:p>
            <a:pPr indent="-161925" lvl="1" marL="742950" rtl="0" algn="just">
              <a:lnSpc>
                <a:spcPct val="120000"/>
              </a:lnSpc>
              <a:spcBef>
                <a:spcPts val="0"/>
              </a:spcBef>
              <a:spcAft>
                <a:spcPts val="0"/>
              </a:spcAft>
              <a:buSzPts val="1950"/>
              <a:buNone/>
            </a:pPr>
            <a:r>
              <a:t/>
            </a:r>
            <a:endParaRPr/>
          </a:p>
        </p:txBody>
      </p:sp>
      <p:sp>
        <p:nvSpPr>
          <p:cNvPr id="128" name="Google Shape;128;p4"/>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5"/>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TTCK tập trung</a:t>
            </a:r>
            <a:endParaRPr/>
          </a:p>
        </p:txBody>
      </p:sp>
      <p:sp>
        <p:nvSpPr>
          <p:cNvPr id="134" name="Google Shape;134;p5"/>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520"/>
              <a:buChar char="■"/>
            </a:pPr>
            <a:r>
              <a:rPr lang="en-US"/>
              <a:t>Khái niệm</a:t>
            </a:r>
            <a:endParaRPr/>
          </a:p>
          <a:p>
            <a:pPr indent="-285750" lvl="1" marL="742950" rtl="0" algn="just">
              <a:lnSpc>
                <a:spcPct val="120000"/>
              </a:lnSpc>
              <a:spcBef>
                <a:spcPts val="0"/>
              </a:spcBef>
              <a:spcAft>
                <a:spcPts val="0"/>
              </a:spcAft>
              <a:buSzPts val="1950"/>
              <a:buChar char="■"/>
            </a:pPr>
            <a:r>
              <a:rPr lang="en-US"/>
              <a:t>Sở GDCK tổ chức giao dịch chứng khoán niêm yết</a:t>
            </a:r>
            <a:endParaRPr/>
          </a:p>
          <a:p>
            <a:pPr indent="-285750" lvl="1" marL="742950" rtl="0" algn="just">
              <a:lnSpc>
                <a:spcPct val="120000"/>
              </a:lnSpc>
              <a:spcBef>
                <a:spcPts val="0"/>
              </a:spcBef>
              <a:spcAft>
                <a:spcPts val="0"/>
              </a:spcAft>
              <a:buSzPts val="1950"/>
              <a:buChar char="■"/>
            </a:pPr>
            <a:r>
              <a:rPr lang="en-US"/>
              <a:t>Luật chứng khoán 2019: “Sở GDCK Việt Nam là doanh nghiệp được thành lập và hoạt động theo quy định của Luật chứng khoán, Luật doanh nghiệp…” </a:t>
            </a:r>
            <a:endParaRPr/>
          </a:p>
          <a:p>
            <a:pPr indent="-342900" lvl="0" marL="342900" rtl="0" algn="just">
              <a:lnSpc>
                <a:spcPct val="120000"/>
              </a:lnSpc>
              <a:spcBef>
                <a:spcPts val="0"/>
              </a:spcBef>
              <a:spcAft>
                <a:spcPts val="0"/>
              </a:spcAft>
              <a:buSzPts val="2520"/>
              <a:buChar char="■"/>
            </a:pPr>
            <a:r>
              <a:rPr lang="en-US"/>
              <a:t>Mô hình sở hữu</a:t>
            </a:r>
            <a:endParaRPr/>
          </a:p>
          <a:p>
            <a:pPr indent="-285750" lvl="1" marL="742950" rtl="0" algn="just">
              <a:lnSpc>
                <a:spcPct val="120000"/>
              </a:lnSpc>
              <a:spcBef>
                <a:spcPts val="0"/>
              </a:spcBef>
              <a:spcAft>
                <a:spcPts val="0"/>
              </a:spcAft>
              <a:buSzPts val="1950"/>
              <a:buChar char="■"/>
            </a:pPr>
            <a:r>
              <a:rPr lang="en-US"/>
              <a:t>Sở hữu thành viên</a:t>
            </a:r>
            <a:endParaRPr/>
          </a:p>
          <a:p>
            <a:pPr indent="-285750" lvl="1" marL="742950" rtl="0" algn="just">
              <a:lnSpc>
                <a:spcPct val="120000"/>
              </a:lnSpc>
              <a:spcBef>
                <a:spcPts val="0"/>
              </a:spcBef>
              <a:spcAft>
                <a:spcPts val="0"/>
              </a:spcAft>
              <a:buSzPts val="1950"/>
              <a:buChar char="■"/>
            </a:pPr>
            <a:r>
              <a:rPr lang="en-US"/>
              <a:t>Sở hữu nhà nước</a:t>
            </a:r>
            <a:endParaRPr/>
          </a:p>
          <a:p>
            <a:pPr indent="-285750" lvl="1" marL="742950" rtl="0" algn="just">
              <a:lnSpc>
                <a:spcPct val="120000"/>
              </a:lnSpc>
              <a:spcBef>
                <a:spcPts val="0"/>
              </a:spcBef>
              <a:spcAft>
                <a:spcPts val="0"/>
              </a:spcAft>
              <a:buSzPts val="1950"/>
              <a:buChar char="■"/>
            </a:pPr>
            <a:r>
              <a:rPr lang="en-US"/>
              <a:t>Công ty cổ phần, cổ phần đại chúng</a:t>
            </a:r>
            <a:endParaRPr/>
          </a:p>
          <a:p>
            <a:pPr indent="-285750" lvl="1" marL="742950" rtl="0" algn="just">
              <a:lnSpc>
                <a:spcPct val="120000"/>
              </a:lnSpc>
              <a:spcBef>
                <a:spcPts val="0"/>
              </a:spcBef>
              <a:spcAft>
                <a:spcPts val="0"/>
              </a:spcAft>
              <a:buSzPts val="1950"/>
              <a:buChar char="■"/>
            </a:pPr>
            <a:r>
              <a:rPr lang="en-US"/>
              <a:t>SROs</a:t>
            </a:r>
            <a:endParaRPr/>
          </a:p>
        </p:txBody>
      </p:sp>
      <p:sp>
        <p:nvSpPr>
          <p:cNvPr id="135" name="Google Shape;135;p5"/>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Mô hình tổ chức SGDCK</a:t>
            </a:r>
            <a:endParaRPr/>
          </a:p>
        </p:txBody>
      </p:sp>
      <p:sp>
        <p:nvSpPr>
          <p:cNvPr id="141" name="Google Shape;141;p6"/>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182880" lvl="0" marL="342900" rtl="0" algn="just">
              <a:lnSpc>
                <a:spcPct val="120000"/>
              </a:lnSpc>
              <a:spcBef>
                <a:spcPts val="0"/>
              </a:spcBef>
              <a:spcAft>
                <a:spcPts val="0"/>
              </a:spcAft>
              <a:buSzPts val="2520"/>
              <a:buNone/>
            </a:pPr>
            <a:r>
              <a:t/>
            </a:r>
            <a:endParaRPr/>
          </a:p>
        </p:txBody>
      </p:sp>
      <p:sp>
        <p:nvSpPr>
          <p:cNvPr id="142" name="Google Shape;142;p6"/>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7"/>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Thành viên giao dịch</a:t>
            </a:r>
            <a:endParaRPr/>
          </a:p>
        </p:txBody>
      </p:sp>
      <p:sp>
        <p:nvSpPr>
          <p:cNvPr id="148" name="Google Shape;148;p7"/>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1" marL="342900" rtl="0" algn="just">
              <a:lnSpc>
                <a:spcPct val="120000"/>
              </a:lnSpc>
              <a:spcBef>
                <a:spcPts val="0"/>
              </a:spcBef>
              <a:spcAft>
                <a:spcPts val="0"/>
              </a:spcAft>
              <a:buClr>
                <a:schemeClr val="folHlink"/>
              </a:buClr>
              <a:buSzPts val="2340"/>
              <a:buChar char="■"/>
            </a:pPr>
            <a:r>
              <a:rPr lang="en-US"/>
              <a:t>SGDCK cấp phép thành viên</a:t>
            </a:r>
            <a:endParaRPr/>
          </a:p>
          <a:p>
            <a:pPr indent="-285750" lvl="1" marL="742950" rtl="0" algn="just">
              <a:lnSpc>
                <a:spcPct val="120000"/>
              </a:lnSpc>
              <a:spcBef>
                <a:spcPts val="0"/>
              </a:spcBef>
              <a:spcAft>
                <a:spcPts val="0"/>
              </a:spcAft>
              <a:buSzPts val="1950"/>
              <a:buChar char="■"/>
            </a:pPr>
            <a:r>
              <a:rPr lang="en-US"/>
              <a:t>Công ty chứng khoán</a:t>
            </a:r>
            <a:endParaRPr/>
          </a:p>
          <a:p>
            <a:pPr indent="-285750" lvl="1" marL="742950" rtl="0" algn="just">
              <a:lnSpc>
                <a:spcPct val="120000"/>
              </a:lnSpc>
              <a:spcBef>
                <a:spcPts val="0"/>
              </a:spcBef>
              <a:spcAft>
                <a:spcPts val="0"/>
              </a:spcAft>
              <a:buSzPts val="1950"/>
              <a:buChar char="■"/>
            </a:pPr>
            <a:r>
              <a:rPr lang="en-US"/>
              <a:t>Ngân hàng thương mại</a:t>
            </a:r>
            <a:endParaRPr/>
          </a:p>
          <a:p>
            <a:pPr indent="-342900" lvl="1" marL="342900" rtl="0" algn="just">
              <a:lnSpc>
                <a:spcPct val="120000"/>
              </a:lnSpc>
              <a:spcBef>
                <a:spcPts val="0"/>
              </a:spcBef>
              <a:spcAft>
                <a:spcPts val="0"/>
              </a:spcAft>
              <a:buClr>
                <a:schemeClr val="folHlink"/>
              </a:buClr>
              <a:buSzPts val="2340"/>
              <a:buChar char="■"/>
            </a:pPr>
            <a:r>
              <a:rPr lang="en-US"/>
              <a:t>Phân loại thành viên</a:t>
            </a:r>
            <a:endParaRPr/>
          </a:p>
          <a:p>
            <a:pPr indent="-285750" lvl="1" marL="742950" rtl="0" algn="just">
              <a:lnSpc>
                <a:spcPct val="120000"/>
              </a:lnSpc>
              <a:spcBef>
                <a:spcPts val="0"/>
              </a:spcBef>
              <a:spcAft>
                <a:spcPts val="0"/>
              </a:spcAft>
              <a:buSzPts val="1950"/>
              <a:buChar char="■"/>
            </a:pPr>
            <a:r>
              <a:rPr lang="en-US"/>
              <a:t>Dựa trên chức năng/giấy phép</a:t>
            </a:r>
            <a:endParaRPr/>
          </a:p>
          <a:p>
            <a:pPr indent="-285750" lvl="1" marL="742950" rtl="0" algn="just">
              <a:lnSpc>
                <a:spcPct val="120000"/>
              </a:lnSpc>
              <a:spcBef>
                <a:spcPts val="0"/>
              </a:spcBef>
              <a:spcAft>
                <a:spcPts val="0"/>
              </a:spcAft>
              <a:buSzPts val="1950"/>
              <a:buChar char="■"/>
            </a:pPr>
            <a:r>
              <a:rPr lang="en-US"/>
              <a:t>Nhà tạo lập thị trường</a:t>
            </a:r>
            <a:endParaRPr/>
          </a:p>
          <a:p>
            <a:pPr indent="-342900" lvl="1" marL="342900" rtl="0" algn="just">
              <a:lnSpc>
                <a:spcPct val="120000"/>
              </a:lnSpc>
              <a:spcBef>
                <a:spcPts val="0"/>
              </a:spcBef>
              <a:spcAft>
                <a:spcPts val="0"/>
              </a:spcAft>
              <a:buClr>
                <a:schemeClr val="folHlink"/>
              </a:buClr>
              <a:buSzPts val="2340"/>
              <a:buChar char="■"/>
            </a:pPr>
            <a:r>
              <a:rPr lang="en-US"/>
              <a:t>Tiêu chuẩn thành viên</a:t>
            </a:r>
            <a:endParaRPr/>
          </a:p>
          <a:p>
            <a:pPr indent="-342900" lvl="2" marL="742950" rtl="0" algn="just">
              <a:lnSpc>
                <a:spcPct val="120000"/>
              </a:lnSpc>
              <a:spcBef>
                <a:spcPts val="0"/>
              </a:spcBef>
              <a:spcAft>
                <a:spcPts val="0"/>
              </a:spcAft>
              <a:buSzPts val="2160"/>
              <a:buChar char="■"/>
            </a:pPr>
            <a:r>
              <a:rPr lang="en-US"/>
              <a:t>Tài chính</a:t>
            </a:r>
            <a:endParaRPr/>
          </a:p>
          <a:p>
            <a:pPr indent="-342900" lvl="2" marL="742950" rtl="0" algn="just">
              <a:lnSpc>
                <a:spcPct val="120000"/>
              </a:lnSpc>
              <a:spcBef>
                <a:spcPts val="0"/>
              </a:spcBef>
              <a:spcAft>
                <a:spcPts val="0"/>
              </a:spcAft>
              <a:buSzPts val="2160"/>
              <a:buChar char="■"/>
            </a:pPr>
            <a:r>
              <a:rPr lang="en-US"/>
              <a:t>Cơ sở vật chất</a:t>
            </a:r>
            <a:endParaRPr/>
          </a:p>
          <a:p>
            <a:pPr indent="-342900" lvl="2" marL="742950" rtl="0" algn="just">
              <a:lnSpc>
                <a:spcPct val="120000"/>
              </a:lnSpc>
              <a:spcBef>
                <a:spcPts val="0"/>
              </a:spcBef>
              <a:spcAft>
                <a:spcPts val="0"/>
              </a:spcAft>
              <a:buSzPts val="2160"/>
              <a:buChar char="■"/>
            </a:pPr>
            <a:r>
              <a:rPr lang="en-US"/>
              <a:t>Nhân sự</a:t>
            </a:r>
            <a:endParaRPr/>
          </a:p>
          <a:p>
            <a:pPr indent="-161925" lvl="1" marL="742950" rtl="0" algn="just">
              <a:lnSpc>
                <a:spcPct val="120000"/>
              </a:lnSpc>
              <a:spcBef>
                <a:spcPts val="0"/>
              </a:spcBef>
              <a:spcAft>
                <a:spcPts val="0"/>
              </a:spcAft>
              <a:buSzPts val="1950"/>
              <a:buNone/>
            </a:pPr>
            <a:r>
              <a:t/>
            </a:r>
            <a:endParaRPr/>
          </a:p>
          <a:p>
            <a:pPr indent="-161925" lvl="1" marL="742950" rtl="0" algn="just">
              <a:lnSpc>
                <a:spcPct val="120000"/>
              </a:lnSpc>
              <a:spcBef>
                <a:spcPts val="0"/>
              </a:spcBef>
              <a:spcAft>
                <a:spcPts val="0"/>
              </a:spcAft>
              <a:buSzPts val="1950"/>
              <a:buNone/>
            </a:pPr>
            <a:r>
              <a:t/>
            </a:r>
            <a:endParaRPr/>
          </a:p>
        </p:txBody>
      </p:sp>
      <p:sp>
        <p:nvSpPr>
          <p:cNvPr id="149" name="Google Shape;149;p7"/>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8"/>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Niêm yết chứng khoán</a:t>
            </a:r>
            <a:endParaRPr/>
          </a:p>
        </p:txBody>
      </p:sp>
      <p:sp>
        <p:nvSpPr>
          <p:cNvPr id="155" name="Google Shape;155;p8"/>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1" marL="342900" rtl="0" algn="just">
              <a:lnSpc>
                <a:spcPct val="120000"/>
              </a:lnSpc>
              <a:spcBef>
                <a:spcPts val="0"/>
              </a:spcBef>
              <a:spcAft>
                <a:spcPts val="0"/>
              </a:spcAft>
              <a:buClr>
                <a:schemeClr val="folHlink"/>
              </a:buClr>
              <a:buSzPts val="2160"/>
              <a:buChar char="■"/>
            </a:pPr>
            <a:r>
              <a:rPr lang="en-US" sz="2400"/>
              <a:t>Khái niệm</a:t>
            </a:r>
            <a:endParaRPr sz="2400"/>
          </a:p>
          <a:p>
            <a:pPr indent="-342900" lvl="2" marL="742950" rtl="0" algn="just">
              <a:lnSpc>
                <a:spcPct val="120000"/>
              </a:lnSpc>
              <a:spcBef>
                <a:spcPts val="0"/>
              </a:spcBef>
              <a:spcAft>
                <a:spcPts val="0"/>
              </a:spcAft>
              <a:buSzPts val="2160"/>
              <a:buChar char="■"/>
            </a:pPr>
            <a:r>
              <a:rPr lang="en-US"/>
              <a:t>Đưa chứng khoán đủ điều kiện vào giao dịch trên hệ thống giao dịch tại Sở GDCK (Luật CK 2019)</a:t>
            </a:r>
            <a:endParaRPr/>
          </a:p>
          <a:p>
            <a:pPr indent="-342900" lvl="1" marL="342900" rtl="0" algn="just">
              <a:lnSpc>
                <a:spcPct val="120000"/>
              </a:lnSpc>
              <a:spcBef>
                <a:spcPts val="0"/>
              </a:spcBef>
              <a:spcAft>
                <a:spcPts val="0"/>
              </a:spcAft>
              <a:buClr>
                <a:schemeClr val="folHlink"/>
              </a:buClr>
              <a:buSzPts val="2160"/>
              <a:buChar char="■"/>
            </a:pPr>
            <a:r>
              <a:rPr lang="en-US" sz="2400"/>
              <a:t>Điều kiện NY</a:t>
            </a:r>
            <a:endParaRPr/>
          </a:p>
          <a:p>
            <a:pPr indent="-342900" lvl="2" marL="742950" rtl="0" algn="just">
              <a:lnSpc>
                <a:spcPct val="120000"/>
              </a:lnSpc>
              <a:spcBef>
                <a:spcPts val="0"/>
              </a:spcBef>
              <a:spcAft>
                <a:spcPts val="0"/>
              </a:spcAft>
              <a:buSzPts val="2160"/>
              <a:buChar char="■"/>
            </a:pPr>
            <a:r>
              <a:rPr lang="en-US"/>
              <a:t>CK đã chào bán ra công chúng, cổ phiếu CTĐC, cc quỹ đóng, quỹ hoán đổi, chứng quyền, HĐTL, HĐQC do UBCKNN chấp thuận</a:t>
            </a:r>
            <a:endParaRPr/>
          </a:p>
          <a:p>
            <a:pPr indent="-342900" lvl="2" marL="742950" rtl="0" algn="just">
              <a:lnSpc>
                <a:spcPct val="120000"/>
              </a:lnSpc>
              <a:spcBef>
                <a:spcPts val="0"/>
              </a:spcBef>
              <a:spcAft>
                <a:spcPts val="0"/>
              </a:spcAft>
              <a:buSzPts val="2160"/>
              <a:buChar char="■"/>
            </a:pPr>
            <a:r>
              <a:rPr lang="en-US"/>
              <a:t>Công cụ nợ của CP, trái phiếu CP bảo lãnh, trái phiếu chính quyền địa phương</a:t>
            </a:r>
            <a:endParaRPr/>
          </a:p>
          <a:p>
            <a:pPr indent="-342900" lvl="1" marL="342900" rtl="0" algn="just">
              <a:lnSpc>
                <a:spcPct val="120000"/>
              </a:lnSpc>
              <a:spcBef>
                <a:spcPts val="0"/>
              </a:spcBef>
              <a:spcAft>
                <a:spcPts val="0"/>
              </a:spcAft>
              <a:buClr>
                <a:schemeClr val="folHlink"/>
              </a:buClr>
              <a:buSzPts val="2160"/>
              <a:buChar char="■"/>
            </a:pPr>
            <a:r>
              <a:rPr lang="en-US" sz="2400"/>
              <a:t>Mục tiêu NY</a:t>
            </a:r>
            <a:endParaRPr/>
          </a:p>
          <a:p>
            <a:pPr indent="-285750" lvl="1" marL="742950" rtl="0" algn="just">
              <a:lnSpc>
                <a:spcPct val="120000"/>
              </a:lnSpc>
              <a:spcBef>
                <a:spcPts val="0"/>
              </a:spcBef>
              <a:spcAft>
                <a:spcPts val="0"/>
              </a:spcAft>
              <a:buSzPts val="1800"/>
              <a:buChar char="■"/>
            </a:pPr>
            <a:r>
              <a:rPr lang="en-US" sz="2400"/>
              <a:t>Lợi ích: nâng cao thanh khoản, cơ chế định giá, minh bạch, ưu đãi thuế</a:t>
            </a:r>
            <a:endParaRPr sz="2400"/>
          </a:p>
          <a:p>
            <a:pPr indent="-285750" lvl="1" marL="742950" rtl="0" algn="just">
              <a:lnSpc>
                <a:spcPct val="120000"/>
              </a:lnSpc>
              <a:spcBef>
                <a:spcPts val="0"/>
              </a:spcBef>
              <a:spcAft>
                <a:spcPts val="0"/>
              </a:spcAft>
              <a:buSzPts val="1800"/>
              <a:buChar char="■"/>
            </a:pPr>
            <a:r>
              <a:rPr lang="en-US" sz="2400"/>
              <a:t>Bất lợi: áp lực bị thâu tóm, nghĩa vụ CBTT</a:t>
            </a:r>
            <a:endParaRPr sz="2400"/>
          </a:p>
          <a:p>
            <a:pPr indent="-161925" lvl="1" marL="742950" rtl="0" algn="just">
              <a:lnSpc>
                <a:spcPct val="120000"/>
              </a:lnSpc>
              <a:spcBef>
                <a:spcPts val="0"/>
              </a:spcBef>
              <a:spcAft>
                <a:spcPts val="0"/>
              </a:spcAft>
              <a:buSzPts val="1950"/>
              <a:buNone/>
            </a:pPr>
            <a:r>
              <a:t/>
            </a:r>
            <a:endParaRPr/>
          </a:p>
        </p:txBody>
      </p:sp>
      <p:sp>
        <p:nvSpPr>
          <p:cNvPr id="156" name="Google Shape;156;p8"/>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9"/>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Các hình thức NY</a:t>
            </a:r>
            <a:endParaRPr/>
          </a:p>
        </p:txBody>
      </p:sp>
      <p:sp>
        <p:nvSpPr>
          <p:cNvPr id="162" name="Google Shape;162;p9"/>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520"/>
              <a:buChar char="■"/>
            </a:pPr>
            <a:r>
              <a:rPr lang="en-US"/>
              <a:t>NY lần đầu</a:t>
            </a:r>
            <a:endParaRPr/>
          </a:p>
          <a:p>
            <a:pPr indent="-342900" lvl="0" marL="342900" rtl="0" algn="just">
              <a:lnSpc>
                <a:spcPct val="120000"/>
              </a:lnSpc>
              <a:spcBef>
                <a:spcPts val="0"/>
              </a:spcBef>
              <a:spcAft>
                <a:spcPts val="0"/>
              </a:spcAft>
              <a:buSzPts val="2520"/>
              <a:buChar char="■"/>
            </a:pPr>
            <a:r>
              <a:rPr lang="en-US"/>
              <a:t>NY bổ sung</a:t>
            </a:r>
            <a:endParaRPr/>
          </a:p>
          <a:p>
            <a:pPr indent="-342900" lvl="0" marL="342900" rtl="0" algn="just">
              <a:lnSpc>
                <a:spcPct val="120000"/>
              </a:lnSpc>
              <a:spcBef>
                <a:spcPts val="0"/>
              </a:spcBef>
              <a:spcAft>
                <a:spcPts val="0"/>
              </a:spcAft>
              <a:buSzPts val="2520"/>
              <a:buChar char="■"/>
            </a:pPr>
            <a:r>
              <a:rPr lang="en-US"/>
              <a:t>NY lại</a:t>
            </a:r>
            <a:endParaRPr/>
          </a:p>
          <a:p>
            <a:pPr indent="-342900" lvl="0" marL="342900" rtl="0" algn="just">
              <a:lnSpc>
                <a:spcPct val="120000"/>
              </a:lnSpc>
              <a:spcBef>
                <a:spcPts val="0"/>
              </a:spcBef>
              <a:spcAft>
                <a:spcPts val="0"/>
              </a:spcAft>
              <a:buSzPts val="2520"/>
              <a:buChar char="■"/>
            </a:pPr>
            <a:r>
              <a:rPr lang="en-US"/>
              <a:t>NY cửa sau</a:t>
            </a:r>
            <a:endParaRPr/>
          </a:p>
          <a:p>
            <a:pPr indent="-342900" lvl="0" marL="342900" rtl="0" algn="just">
              <a:lnSpc>
                <a:spcPct val="120000"/>
              </a:lnSpc>
              <a:spcBef>
                <a:spcPts val="0"/>
              </a:spcBef>
              <a:spcAft>
                <a:spcPts val="0"/>
              </a:spcAft>
              <a:buSzPts val="2520"/>
              <a:buChar char="■"/>
            </a:pPr>
            <a:r>
              <a:rPr lang="en-US"/>
              <a:t>NY đồng thời</a:t>
            </a:r>
            <a:endParaRPr/>
          </a:p>
          <a:p>
            <a:pPr indent="-342900" lvl="0" marL="342900" rtl="0" algn="just">
              <a:lnSpc>
                <a:spcPct val="120000"/>
              </a:lnSpc>
              <a:spcBef>
                <a:spcPts val="0"/>
              </a:spcBef>
              <a:spcAft>
                <a:spcPts val="0"/>
              </a:spcAft>
              <a:buSzPts val="2520"/>
              <a:buChar char="■"/>
            </a:pPr>
            <a:r>
              <a:rPr lang="en-US"/>
              <a:t>NY chéo</a:t>
            </a:r>
            <a:endParaRPr/>
          </a:p>
        </p:txBody>
      </p:sp>
      <p:sp>
        <p:nvSpPr>
          <p:cNvPr id="163" name="Google Shape;163;p9"/>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Giao dịch trên hệ thống giao dịch SGDCK</a:t>
            </a:r>
            <a:endParaRPr/>
          </a:p>
        </p:txBody>
      </p:sp>
      <p:sp>
        <p:nvSpPr>
          <p:cNvPr id="169" name="Google Shape;169;p10"/>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520"/>
              <a:buChar char="■"/>
            </a:pPr>
            <a:r>
              <a:rPr lang="en-US"/>
              <a:t>Thời gian giao dịch</a:t>
            </a:r>
            <a:endParaRPr/>
          </a:p>
          <a:p>
            <a:pPr indent="-342900" lvl="0" marL="342900" rtl="0" algn="just">
              <a:lnSpc>
                <a:spcPct val="120000"/>
              </a:lnSpc>
              <a:spcBef>
                <a:spcPts val="0"/>
              </a:spcBef>
              <a:spcAft>
                <a:spcPts val="0"/>
              </a:spcAft>
              <a:buSzPts val="2520"/>
              <a:buChar char="■"/>
            </a:pPr>
            <a:r>
              <a:rPr lang="en-US"/>
              <a:t>Lệnh giao dịch</a:t>
            </a:r>
            <a:endParaRPr/>
          </a:p>
          <a:p>
            <a:pPr indent="-342900" lvl="0" marL="342900" rtl="0" algn="just">
              <a:lnSpc>
                <a:spcPct val="120000"/>
              </a:lnSpc>
              <a:spcBef>
                <a:spcPts val="0"/>
              </a:spcBef>
              <a:spcAft>
                <a:spcPts val="0"/>
              </a:spcAft>
              <a:buSzPts val="2520"/>
              <a:buChar char="■"/>
            </a:pPr>
            <a:r>
              <a:rPr lang="en-US"/>
              <a:t>Phương thức giao dịch</a:t>
            </a:r>
            <a:endParaRPr/>
          </a:p>
          <a:p>
            <a:pPr indent="-285750" lvl="1" marL="742950" rtl="0" algn="just">
              <a:lnSpc>
                <a:spcPct val="120000"/>
              </a:lnSpc>
              <a:spcBef>
                <a:spcPts val="0"/>
              </a:spcBef>
              <a:spcAft>
                <a:spcPts val="0"/>
              </a:spcAft>
              <a:buSzPts val="1950"/>
              <a:buChar char="■"/>
            </a:pPr>
            <a:r>
              <a:rPr lang="en-US"/>
              <a:t>Thị trường đấu giá</a:t>
            </a:r>
            <a:endParaRPr/>
          </a:p>
          <a:p>
            <a:pPr indent="-285750" lvl="1" marL="742950" rtl="0" algn="just">
              <a:lnSpc>
                <a:spcPct val="120000"/>
              </a:lnSpc>
              <a:spcBef>
                <a:spcPts val="0"/>
              </a:spcBef>
              <a:spcAft>
                <a:spcPts val="0"/>
              </a:spcAft>
              <a:buSzPts val="1950"/>
              <a:buChar char="■"/>
            </a:pPr>
            <a:r>
              <a:rPr lang="en-US"/>
              <a:t>Thị trường khớp lệnh</a:t>
            </a:r>
            <a:endParaRPr/>
          </a:p>
        </p:txBody>
      </p:sp>
      <p:sp>
        <p:nvSpPr>
          <p:cNvPr id="170" name="Google Shape;170;p10"/>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1"/>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TTCK phi tập trung</a:t>
            </a:r>
            <a:endParaRPr/>
          </a:p>
        </p:txBody>
      </p:sp>
      <p:sp>
        <p:nvSpPr>
          <p:cNvPr id="176" name="Google Shape;176;p11"/>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520"/>
              <a:buChar char="■"/>
            </a:pPr>
            <a:r>
              <a:rPr lang="en-US"/>
              <a:t>Khái niệm, chức năng</a:t>
            </a:r>
            <a:endParaRPr/>
          </a:p>
          <a:p>
            <a:pPr indent="-342900" lvl="0" marL="342900" rtl="0" algn="just">
              <a:lnSpc>
                <a:spcPct val="120000"/>
              </a:lnSpc>
              <a:spcBef>
                <a:spcPts val="0"/>
              </a:spcBef>
              <a:spcAft>
                <a:spcPts val="0"/>
              </a:spcAft>
              <a:buSzPts val="2520"/>
              <a:buFont typeface="Times New Roman"/>
              <a:buChar char="-"/>
            </a:pPr>
            <a:r>
              <a:rPr lang="en-US"/>
              <a:t>Thị trường OTC là nơi chứng khoán được giao dịch thông qua một hệ thống công ty môi giới – khác với thị trường giao dịch tập trung. Trên thị trường OTC, chứng khoán được giao dịch bao gồm cổ phiếu, công cụ nợ và sản phẩm phái sinh.</a:t>
            </a:r>
            <a:endParaRPr/>
          </a:p>
          <a:p>
            <a:pPr indent="-182880" lvl="0" marL="342900" rtl="0" algn="just">
              <a:lnSpc>
                <a:spcPct val="120000"/>
              </a:lnSpc>
              <a:spcBef>
                <a:spcPts val="0"/>
              </a:spcBef>
              <a:spcAft>
                <a:spcPts val="0"/>
              </a:spcAft>
              <a:buSzPts val="2520"/>
              <a:buNone/>
            </a:pPr>
            <a:r>
              <a:t/>
            </a:r>
            <a:endParaRPr/>
          </a:p>
        </p:txBody>
      </p:sp>
      <p:sp>
        <p:nvSpPr>
          <p:cNvPr id="177" name="Google Shape;177;p11"/>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2"/>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2"/>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520"/>
              <a:buChar char="■"/>
            </a:pPr>
            <a:r>
              <a:rPr lang="en-US"/>
              <a:t>Thị trường giao dịch phi tập trung (OTC) hiểu theo nghĩa hẹp là thị trường tại đó các chứng khoán không được niêm yết trên SGD được tổ chức giao dịch ngoài sàn. </a:t>
            </a:r>
            <a:endParaRPr/>
          </a:p>
          <a:p>
            <a:pPr indent="-342900" lvl="0" marL="342900" rtl="0" algn="just">
              <a:lnSpc>
                <a:spcPct val="120000"/>
              </a:lnSpc>
              <a:spcBef>
                <a:spcPts val="0"/>
              </a:spcBef>
              <a:spcAft>
                <a:spcPts val="0"/>
              </a:spcAft>
              <a:buSzPts val="2520"/>
              <a:buChar char="■"/>
            </a:pPr>
            <a:r>
              <a:rPr lang="en-US"/>
              <a:t>Trong một số trường hợp, chứng khoán không đáp ứng tiêu chuẩn niêm yết trên SGDCK tập trung thì được giao dịch tại các thị trường OTC.</a:t>
            </a:r>
            <a:endParaRPr/>
          </a:p>
          <a:p>
            <a:pPr indent="-182880" lvl="0" marL="342900" rtl="0" algn="just">
              <a:lnSpc>
                <a:spcPct val="120000"/>
              </a:lnSpc>
              <a:spcBef>
                <a:spcPts val="0"/>
              </a:spcBef>
              <a:spcAft>
                <a:spcPts val="0"/>
              </a:spcAft>
              <a:buSzPts val="2520"/>
              <a:buNone/>
            </a:pPr>
            <a:r>
              <a:t/>
            </a:r>
            <a:endParaRPr/>
          </a:p>
        </p:txBody>
      </p:sp>
      <p:sp>
        <p:nvSpPr>
          <p:cNvPr id="184" name="Google Shape;184;p12"/>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3"/>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3"/>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520"/>
              <a:buChar char="■"/>
            </a:pPr>
            <a:r>
              <a:rPr lang="en-US"/>
              <a:t>Dưới góc độ tổ chức và quản lý:</a:t>
            </a:r>
            <a:endParaRPr/>
          </a:p>
          <a:p>
            <a:pPr indent="-285750" lvl="1" marL="742950" rtl="0" algn="just">
              <a:lnSpc>
                <a:spcPct val="120000"/>
              </a:lnSpc>
              <a:spcBef>
                <a:spcPts val="0"/>
              </a:spcBef>
              <a:spcAft>
                <a:spcPts val="0"/>
              </a:spcAft>
              <a:buSzPts val="1950"/>
              <a:buChar char="■"/>
            </a:pPr>
            <a:r>
              <a:rPr lang="en-US"/>
              <a:t>OTC do công chúng quản lý: NASDAQ, JASDAQ, Third Market (Korea)…</a:t>
            </a:r>
            <a:endParaRPr/>
          </a:p>
          <a:p>
            <a:pPr indent="-285750" lvl="1" marL="742950" rtl="0" algn="just">
              <a:lnSpc>
                <a:spcPct val="120000"/>
              </a:lnSpc>
              <a:spcBef>
                <a:spcPts val="0"/>
              </a:spcBef>
              <a:spcAft>
                <a:spcPts val="0"/>
              </a:spcAft>
              <a:buSzPts val="1950"/>
              <a:buChar char="■"/>
            </a:pPr>
            <a:r>
              <a:rPr lang="en-US"/>
              <a:t>Do tư nhân quản lý: Pinksheets, OFEX (UK)</a:t>
            </a:r>
            <a:endParaRPr/>
          </a:p>
          <a:p>
            <a:pPr indent="-285750" lvl="1" marL="742950" rtl="0" algn="just">
              <a:lnSpc>
                <a:spcPct val="120000"/>
              </a:lnSpc>
              <a:spcBef>
                <a:spcPts val="0"/>
              </a:spcBef>
              <a:spcAft>
                <a:spcPts val="0"/>
              </a:spcAft>
              <a:buSzPts val="1950"/>
              <a:buChar char="■"/>
            </a:pPr>
            <a:r>
              <a:rPr lang="en-US"/>
              <a:t>Không có quản lý: tự do ngoài sàn </a:t>
            </a:r>
            <a:endParaRPr/>
          </a:p>
          <a:p>
            <a:pPr indent="-182880" lvl="0" marL="342900" rtl="0" algn="just">
              <a:lnSpc>
                <a:spcPct val="120000"/>
              </a:lnSpc>
              <a:spcBef>
                <a:spcPts val="0"/>
              </a:spcBef>
              <a:spcAft>
                <a:spcPts val="0"/>
              </a:spcAft>
              <a:buSzPts val="2520"/>
              <a:buNone/>
            </a:pPr>
            <a:r>
              <a:t/>
            </a:r>
            <a:endParaRPr/>
          </a:p>
        </p:txBody>
      </p:sp>
      <p:sp>
        <p:nvSpPr>
          <p:cNvPr id="191" name="Google Shape;191;p13"/>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4"/>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Đặc điểm của thị trường</a:t>
            </a:r>
            <a:endParaRPr/>
          </a:p>
        </p:txBody>
      </p:sp>
      <p:sp>
        <p:nvSpPr>
          <p:cNvPr id="197" name="Google Shape;197;p14"/>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520"/>
              <a:buChar char="■"/>
            </a:pPr>
            <a:r>
              <a:rPr lang="en-US"/>
              <a:t>Hình thức tổ chức thị trường: không tập trung</a:t>
            </a:r>
            <a:endParaRPr/>
          </a:p>
          <a:p>
            <a:pPr indent="-342900" lvl="0" marL="342900" rtl="0" algn="just">
              <a:lnSpc>
                <a:spcPct val="120000"/>
              </a:lnSpc>
              <a:spcBef>
                <a:spcPts val="0"/>
              </a:spcBef>
              <a:spcAft>
                <a:spcPts val="0"/>
              </a:spcAft>
              <a:buSzPts val="2520"/>
              <a:buChar char="■"/>
            </a:pPr>
            <a:r>
              <a:rPr lang="en-US"/>
              <a:t>Hình thức giao dịch: qua mạng máy tính</a:t>
            </a:r>
            <a:endParaRPr/>
          </a:p>
          <a:p>
            <a:pPr indent="-342900" lvl="0" marL="342900" rtl="0" algn="just">
              <a:lnSpc>
                <a:spcPct val="120000"/>
              </a:lnSpc>
              <a:spcBef>
                <a:spcPts val="0"/>
              </a:spcBef>
              <a:spcAft>
                <a:spcPts val="0"/>
              </a:spcAft>
              <a:buSzPts val="2520"/>
              <a:buChar char="■"/>
            </a:pPr>
            <a:r>
              <a:rPr lang="en-US"/>
              <a:t>Phương thức giao dịch: thoả thuận</a:t>
            </a:r>
            <a:endParaRPr/>
          </a:p>
          <a:p>
            <a:pPr indent="-342900" lvl="0" marL="342900" rtl="0" algn="just">
              <a:lnSpc>
                <a:spcPct val="120000"/>
              </a:lnSpc>
              <a:spcBef>
                <a:spcPts val="0"/>
              </a:spcBef>
              <a:spcAft>
                <a:spcPts val="0"/>
              </a:spcAft>
              <a:buSzPts val="2520"/>
              <a:buChar char="■"/>
            </a:pPr>
            <a:r>
              <a:rPr lang="en-US"/>
              <a:t>Hàng hoá: Đa dạng, rủi ro cao hơn</a:t>
            </a:r>
            <a:endParaRPr/>
          </a:p>
          <a:p>
            <a:pPr indent="-342900" lvl="0" marL="342900" rtl="0" algn="just">
              <a:lnSpc>
                <a:spcPct val="120000"/>
              </a:lnSpc>
              <a:spcBef>
                <a:spcPts val="0"/>
              </a:spcBef>
              <a:spcAft>
                <a:spcPts val="0"/>
              </a:spcAft>
              <a:buSzPts val="2520"/>
              <a:buChar char="■"/>
            </a:pPr>
            <a:r>
              <a:rPr lang="en-US"/>
              <a:t>Dẫn dắt thị trường: Market makers</a:t>
            </a:r>
            <a:endParaRPr/>
          </a:p>
          <a:p>
            <a:pPr indent="-342900" lvl="0" marL="342900" rtl="0" algn="just">
              <a:lnSpc>
                <a:spcPct val="120000"/>
              </a:lnSpc>
              <a:spcBef>
                <a:spcPts val="0"/>
              </a:spcBef>
              <a:spcAft>
                <a:spcPts val="0"/>
              </a:spcAft>
              <a:buSzPts val="2520"/>
              <a:buChar char="■"/>
            </a:pPr>
            <a:r>
              <a:rPr lang="en-US"/>
              <a:t>Quản lý: Có yếu tố nhà nước + tự quản</a:t>
            </a:r>
            <a:endParaRPr/>
          </a:p>
          <a:p>
            <a:pPr indent="-342900" lvl="0" marL="342900" rtl="0" algn="just">
              <a:lnSpc>
                <a:spcPct val="120000"/>
              </a:lnSpc>
              <a:spcBef>
                <a:spcPts val="0"/>
              </a:spcBef>
              <a:spcAft>
                <a:spcPts val="0"/>
              </a:spcAft>
              <a:buSzPts val="2520"/>
              <a:buChar char="■"/>
            </a:pPr>
            <a:r>
              <a:rPr lang="en-US"/>
              <a:t>Cơ chế thanh toán: Đa dạng</a:t>
            </a:r>
            <a:endParaRPr/>
          </a:p>
          <a:p>
            <a:pPr indent="-182880" lvl="0" marL="342900" rtl="0" algn="just">
              <a:lnSpc>
                <a:spcPct val="120000"/>
              </a:lnSpc>
              <a:spcBef>
                <a:spcPts val="0"/>
              </a:spcBef>
              <a:spcAft>
                <a:spcPts val="0"/>
              </a:spcAft>
              <a:buSzPts val="2520"/>
              <a:buNone/>
            </a:pPr>
            <a:r>
              <a:t/>
            </a:r>
            <a:endParaRPr/>
          </a:p>
        </p:txBody>
      </p:sp>
      <p:sp>
        <p:nvSpPr>
          <p:cNvPr id="198" name="Google Shape;198;p14"/>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5"/>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Mục tiêu hiện nay</a:t>
            </a:r>
            <a:endParaRPr/>
          </a:p>
        </p:txBody>
      </p:sp>
      <p:sp>
        <p:nvSpPr>
          <p:cNvPr id="204" name="Google Shape;204;p15"/>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457200" lvl="0" marL="457200" rtl="0" algn="just">
              <a:lnSpc>
                <a:spcPct val="120000"/>
              </a:lnSpc>
              <a:spcBef>
                <a:spcPts val="0"/>
              </a:spcBef>
              <a:spcAft>
                <a:spcPts val="0"/>
              </a:spcAft>
              <a:buSzPts val="2520"/>
              <a:buFont typeface="Times New Roman"/>
              <a:buChar char="-"/>
            </a:pPr>
            <a:r>
              <a:rPr lang="en-US"/>
              <a:t>Tạo khả năng tiếp cận tối đa với giao dịch</a:t>
            </a:r>
            <a:endParaRPr/>
          </a:p>
          <a:p>
            <a:pPr indent="-457200" lvl="0" marL="457200" rtl="0" algn="just">
              <a:lnSpc>
                <a:spcPct val="120000"/>
              </a:lnSpc>
              <a:spcBef>
                <a:spcPts val="0"/>
              </a:spcBef>
              <a:spcAft>
                <a:spcPts val="0"/>
              </a:spcAft>
              <a:buSzPts val="2520"/>
              <a:buFont typeface="Times New Roman"/>
              <a:buChar char="-"/>
            </a:pPr>
            <a:r>
              <a:rPr lang="en-US"/>
              <a:t>Thông tin thị trường tối đa</a:t>
            </a:r>
            <a:endParaRPr/>
          </a:p>
          <a:p>
            <a:pPr indent="-457200" lvl="0" marL="457200" rtl="0" algn="just">
              <a:lnSpc>
                <a:spcPct val="120000"/>
              </a:lnSpc>
              <a:spcBef>
                <a:spcPts val="0"/>
              </a:spcBef>
              <a:spcAft>
                <a:spcPts val="0"/>
              </a:spcAft>
              <a:buSzPts val="2520"/>
              <a:buFont typeface="Times New Roman"/>
              <a:buChar char="-"/>
            </a:pPr>
            <a:r>
              <a:rPr lang="en-US"/>
              <a:t>Tạo điều kiện giám sát thị trường </a:t>
            </a:r>
            <a:endParaRPr/>
          </a:p>
          <a:p>
            <a:pPr indent="-182880" lvl="0" marL="342900" rtl="0" algn="just">
              <a:lnSpc>
                <a:spcPct val="120000"/>
              </a:lnSpc>
              <a:spcBef>
                <a:spcPts val="0"/>
              </a:spcBef>
              <a:spcAft>
                <a:spcPts val="0"/>
              </a:spcAft>
              <a:buSzPts val="2520"/>
              <a:buNone/>
            </a:pPr>
            <a:r>
              <a:t/>
            </a:r>
            <a:endParaRPr/>
          </a:p>
        </p:txBody>
      </p:sp>
      <p:sp>
        <p:nvSpPr>
          <p:cNvPr id="205" name="Google Shape;205;p15"/>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6"/>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Xu hướng hiện nay</a:t>
            </a:r>
            <a:endParaRPr/>
          </a:p>
        </p:txBody>
      </p:sp>
      <p:sp>
        <p:nvSpPr>
          <p:cNvPr id="211" name="Google Shape;211;p16"/>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520"/>
              <a:buChar char="■"/>
            </a:pPr>
            <a:r>
              <a:rPr lang="en-US"/>
              <a:t>Tính tập trung cao thông qua sử dụng mạng điện tử diện rộng và có một đơn vị quản lý thống nhất</a:t>
            </a:r>
            <a:endParaRPr/>
          </a:p>
          <a:p>
            <a:pPr indent="-342900" lvl="0" marL="342900" rtl="0" algn="just">
              <a:lnSpc>
                <a:spcPct val="120000"/>
              </a:lnSpc>
              <a:spcBef>
                <a:spcPts val="0"/>
              </a:spcBef>
              <a:spcAft>
                <a:spcPts val="0"/>
              </a:spcAft>
              <a:buSzPts val="2520"/>
              <a:buChar char="■"/>
            </a:pPr>
            <a:r>
              <a:rPr lang="en-US"/>
              <a:t>Phương thức giao dịch đa dạng, có tính thoả thuận song phương cao</a:t>
            </a:r>
            <a:endParaRPr/>
          </a:p>
          <a:p>
            <a:pPr indent="-342900" lvl="0" marL="342900" rtl="0" algn="just">
              <a:lnSpc>
                <a:spcPct val="120000"/>
              </a:lnSpc>
              <a:spcBef>
                <a:spcPts val="0"/>
              </a:spcBef>
              <a:spcAft>
                <a:spcPts val="0"/>
              </a:spcAft>
              <a:buSzPts val="2520"/>
              <a:buChar char="■"/>
            </a:pPr>
            <a:r>
              <a:rPr lang="en-US"/>
              <a:t>Tiêu chuẩn hàng hoá linh hoạt hơn</a:t>
            </a:r>
            <a:endParaRPr/>
          </a:p>
          <a:p>
            <a:pPr indent="-342900" lvl="0" marL="342900" rtl="0" algn="just">
              <a:lnSpc>
                <a:spcPct val="120000"/>
              </a:lnSpc>
              <a:spcBef>
                <a:spcPts val="0"/>
              </a:spcBef>
              <a:spcAft>
                <a:spcPts val="0"/>
              </a:spcAft>
              <a:buSzPts val="2520"/>
              <a:buChar char="■"/>
            </a:pPr>
            <a:r>
              <a:rPr lang="en-US"/>
              <a:t>Vai trò của các nhà tạo lập thị trường</a:t>
            </a:r>
            <a:endParaRPr/>
          </a:p>
          <a:p>
            <a:pPr indent="-182880" lvl="0" marL="342900" rtl="0" algn="just">
              <a:lnSpc>
                <a:spcPct val="120000"/>
              </a:lnSpc>
              <a:spcBef>
                <a:spcPts val="0"/>
              </a:spcBef>
              <a:spcAft>
                <a:spcPts val="0"/>
              </a:spcAft>
              <a:buSzPts val="2520"/>
              <a:buNone/>
            </a:pPr>
            <a:r>
              <a:t/>
            </a:r>
            <a:endParaRPr/>
          </a:p>
        </p:txBody>
      </p:sp>
      <p:sp>
        <p:nvSpPr>
          <p:cNvPr id="212" name="Google Shape;212;p16"/>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7"/>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Một số thị trường OTCs</a:t>
            </a:r>
            <a:endParaRPr/>
          </a:p>
        </p:txBody>
      </p:sp>
      <p:sp>
        <p:nvSpPr>
          <p:cNvPr id="218" name="Google Shape;218;p17"/>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520"/>
              <a:buChar char="■"/>
            </a:pPr>
            <a:r>
              <a:rPr lang="en-US"/>
              <a:t>Thị trường Hoa Kỳ</a:t>
            </a:r>
            <a:endParaRPr/>
          </a:p>
          <a:p>
            <a:pPr indent="-342900" lvl="0" marL="342900" rtl="0" algn="just">
              <a:lnSpc>
                <a:spcPct val="120000"/>
              </a:lnSpc>
              <a:spcBef>
                <a:spcPts val="0"/>
              </a:spcBef>
              <a:spcAft>
                <a:spcPts val="0"/>
              </a:spcAft>
              <a:buSzPts val="2520"/>
              <a:buChar char="■"/>
            </a:pPr>
            <a:r>
              <a:rPr lang="en-US"/>
              <a:t>Thị trường Nhật bản</a:t>
            </a:r>
            <a:endParaRPr/>
          </a:p>
          <a:p>
            <a:pPr indent="-342900" lvl="0" marL="342900" rtl="0" algn="just">
              <a:lnSpc>
                <a:spcPct val="120000"/>
              </a:lnSpc>
              <a:spcBef>
                <a:spcPts val="0"/>
              </a:spcBef>
              <a:spcAft>
                <a:spcPts val="0"/>
              </a:spcAft>
              <a:buSzPts val="2520"/>
              <a:buChar char="■"/>
            </a:pPr>
            <a:r>
              <a:rPr lang="en-US"/>
              <a:t>Thị trường Anh quốc</a:t>
            </a:r>
            <a:endParaRPr/>
          </a:p>
          <a:p>
            <a:pPr indent="-342900" lvl="0" marL="342900" rtl="0" algn="just">
              <a:lnSpc>
                <a:spcPct val="120000"/>
              </a:lnSpc>
              <a:spcBef>
                <a:spcPts val="0"/>
              </a:spcBef>
              <a:spcAft>
                <a:spcPts val="0"/>
              </a:spcAft>
              <a:buSzPts val="2520"/>
              <a:buChar char="■"/>
            </a:pPr>
            <a:r>
              <a:rPr lang="en-US"/>
              <a:t>Thị trường Đài loan</a:t>
            </a:r>
            <a:endParaRPr/>
          </a:p>
          <a:p>
            <a:pPr indent="-342900" lvl="0" marL="342900" rtl="0" algn="just">
              <a:lnSpc>
                <a:spcPct val="120000"/>
              </a:lnSpc>
              <a:spcBef>
                <a:spcPts val="0"/>
              </a:spcBef>
              <a:spcAft>
                <a:spcPts val="0"/>
              </a:spcAft>
              <a:buSzPts val="2520"/>
              <a:buChar char="■"/>
            </a:pPr>
            <a:r>
              <a:rPr lang="en-US"/>
              <a:t>Thị trường Hàn quốc</a:t>
            </a:r>
            <a:endParaRPr/>
          </a:p>
          <a:p>
            <a:pPr indent="-182880" lvl="0" marL="342900" rtl="0" algn="just">
              <a:lnSpc>
                <a:spcPct val="120000"/>
              </a:lnSpc>
              <a:spcBef>
                <a:spcPts val="0"/>
              </a:spcBef>
              <a:spcAft>
                <a:spcPts val="0"/>
              </a:spcAft>
              <a:buSzPts val="2520"/>
              <a:buNone/>
            </a:pPr>
            <a:r>
              <a:t/>
            </a:r>
            <a:endParaRPr/>
          </a:p>
        </p:txBody>
      </p:sp>
      <p:sp>
        <p:nvSpPr>
          <p:cNvPr id="219" name="Google Shape;219;p17"/>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8"/>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Thị trường Hoa Kỳ</a:t>
            </a:r>
            <a:endParaRPr/>
          </a:p>
        </p:txBody>
      </p:sp>
      <p:sp>
        <p:nvSpPr>
          <p:cNvPr id="225" name="Google Shape;225;p18"/>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520"/>
              <a:buChar char="■"/>
            </a:pPr>
            <a:r>
              <a:rPr lang="en-US"/>
              <a:t>NASDAQ: 1971, NASDAQ quốc gia (NNM)-niêm yết cổ phiếu của các doanh nghiệp vốn vừa trở lên; NASDAQ SmallCap-niêm yết cổ phiếu của doanh nghiệp có vốn nhỏ; sử dụng phương thức tạo lập thị trường thông qua điện thoại và mạng điện tử diện rộng (quote-driven). Ngoài ra, NASDAQ còn áp dụng hệ thống khớp lệnh tự động dành cho các giao dịch nhỏ</a:t>
            </a:r>
            <a:endParaRPr/>
          </a:p>
          <a:p>
            <a:pPr indent="-342900" lvl="0" marL="342900" rtl="0" algn="just">
              <a:lnSpc>
                <a:spcPct val="120000"/>
              </a:lnSpc>
              <a:spcBef>
                <a:spcPts val="0"/>
              </a:spcBef>
              <a:spcAft>
                <a:spcPts val="0"/>
              </a:spcAft>
              <a:buSzPts val="2520"/>
              <a:buChar char="■"/>
            </a:pPr>
            <a:r>
              <a:rPr lang="en-US"/>
              <a:t> OTCBB: NASD, giao dịch chứng khoán không được niêm yết trên các SGD và thị trường NASDAQ. Hoạt động theo cơ chế tạo lập thị trường qua mạng báo giá trung tâm (báo giá tham khảo). </a:t>
            </a:r>
            <a:endParaRPr/>
          </a:p>
          <a:p>
            <a:pPr indent="-182880" lvl="0" marL="342900" rtl="0" algn="just">
              <a:lnSpc>
                <a:spcPct val="120000"/>
              </a:lnSpc>
              <a:spcBef>
                <a:spcPts val="0"/>
              </a:spcBef>
              <a:spcAft>
                <a:spcPts val="0"/>
              </a:spcAft>
              <a:buSzPts val="2520"/>
              <a:buNone/>
            </a:pPr>
            <a:r>
              <a:t/>
            </a:r>
            <a:endParaRPr/>
          </a:p>
        </p:txBody>
      </p:sp>
      <p:sp>
        <p:nvSpPr>
          <p:cNvPr id="226" name="Google Shape;226;p18"/>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9"/>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9"/>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520"/>
              <a:buChar char="■"/>
            </a:pPr>
            <a:r>
              <a:rPr lang="en-US"/>
              <a:t>Non-reporting: 12/1998</a:t>
            </a:r>
            <a:endParaRPr/>
          </a:p>
          <a:p>
            <a:pPr indent="-342900" lvl="0" marL="342900" rtl="0" algn="just">
              <a:lnSpc>
                <a:spcPct val="120000"/>
              </a:lnSpc>
              <a:spcBef>
                <a:spcPts val="0"/>
              </a:spcBef>
              <a:spcAft>
                <a:spcPts val="0"/>
              </a:spcAft>
              <a:buSzPts val="2520"/>
              <a:buChar char="■"/>
            </a:pPr>
            <a:r>
              <a:rPr lang="en-US"/>
              <a:t>SEC, cơ quan chuyên ngành: 1/1999</a:t>
            </a:r>
            <a:endParaRPr/>
          </a:p>
          <a:p>
            <a:pPr indent="-342900" lvl="0" marL="342900" rtl="0" algn="just">
              <a:lnSpc>
                <a:spcPct val="120000"/>
              </a:lnSpc>
              <a:spcBef>
                <a:spcPts val="0"/>
              </a:spcBef>
              <a:spcAft>
                <a:spcPts val="0"/>
              </a:spcAft>
              <a:buSzPts val="2520"/>
              <a:buChar char="■"/>
            </a:pPr>
            <a:r>
              <a:rPr lang="en-US"/>
              <a:t>Pinksheets: </a:t>
            </a:r>
            <a:endParaRPr/>
          </a:p>
          <a:p>
            <a:pPr indent="-285750" lvl="1" marL="742950" rtl="0" algn="just">
              <a:lnSpc>
                <a:spcPct val="120000"/>
              </a:lnSpc>
              <a:spcBef>
                <a:spcPts val="0"/>
              </a:spcBef>
              <a:spcAft>
                <a:spcPts val="0"/>
              </a:spcAft>
              <a:buSzPts val="1950"/>
              <a:buChar char="■"/>
            </a:pPr>
            <a:r>
              <a:rPr lang="en-US"/>
              <a:t>1904, phát hành trên giấy hồng, giấy vàng </a:t>
            </a:r>
            <a:endParaRPr/>
          </a:p>
          <a:p>
            <a:pPr indent="-285750" lvl="1" marL="742950" rtl="0" algn="just">
              <a:lnSpc>
                <a:spcPct val="120000"/>
              </a:lnSpc>
              <a:spcBef>
                <a:spcPts val="0"/>
              </a:spcBef>
              <a:spcAft>
                <a:spcPts val="0"/>
              </a:spcAft>
              <a:buSzPts val="1950"/>
              <a:buChar char="■"/>
            </a:pPr>
            <a:r>
              <a:rPr lang="en-US"/>
              <a:t>Hiện nay, hệ thống yết giá điện tử (www.pinksheets.com, 2000)</a:t>
            </a:r>
            <a:endParaRPr/>
          </a:p>
          <a:p>
            <a:pPr indent="-285750" lvl="1" marL="742950" rtl="0" algn="just">
              <a:lnSpc>
                <a:spcPct val="120000"/>
              </a:lnSpc>
              <a:spcBef>
                <a:spcPts val="0"/>
              </a:spcBef>
              <a:spcAft>
                <a:spcPts val="0"/>
              </a:spcAft>
              <a:buSzPts val="1950"/>
              <a:buChar char="■"/>
            </a:pPr>
            <a:r>
              <a:rPr lang="en-US"/>
              <a:t>Không có điều kiện</a:t>
            </a:r>
            <a:endParaRPr/>
          </a:p>
          <a:p>
            <a:pPr indent="-182880" lvl="0" marL="342900" rtl="0" algn="just">
              <a:lnSpc>
                <a:spcPct val="120000"/>
              </a:lnSpc>
              <a:spcBef>
                <a:spcPts val="0"/>
              </a:spcBef>
              <a:spcAft>
                <a:spcPts val="0"/>
              </a:spcAft>
              <a:buSzPts val="2520"/>
              <a:buNone/>
            </a:pPr>
            <a:r>
              <a:t/>
            </a:r>
            <a:endParaRPr/>
          </a:p>
        </p:txBody>
      </p:sp>
      <p:sp>
        <p:nvSpPr>
          <p:cNvPr id="233" name="Google Shape;233;p19"/>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0"/>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Thị trường Nhật bản</a:t>
            </a:r>
            <a:endParaRPr/>
          </a:p>
        </p:txBody>
      </p:sp>
      <p:sp>
        <p:nvSpPr>
          <p:cNvPr id="239" name="Google Shape;239;p20"/>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520"/>
              <a:buChar char="■"/>
            </a:pPr>
            <a:r>
              <a:rPr lang="en-US"/>
              <a:t>JASDAQ: sử dụng hệ thống giao dịch hỗn hợp cả khớp lệnh và yết giá; dành cho cổ phiếu của đÔng đảo doanh nghiệp với quy mÔ vốn từ lớn đến nhỏ (Có một thị trường yết giá tại Nhật Bản là Nasdaq Japan đã chấm dứt hoạt động năm 2002 do tính cạnh tranh yếu)</a:t>
            </a:r>
            <a:endParaRPr/>
          </a:p>
          <a:p>
            <a:pPr indent="-182880" lvl="0" marL="342900" rtl="0" algn="just">
              <a:lnSpc>
                <a:spcPct val="120000"/>
              </a:lnSpc>
              <a:spcBef>
                <a:spcPts val="0"/>
              </a:spcBef>
              <a:spcAft>
                <a:spcPts val="0"/>
              </a:spcAft>
              <a:buSzPts val="2520"/>
              <a:buNone/>
            </a:pPr>
            <a:r>
              <a:t/>
            </a:r>
            <a:endParaRPr/>
          </a:p>
          <a:p>
            <a:pPr indent="-342900" lvl="0" marL="342900" rtl="0" algn="just">
              <a:lnSpc>
                <a:spcPct val="120000"/>
              </a:lnSpc>
              <a:spcBef>
                <a:spcPts val="0"/>
              </a:spcBef>
              <a:spcAft>
                <a:spcPts val="0"/>
              </a:spcAft>
              <a:buSzPts val="2520"/>
              <a:buChar char="■"/>
            </a:pPr>
            <a:r>
              <a:rPr lang="en-US"/>
              <a:t>Green Sheet: Là thị trường dành cho các doanh nghiệp vốn nhỏ và rất nhỏ khÔng có đủ điều kiện niêm yết cổ phiếu trên các SGD hoặc trên JASDAQ (tương tự thị trường Pinksheets ở Mỹ)</a:t>
            </a:r>
            <a:endParaRPr/>
          </a:p>
          <a:p>
            <a:pPr indent="-182880" lvl="0" marL="342900" rtl="0" algn="just">
              <a:lnSpc>
                <a:spcPct val="120000"/>
              </a:lnSpc>
              <a:spcBef>
                <a:spcPts val="0"/>
              </a:spcBef>
              <a:spcAft>
                <a:spcPts val="0"/>
              </a:spcAft>
              <a:buSzPts val="2520"/>
              <a:buNone/>
            </a:pPr>
            <a:r>
              <a:t/>
            </a:r>
            <a:endParaRPr/>
          </a:p>
        </p:txBody>
      </p:sp>
      <p:sp>
        <p:nvSpPr>
          <p:cNvPr id="240" name="Google Shape;240;p20"/>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1"/>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Thị trường Anh quốc</a:t>
            </a:r>
            <a:endParaRPr/>
          </a:p>
        </p:txBody>
      </p:sp>
      <p:sp>
        <p:nvSpPr>
          <p:cNvPr id="246" name="Google Shape;246;p21"/>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160"/>
              <a:buChar char="■"/>
            </a:pPr>
            <a:r>
              <a:rPr lang="en-US" sz="2400"/>
              <a:t>Thị trường yết giá tự động SEAQ (Stock Exchange Automated Quotations): sử dụng hệ thống yết giá của các nhà tạo lập thị trường với yêu cầu tối thiểu có 2 nhà tạo lập thị trường cho một loại cổ phiếu</a:t>
            </a:r>
            <a:endParaRPr/>
          </a:p>
          <a:p>
            <a:pPr indent="-342900" lvl="0" marL="342900" rtl="0" algn="just">
              <a:lnSpc>
                <a:spcPct val="120000"/>
              </a:lnSpc>
              <a:spcBef>
                <a:spcPts val="0"/>
              </a:spcBef>
              <a:spcAft>
                <a:spcPts val="0"/>
              </a:spcAft>
              <a:buSzPts val="2160"/>
              <a:buChar char="■"/>
            </a:pPr>
            <a:r>
              <a:rPr lang="en-US" sz="2400"/>
              <a:t>Thị trường tuỳ chọn SEAT PLUS (Stock Exchange Alternative Trading Service): sử dụng một hệ thống giao dịch hỗn hợp dành cho cả 2 phương thức là khớp lệnh và tạo lập thị trường, dành cho các cổ phiếu được coi là có tính thanh khoản thấp</a:t>
            </a:r>
            <a:endParaRPr/>
          </a:p>
          <a:p>
            <a:pPr indent="-342900" lvl="0" marL="342900" rtl="0" algn="just">
              <a:lnSpc>
                <a:spcPct val="120000"/>
              </a:lnSpc>
              <a:spcBef>
                <a:spcPts val="0"/>
              </a:spcBef>
              <a:spcAft>
                <a:spcPts val="0"/>
              </a:spcAft>
              <a:buSzPts val="2160"/>
              <a:buChar char="■"/>
            </a:pPr>
            <a:r>
              <a:rPr lang="en-US" sz="2400"/>
              <a:t>Thị trường OFEX: sử dụng phương thức tạo lập thị trường dành cho các chứng khoán có tính thanh khoản thấp. Tuy nhiên, thị trường này có một nhà tạo lập thị trường duy nhất cho tất cả các loại cổ phiếu được giao dịch (single dealer)</a:t>
            </a:r>
            <a:endParaRPr/>
          </a:p>
        </p:txBody>
      </p:sp>
      <p:sp>
        <p:nvSpPr>
          <p:cNvPr id="247" name="Google Shape;247;p21"/>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2"/>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Thị trường Đài loan</a:t>
            </a:r>
            <a:endParaRPr/>
          </a:p>
        </p:txBody>
      </p:sp>
      <p:sp>
        <p:nvSpPr>
          <p:cNvPr id="253" name="Google Shape;253;p22"/>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160"/>
              <a:buChar char="■"/>
            </a:pPr>
            <a:r>
              <a:rPr lang="en-US" sz="2400"/>
              <a:t>Ngoài SGD chứng khoán Đài Loan là thị trường dành cho doanh nghiệp vốn lớn và trung bình, thị trường chứng khoán OTC tại Đài Loan- Gretai là thị trường dành cho cổ phiếu của các doanh nghiệp có vốn trung bình, vốn nhỏ, và vốn rất nhỏ. </a:t>
            </a:r>
            <a:endParaRPr/>
          </a:p>
          <a:p>
            <a:pPr indent="-342900" lvl="0" marL="342900" rtl="0" algn="just">
              <a:lnSpc>
                <a:spcPct val="120000"/>
              </a:lnSpc>
              <a:spcBef>
                <a:spcPts val="0"/>
              </a:spcBef>
              <a:spcAft>
                <a:spcPts val="0"/>
              </a:spcAft>
              <a:buSzPts val="2160"/>
              <a:buChar char="■"/>
            </a:pPr>
            <a:r>
              <a:rPr lang="en-US" sz="2400"/>
              <a:t>Thị trường này có hai bảng song song: </a:t>
            </a:r>
            <a:endParaRPr/>
          </a:p>
          <a:p>
            <a:pPr indent="-342900" lvl="0" marL="342900" rtl="0" algn="just">
              <a:lnSpc>
                <a:spcPct val="120000"/>
              </a:lnSpc>
              <a:spcBef>
                <a:spcPts val="0"/>
              </a:spcBef>
              <a:spcAft>
                <a:spcPts val="0"/>
              </a:spcAft>
              <a:buSzPts val="2160"/>
              <a:buChar char="■"/>
            </a:pPr>
            <a:r>
              <a:rPr lang="en-US" sz="2400"/>
              <a:t>(i) Bảng tổng hợp: dành cho các cổ phiếu thị trường OTC (OTC-listed) và sử dụng hệ thống khớp lệnh; </a:t>
            </a:r>
            <a:endParaRPr/>
          </a:p>
          <a:p>
            <a:pPr indent="-342900" lvl="0" marL="342900" rtl="0" algn="just">
              <a:lnSpc>
                <a:spcPct val="120000"/>
              </a:lnSpc>
              <a:spcBef>
                <a:spcPts val="0"/>
              </a:spcBef>
              <a:spcAft>
                <a:spcPts val="0"/>
              </a:spcAft>
              <a:buSzPts val="2160"/>
              <a:buChar char="■"/>
            </a:pPr>
            <a:r>
              <a:rPr lang="en-US" sz="2400"/>
              <a:t>(ii) Bảng cổ phiếu tiềm năng: dành cho cổ phiếu của các công ty mới nổi và sử dụng phương thức tạo lập thị trường </a:t>
            </a:r>
            <a:endParaRPr/>
          </a:p>
          <a:p>
            <a:pPr indent="-342900" lvl="0" marL="342900" rtl="0" algn="just">
              <a:lnSpc>
                <a:spcPct val="120000"/>
              </a:lnSpc>
              <a:spcBef>
                <a:spcPts val="0"/>
              </a:spcBef>
              <a:spcAft>
                <a:spcPts val="0"/>
              </a:spcAft>
              <a:buSzPts val="2160"/>
              <a:buChar char="■"/>
            </a:pPr>
            <a:r>
              <a:rPr lang="en-US" sz="2400"/>
              <a:t>(Hiện này đã nâng cấp thành SGDCK Đài bắc, vận hành nhiều thị trường niêm yết, cả thị trường cho DNKN)</a:t>
            </a:r>
            <a:endParaRPr/>
          </a:p>
          <a:p>
            <a:pPr indent="-205740" lvl="0" marL="342900" rtl="0" algn="just">
              <a:lnSpc>
                <a:spcPct val="120000"/>
              </a:lnSpc>
              <a:spcBef>
                <a:spcPts val="0"/>
              </a:spcBef>
              <a:spcAft>
                <a:spcPts val="0"/>
              </a:spcAft>
              <a:buSzPts val="2160"/>
              <a:buNone/>
            </a:pPr>
            <a:r>
              <a:t/>
            </a:r>
            <a:endParaRPr sz="2400"/>
          </a:p>
        </p:txBody>
      </p:sp>
      <p:sp>
        <p:nvSpPr>
          <p:cNvPr id="254" name="Google Shape;254;p22"/>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3"/>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Thị trường Hàn quốc</a:t>
            </a:r>
            <a:endParaRPr/>
          </a:p>
        </p:txBody>
      </p:sp>
      <p:sp>
        <p:nvSpPr>
          <p:cNvPr id="260" name="Google Shape;260;p23"/>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2520"/>
              <a:buChar char="■"/>
            </a:pPr>
            <a:r>
              <a:rPr lang="en-US"/>
              <a:t>KOSDAQ: KRX, SMEs</a:t>
            </a:r>
            <a:endParaRPr/>
          </a:p>
          <a:p>
            <a:pPr indent="-342900" lvl="0" marL="342900" rtl="0" algn="just">
              <a:lnSpc>
                <a:spcPct val="120000"/>
              </a:lnSpc>
              <a:spcBef>
                <a:spcPts val="0"/>
              </a:spcBef>
              <a:spcAft>
                <a:spcPts val="0"/>
              </a:spcAft>
              <a:buSzPts val="2520"/>
              <a:buChar char="■"/>
            </a:pPr>
            <a:r>
              <a:rPr lang="en-US"/>
              <a:t>Free Board: 2000, giao dịch qua hệ thống yết giá Quote Dissemination System</a:t>
            </a:r>
            <a:endParaRPr/>
          </a:p>
          <a:p>
            <a:pPr indent="-182880" lvl="0" marL="342900" rtl="0" algn="just">
              <a:lnSpc>
                <a:spcPct val="120000"/>
              </a:lnSpc>
              <a:spcBef>
                <a:spcPts val="0"/>
              </a:spcBef>
              <a:spcAft>
                <a:spcPts val="0"/>
              </a:spcAft>
              <a:buSzPts val="2520"/>
              <a:buNone/>
            </a:pPr>
            <a:r>
              <a:t/>
            </a:r>
            <a:endParaRPr/>
          </a:p>
          <a:p>
            <a:pPr indent="-342900" lvl="0" marL="342900" rtl="0" algn="just">
              <a:lnSpc>
                <a:spcPct val="120000"/>
              </a:lnSpc>
              <a:spcBef>
                <a:spcPts val="0"/>
              </a:spcBef>
              <a:spcAft>
                <a:spcPts val="0"/>
              </a:spcAft>
              <a:buSzPts val="2520"/>
              <a:buChar char="■"/>
            </a:pPr>
            <a:r>
              <a:rPr lang="en-US"/>
              <a:t>(Từ năm 2016, phát triển KSM cho cổ phiếu DNKN)</a:t>
            </a:r>
            <a:endParaRPr/>
          </a:p>
          <a:p>
            <a:pPr indent="-182880" lvl="0" marL="342900" rtl="0" algn="just">
              <a:lnSpc>
                <a:spcPct val="120000"/>
              </a:lnSpc>
              <a:spcBef>
                <a:spcPts val="0"/>
              </a:spcBef>
              <a:spcAft>
                <a:spcPts val="0"/>
              </a:spcAft>
              <a:buSzPts val="2520"/>
              <a:buNone/>
            </a:pPr>
            <a:r>
              <a:t/>
            </a:r>
            <a:endParaRPr/>
          </a:p>
        </p:txBody>
      </p:sp>
      <p:sp>
        <p:nvSpPr>
          <p:cNvPr id="261" name="Google Shape;261;p23"/>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4"/>
          <p:cNvSpPr txBox="1"/>
          <p:nvPr>
            <p:ph type="title"/>
          </p:nvPr>
        </p:nvSpPr>
        <p:spPr>
          <a:xfrm>
            <a:off x="1828800" y="146294"/>
            <a:ext cx="9753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4"/>
          <p:cNvSpPr txBox="1"/>
          <p:nvPr>
            <p:ph idx="1" type="body"/>
          </p:nvPr>
        </p:nvSpPr>
        <p:spPr>
          <a:xfrm>
            <a:off x="1219200" y="1600201"/>
            <a:ext cx="10363200" cy="4530725"/>
          </a:xfrm>
          <a:prstGeom prst="rect">
            <a:avLst/>
          </a:prstGeom>
          <a:noFill/>
          <a:ln>
            <a:noFill/>
          </a:ln>
        </p:spPr>
        <p:txBody>
          <a:bodyPr anchorCtr="0" anchor="t" bIns="45700" lIns="91425" spcFirstLastPara="1" rIns="91425" wrap="square" tIns="45700">
            <a:noAutofit/>
          </a:bodyPr>
          <a:lstStyle/>
          <a:p>
            <a:pPr indent="-182880" lvl="0" marL="342900" rtl="0" algn="just">
              <a:lnSpc>
                <a:spcPct val="120000"/>
              </a:lnSpc>
              <a:spcBef>
                <a:spcPts val="0"/>
              </a:spcBef>
              <a:spcAft>
                <a:spcPts val="0"/>
              </a:spcAft>
              <a:buSzPts val="2520"/>
              <a:buNone/>
            </a:pPr>
            <a:r>
              <a:t/>
            </a:r>
            <a:endParaRPr/>
          </a:p>
        </p:txBody>
      </p:sp>
      <p:sp>
        <p:nvSpPr>
          <p:cNvPr id="268" name="Google Shape;268;p24"/>
          <p:cNvSpPr txBox="1"/>
          <p:nvPr>
            <p:ph idx="12" type="sldNum"/>
          </p:nvPr>
        </p:nvSpPr>
        <p:spPr>
          <a:xfrm>
            <a:off x="9042400" y="6248400"/>
            <a:ext cx="2540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2007-07-09T01:30:41Z</dcterms:created>
  <dc:creator>yennh</dc:creator>
</cp:coreProperties>
</file>