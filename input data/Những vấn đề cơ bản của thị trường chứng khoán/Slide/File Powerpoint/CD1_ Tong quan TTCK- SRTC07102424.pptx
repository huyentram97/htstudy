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handoutMasterIdLst>
    <p:handoutMasterId r:id="rId33"/>
  </p:handoutMasterIdLst>
  <p:sldIdLst>
    <p:sldId id="256" r:id="rId2"/>
    <p:sldId id="316" r:id="rId3"/>
    <p:sldId id="341" r:id="rId4"/>
    <p:sldId id="343" r:id="rId5"/>
    <p:sldId id="418" r:id="rId6"/>
    <p:sldId id="405" r:id="rId7"/>
    <p:sldId id="409" r:id="rId8"/>
    <p:sldId id="373" r:id="rId9"/>
    <p:sldId id="414" r:id="rId10"/>
    <p:sldId id="374" r:id="rId11"/>
    <p:sldId id="379" r:id="rId12"/>
    <p:sldId id="272" r:id="rId13"/>
    <p:sldId id="415" r:id="rId14"/>
    <p:sldId id="262" r:id="rId15"/>
    <p:sldId id="349" r:id="rId16"/>
    <p:sldId id="354" r:id="rId17"/>
    <p:sldId id="314" r:id="rId18"/>
    <p:sldId id="423" r:id="rId19"/>
    <p:sldId id="424" r:id="rId20"/>
    <p:sldId id="358" r:id="rId21"/>
    <p:sldId id="294" r:id="rId22"/>
    <p:sldId id="351" r:id="rId23"/>
    <p:sldId id="362" r:id="rId24"/>
    <p:sldId id="421" r:id="rId25"/>
    <p:sldId id="412" r:id="rId26"/>
    <p:sldId id="420" r:id="rId27"/>
    <p:sldId id="411" r:id="rId28"/>
    <p:sldId id="422" r:id="rId29"/>
    <p:sldId id="413" r:id="rId30"/>
    <p:sldId id="275" r:id="rId31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9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5FD802-D762-426D-9CFD-36E9E1AB9D70}" type="doc">
      <dgm:prSet loTypeId="urn:microsoft.com/office/officeart/2005/8/layout/hierarchy2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B7B8A03D-8B3E-4557-8B47-8F1886FDD51D}">
      <dgm:prSet phldrT="[Text]" custT="1"/>
      <dgm:spPr/>
      <dgm:t>
        <a:bodyPr/>
        <a:lstStyle/>
        <a:p>
          <a:r>
            <a:rPr lang="en-US" sz="2800" b="1" dirty="0">
              <a:latin typeface="Times New Roman" pitchFamily="18" charset="0"/>
              <a:cs typeface="Times New Roman" pitchFamily="18" charset="0"/>
            </a:rPr>
            <a:t>TTCK</a:t>
          </a:r>
        </a:p>
      </dgm:t>
    </dgm:pt>
    <dgm:pt modelId="{D2D4D057-F09E-4277-AC2B-5803783132C1}" type="parTrans" cxnId="{A8271C68-2D8E-4E2A-B065-F1AE42A3B516}">
      <dgm:prSet/>
      <dgm:spPr/>
      <dgm:t>
        <a:bodyPr/>
        <a:lstStyle/>
        <a:p>
          <a:endParaRPr lang="en-US"/>
        </a:p>
      </dgm:t>
    </dgm:pt>
    <dgm:pt modelId="{2ED0B1AF-9176-427C-BBBB-040A8BD30126}" type="sibTrans" cxnId="{A8271C68-2D8E-4E2A-B065-F1AE42A3B516}">
      <dgm:prSet/>
      <dgm:spPr/>
      <dgm:t>
        <a:bodyPr/>
        <a:lstStyle/>
        <a:p>
          <a:endParaRPr lang="en-US"/>
        </a:p>
      </dgm:t>
    </dgm:pt>
    <dgm:pt modelId="{54C585F6-117C-465F-B94E-D2230FA94E02}">
      <dgm:prSet phldrT="[Text]" custT="1"/>
      <dgm:spPr/>
      <dgm:t>
        <a:bodyPr/>
        <a:lstStyle/>
        <a:p>
          <a:r>
            <a:rPr lang="en-US" sz="4000" b="1" dirty="0">
              <a:latin typeface="Times New Roman" pitchFamily="18" charset="0"/>
              <a:cs typeface="Times New Roman" pitchFamily="18" charset="0"/>
            </a:rPr>
            <a:t>TCPH</a:t>
          </a:r>
        </a:p>
      </dgm:t>
    </dgm:pt>
    <dgm:pt modelId="{CB35C963-CD78-4D50-8506-3D4D216483BE}" type="parTrans" cxnId="{0EC38B6C-B0E5-428B-8F27-A559680FB85D}">
      <dgm:prSet/>
      <dgm:spPr/>
      <dgm:t>
        <a:bodyPr/>
        <a:lstStyle/>
        <a:p>
          <a:endParaRPr lang="en-US"/>
        </a:p>
      </dgm:t>
    </dgm:pt>
    <dgm:pt modelId="{A2141EEC-65B5-419F-A3E2-17BACC8C1C4C}" type="sibTrans" cxnId="{0EC38B6C-B0E5-428B-8F27-A559680FB85D}">
      <dgm:prSet/>
      <dgm:spPr/>
      <dgm:t>
        <a:bodyPr/>
        <a:lstStyle/>
        <a:p>
          <a:endParaRPr lang="en-US"/>
        </a:p>
      </dgm:t>
    </dgm:pt>
    <dgm:pt modelId="{7CB02066-72DD-4BF3-B0AB-5D7AAAC20629}">
      <dgm:prSet phldrT="[Text]" custT="1"/>
      <dgm:spPr/>
      <dgm:t>
        <a:bodyPr/>
        <a:lstStyle/>
        <a:p>
          <a:r>
            <a:rPr lang="en-US" sz="2800" b="1" dirty="0">
              <a:latin typeface="Times New Roman" pitchFamily="18" charset="0"/>
              <a:cs typeface="Times New Roman" pitchFamily="18" charset="0"/>
            </a:rPr>
            <a:t>CHÍNH PHỦ</a:t>
          </a:r>
        </a:p>
      </dgm:t>
    </dgm:pt>
    <dgm:pt modelId="{B4154A01-61A9-4137-8318-C7BFD286A644}" type="parTrans" cxnId="{D7D7AD85-1355-45EE-A4A6-D70E56897171}">
      <dgm:prSet/>
      <dgm:spPr/>
      <dgm:t>
        <a:bodyPr/>
        <a:lstStyle/>
        <a:p>
          <a:endParaRPr lang="en-US"/>
        </a:p>
      </dgm:t>
    </dgm:pt>
    <dgm:pt modelId="{55869753-CBAD-4DCF-9869-0591080AED6B}" type="sibTrans" cxnId="{D7D7AD85-1355-45EE-A4A6-D70E56897171}">
      <dgm:prSet/>
      <dgm:spPr/>
      <dgm:t>
        <a:bodyPr/>
        <a:lstStyle/>
        <a:p>
          <a:endParaRPr lang="en-US"/>
        </a:p>
      </dgm:t>
    </dgm:pt>
    <dgm:pt modelId="{EB90BD66-B240-4BB9-A936-7C21426F647C}">
      <dgm:prSet phldrT="[Text]" custT="1"/>
      <dgm:spPr/>
      <dgm:t>
        <a:bodyPr/>
        <a:lstStyle/>
        <a:p>
          <a:r>
            <a:rPr lang="en-US" sz="3200" b="1" dirty="0">
              <a:latin typeface="Times New Roman" pitchFamily="18" charset="0"/>
              <a:cs typeface="Times New Roman" pitchFamily="18" charset="0"/>
            </a:rPr>
            <a:t>D.NGHIỆP</a:t>
          </a:r>
        </a:p>
      </dgm:t>
    </dgm:pt>
    <dgm:pt modelId="{6173C0FF-ACB6-4C91-9627-9EC0BA985444}" type="parTrans" cxnId="{428CB401-FE31-40C4-AF63-4F4598FD9425}">
      <dgm:prSet/>
      <dgm:spPr/>
      <dgm:t>
        <a:bodyPr/>
        <a:lstStyle/>
        <a:p>
          <a:endParaRPr lang="en-US"/>
        </a:p>
      </dgm:t>
    </dgm:pt>
    <dgm:pt modelId="{228742F9-8E6B-45DB-8EE2-BE6160440486}" type="sibTrans" cxnId="{428CB401-FE31-40C4-AF63-4F4598FD9425}">
      <dgm:prSet/>
      <dgm:spPr/>
      <dgm:t>
        <a:bodyPr/>
        <a:lstStyle/>
        <a:p>
          <a:endParaRPr lang="en-US"/>
        </a:p>
      </dgm:t>
    </dgm:pt>
    <dgm:pt modelId="{51B4B3FD-124D-4410-82E7-FE34B1BF606D}">
      <dgm:prSet phldrT="[Text]" custT="1"/>
      <dgm:spPr/>
      <dgm:t>
        <a:bodyPr/>
        <a:lstStyle/>
        <a:p>
          <a:r>
            <a:rPr lang="en-US" sz="3200" b="1" dirty="0">
              <a:latin typeface="Times New Roman" pitchFamily="18" charset="0"/>
              <a:cs typeface="Times New Roman" pitchFamily="18" charset="0"/>
            </a:rPr>
            <a:t>TC </a:t>
          </a:r>
          <a:r>
            <a:rPr lang="en-US" sz="3200" b="1" dirty="0" err="1">
              <a:latin typeface="Times New Roman" pitchFamily="18" charset="0"/>
              <a:cs typeface="Times New Roman" pitchFamily="18" charset="0"/>
            </a:rPr>
            <a:t>lquan</a:t>
          </a:r>
          <a:endParaRPr lang="en-US" sz="3200" b="1" dirty="0">
            <a:latin typeface="Times New Roman" pitchFamily="18" charset="0"/>
            <a:cs typeface="Times New Roman" pitchFamily="18" charset="0"/>
          </a:endParaRPr>
        </a:p>
      </dgm:t>
    </dgm:pt>
    <dgm:pt modelId="{73D6B0A7-362D-455A-A023-55DB99C59D65}" type="parTrans" cxnId="{CC731262-CA18-4168-B8AB-038A08AF6445}">
      <dgm:prSet/>
      <dgm:spPr/>
      <dgm:t>
        <a:bodyPr/>
        <a:lstStyle/>
        <a:p>
          <a:endParaRPr lang="en-US"/>
        </a:p>
      </dgm:t>
    </dgm:pt>
    <dgm:pt modelId="{3D2D380B-46ED-4DA1-A2F1-D6EE113873BE}" type="sibTrans" cxnId="{CC731262-CA18-4168-B8AB-038A08AF6445}">
      <dgm:prSet/>
      <dgm:spPr/>
      <dgm:t>
        <a:bodyPr/>
        <a:lstStyle/>
        <a:p>
          <a:endParaRPr lang="en-US"/>
        </a:p>
      </dgm:t>
    </dgm:pt>
    <dgm:pt modelId="{10D2AA0F-571B-4737-BE3C-C10DF333F14F}">
      <dgm:prSet phldrT="[Text]" custT="1"/>
      <dgm:spPr/>
      <dgm:t>
        <a:bodyPr/>
        <a:lstStyle/>
        <a:p>
          <a:r>
            <a:rPr lang="en-US" sz="4000" b="1" dirty="0">
              <a:latin typeface="Times New Roman" pitchFamily="18" charset="0"/>
              <a:cs typeface="Times New Roman" pitchFamily="18" charset="0"/>
            </a:rPr>
            <a:t>CQQL</a:t>
          </a:r>
        </a:p>
      </dgm:t>
    </dgm:pt>
    <dgm:pt modelId="{8CDDAA78-31C5-4452-9F98-AEAB87656C0F}" type="parTrans" cxnId="{CED0B820-AEEE-4468-8025-92509E6DB7B9}">
      <dgm:prSet/>
      <dgm:spPr/>
      <dgm:t>
        <a:bodyPr/>
        <a:lstStyle/>
        <a:p>
          <a:endParaRPr lang="en-US"/>
        </a:p>
      </dgm:t>
    </dgm:pt>
    <dgm:pt modelId="{2E0F6BB0-3861-4496-9EFE-7A833F882B99}" type="sibTrans" cxnId="{CED0B820-AEEE-4468-8025-92509E6DB7B9}">
      <dgm:prSet/>
      <dgm:spPr/>
      <dgm:t>
        <a:bodyPr/>
        <a:lstStyle/>
        <a:p>
          <a:endParaRPr lang="en-US"/>
        </a:p>
      </dgm:t>
    </dgm:pt>
    <dgm:pt modelId="{2B14EAEB-1968-4376-88D6-B88CD0B3DBFE}">
      <dgm:prSet custT="1"/>
      <dgm:spPr/>
      <dgm:t>
        <a:bodyPr/>
        <a:lstStyle/>
        <a:p>
          <a:r>
            <a:rPr lang="en-US" sz="4000" b="1" dirty="0">
              <a:latin typeface="Times New Roman" pitchFamily="18" charset="0"/>
              <a:cs typeface="Times New Roman" pitchFamily="18" charset="0"/>
            </a:rPr>
            <a:t>NĐT</a:t>
          </a:r>
        </a:p>
      </dgm:t>
    </dgm:pt>
    <dgm:pt modelId="{E79D0EC0-3AF6-4B94-BF26-836F9D878636}" type="parTrans" cxnId="{F6D4513C-F082-4ED7-9E49-09020A0A36F6}">
      <dgm:prSet/>
      <dgm:spPr/>
      <dgm:t>
        <a:bodyPr/>
        <a:lstStyle/>
        <a:p>
          <a:endParaRPr lang="en-US"/>
        </a:p>
      </dgm:t>
    </dgm:pt>
    <dgm:pt modelId="{1C5C5828-9C61-4BDB-BADB-2BDDD4E09CCA}" type="sibTrans" cxnId="{F6D4513C-F082-4ED7-9E49-09020A0A36F6}">
      <dgm:prSet/>
      <dgm:spPr/>
      <dgm:t>
        <a:bodyPr/>
        <a:lstStyle/>
        <a:p>
          <a:endParaRPr lang="en-US"/>
        </a:p>
      </dgm:t>
    </dgm:pt>
    <dgm:pt modelId="{57AF5E71-9A4C-4D61-8041-4F54CEDEA99E}">
      <dgm:prSet custT="1"/>
      <dgm:spPr/>
      <dgm:t>
        <a:bodyPr/>
        <a:lstStyle/>
        <a:p>
          <a:r>
            <a:rPr lang="en-US" sz="2800" b="1" dirty="0">
              <a:latin typeface="Times New Roman" pitchFamily="18" charset="0"/>
              <a:cs typeface="Times New Roman" pitchFamily="18" charset="0"/>
            </a:rPr>
            <a:t>TCTG: CTCK</a:t>
          </a:r>
        </a:p>
      </dgm:t>
    </dgm:pt>
    <dgm:pt modelId="{C6A2440F-65B6-4B2F-B1E4-5BA064D9D3D1}" type="parTrans" cxnId="{69EB51CE-2A57-4611-AEFE-AADEE625ACA6}">
      <dgm:prSet/>
      <dgm:spPr/>
      <dgm:t>
        <a:bodyPr/>
        <a:lstStyle/>
        <a:p>
          <a:endParaRPr lang="en-US"/>
        </a:p>
      </dgm:t>
    </dgm:pt>
    <dgm:pt modelId="{C5715210-28E6-4F7D-AE3C-F19B009103CA}" type="sibTrans" cxnId="{69EB51CE-2A57-4611-AEFE-AADEE625ACA6}">
      <dgm:prSet/>
      <dgm:spPr/>
      <dgm:t>
        <a:bodyPr/>
        <a:lstStyle/>
        <a:p>
          <a:endParaRPr lang="en-US"/>
        </a:p>
      </dgm:t>
    </dgm:pt>
    <dgm:pt modelId="{4C84A852-335C-4B42-93D0-ACE7063D6A81}">
      <dgm:prSet custT="1"/>
      <dgm:spPr/>
      <dgm:t>
        <a:bodyPr/>
        <a:lstStyle/>
        <a:p>
          <a:r>
            <a:rPr lang="en-US" sz="2800" b="1" dirty="0">
              <a:latin typeface="Times New Roman" pitchFamily="18" charset="0"/>
              <a:cs typeface="Times New Roman" pitchFamily="18" charset="0"/>
            </a:rPr>
            <a:t>TCHT: SGD, VSD</a:t>
          </a:r>
        </a:p>
      </dgm:t>
    </dgm:pt>
    <dgm:pt modelId="{B88D6E5D-1F4F-4CD4-9D10-B173BAF1C8CA}" type="parTrans" cxnId="{3A8669E8-AB06-4B0B-A796-85E4BAA7937D}">
      <dgm:prSet/>
      <dgm:spPr/>
      <dgm:t>
        <a:bodyPr/>
        <a:lstStyle/>
        <a:p>
          <a:endParaRPr lang="en-US"/>
        </a:p>
      </dgm:t>
    </dgm:pt>
    <dgm:pt modelId="{A6543857-9EFE-4902-8A96-69A38FC08C98}" type="sibTrans" cxnId="{3A8669E8-AB06-4B0B-A796-85E4BAA7937D}">
      <dgm:prSet/>
      <dgm:spPr/>
      <dgm:t>
        <a:bodyPr/>
        <a:lstStyle/>
        <a:p>
          <a:endParaRPr lang="en-US"/>
        </a:p>
      </dgm:t>
    </dgm:pt>
    <dgm:pt modelId="{F7C0B2DE-5A3F-4313-81FF-FC24ECA9F8FE}">
      <dgm:prSet custT="1"/>
      <dgm:spPr/>
      <dgm:t>
        <a:bodyPr/>
        <a:lstStyle/>
        <a:p>
          <a:r>
            <a:rPr lang="en-US" sz="3200" b="1" dirty="0">
              <a:latin typeface="Times New Roman" pitchFamily="18" charset="0"/>
              <a:cs typeface="Times New Roman" pitchFamily="18" charset="0"/>
            </a:rPr>
            <a:t>TC </a:t>
          </a:r>
          <a:r>
            <a:rPr lang="en-US" sz="3200" b="1" dirty="0" err="1">
              <a:latin typeface="Times New Roman" pitchFamily="18" charset="0"/>
              <a:cs typeface="Times New Roman" pitchFamily="18" charset="0"/>
            </a:rPr>
            <a:t>phụ</a:t>
          </a:r>
          <a:r>
            <a:rPr lang="en-US" sz="3200" b="1" dirty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3200" b="1" dirty="0" err="1">
              <a:latin typeface="Times New Roman" pitchFamily="18" charset="0"/>
              <a:cs typeface="Times New Roman" pitchFamily="18" charset="0"/>
            </a:rPr>
            <a:t>trợ</a:t>
          </a:r>
          <a:r>
            <a:rPr lang="en-US" sz="3200" b="1" dirty="0">
              <a:latin typeface="Times New Roman" pitchFamily="18" charset="0"/>
              <a:cs typeface="Times New Roman" pitchFamily="18" charset="0"/>
            </a:rPr>
            <a:t>: CRA</a:t>
          </a:r>
        </a:p>
      </dgm:t>
    </dgm:pt>
    <dgm:pt modelId="{EEAAA136-E010-427F-8CDD-5A5E591D22EA}" type="parTrans" cxnId="{3E2E32D7-D485-4A06-BC63-0B7A578F7131}">
      <dgm:prSet/>
      <dgm:spPr/>
      <dgm:t>
        <a:bodyPr/>
        <a:lstStyle/>
        <a:p>
          <a:endParaRPr lang="en-US"/>
        </a:p>
      </dgm:t>
    </dgm:pt>
    <dgm:pt modelId="{89AAC7D8-424A-4E8B-9E21-FD9CBACD71D4}" type="sibTrans" cxnId="{3E2E32D7-D485-4A06-BC63-0B7A578F7131}">
      <dgm:prSet/>
      <dgm:spPr/>
      <dgm:t>
        <a:bodyPr/>
        <a:lstStyle/>
        <a:p>
          <a:endParaRPr lang="en-US"/>
        </a:p>
      </dgm:t>
    </dgm:pt>
    <dgm:pt modelId="{FD7190B2-AC09-41BA-A71F-DA07F7C4FC4E}" type="pres">
      <dgm:prSet presAssocID="{0D5FD802-D762-426D-9CFD-36E9E1AB9D7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C5CAE44-84DC-4231-84A8-991EC72B032D}" type="pres">
      <dgm:prSet presAssocID="{B7B8A03D-8B3E-4557-8B47-8F1886FDD51D}" presName="root1" presStyleCnt="0"/>
      <dgm:spPr/>
    </dgm:pt>
    <dgm:pt modelId="{3E40093C-7B38-4B53-A8E1-E043F749CF81}" type="pres">
      <dgm:prSet presAssocID="{B7B8A03D-8B3E-4557-8B47-8F1886FDD51D}" presName="LevelOneTextNode" presStyleLbl="node0" presStyleIdx="0" presStyleCnt="1">
        <dgm:presLayoutVars>
          <dgm:chPref val="3"/>
        </dgm:presLayoutVars>
      </dgm:prSet>
      <dgm:spPr/>
    </dgm:pt>
    <dgm:pt modelId="{D58C16E2-FEA0-4EDE-8032-983B87ED3B47}" type="pres">
      <dgm:prSet presAssocID="{B7B8A03D-8B3E-4557-8B47-8F1886FDD51D}" presName="level2hierChild" presStyleCnt="0"/>
      <dgm:spPr/>
    </dgm:pt>
    <dgm:pt modelId="{82D7F639-082F-455B-AA4A-79188B5F6DA6}" type="pres">
      <dgm:prSet presAssocID="{E79D0EC0-3AF6-4B94-BF26-836F9D878636}" presName="conn2-1" presStyleLbl="parChTrans1D2" presStyleIdx="0" presStyleCnt="3"/>
      <dgm:spPr/>
    </dgm:pt>
    <dgm:pt modelId="{4FA82CFD-5D44-4F33-9E25-636960873CAC}" type="pres">
      <dgm:prSet presAssocID="{E79D0EC0-3AF6-4B94-BF26-836F9D878636}" presName="connTx" presStyleLbl="parChTrans1D2" presStyleIdx="0" presStyleCnt="3"/>
      <dgm:spPr/>
    </dgm:pt>
    <dgm:pt modelId="{C2BA2845-E423-4FB0-B078-CEC162812E96}" type="pres">
      <dgm:prSet presAssocID="{2B14EAEB-1968-4376-88D6-B88CD0B3DBFE}" presName="root2" presStyleCnt="0"/>
      <dgm:spPr/>
    </dgm:pt>
    <dgm:pt modelId="{B240E109-4BF3-4F46-A6BD-B87F0E830F70}" type="pres">
      <dgm:prSet presAssocID="{2B14EAEB-1968-4376-88D6-B88CD0B3DBFE}" presName="LevelTwoTextNode" presStyleLbl="node2" presStyleIdx="0" presStyleCnt="3" custScaleX="144102">
        <dgm:presLayoutVars>
          <dgm:chPref val="3"/>
        </dgm:presLayoutVars>
      </dgm:prSet>
      <dgm:spPr/>
    </dgm:pt>
    <dgm:pt modelId="{C2C926A3-29DC-47D2-9C70-57A8587E6C13}" type="pres">
      <dgm:prSet presAssocID="{2B14EAEB-1968-4376-88D6-B88CD0B3DBFE}" presName="level3hierChild" presStyleCnt="0"/>
      <dgm:spPr/>
    </dgm:pt>
    <dgm:pt modelId="{9C2824A0-CDB4-4179-97B6-7F8EF5823467}" type="pres">
      <dgm:prSet presAssocID="{CB35C963-CD78-4D50-8506-3D4D216483BE}" presName="conn2-1" presStyleLbl="parChTrans1D2" presStyleIdx="1" presStyleCnt="3"/>
      <dgm:spPr/>
    </dgm:pt>
    <dgm:pt modelId="{31BBFB2D-DBF4-4D44-941A-7650D4BDCD1E}" type="pres">
      <dgm:prSet presAssocID="{CB35C963-CD78-4D50-8506-3D4D216483BE}" presName="connTx" presStyleLbl="parChTrans1D2" presStyleIdx="1" presStyleCnt="3"/>
      <dgm:spPr/>
    </dgm:pt>
    <dgm:pt modelId="{0DE428DD-11E7-410B-86FD-1C180CAF2C3A}" type="pres">
      <dgm:prSet presAssocID="{54C585F6-117C-465F-B94E-D2230FA94E02}" presName="root2" presStyleCnt="0"/>
      <dgm:spPr/>
    </dgm:pt>
    <dgm:pt modelId="{91516337-71E3-4633-BF18-06EB5E255286}" type="pres">
      <dgm:prSet presAssocID="{54C585F6-117C-465F-B94E-D2230FA94E02}" presName="LevelTwoTextNode" presStyleLbl="node2" presStyleIdx="1" presStyleCnt="3" custScaleX="148405">
        <dgm:presLayoutVars>
          <dgm:chPref val="3"/>
        </dgm:presLayoutVars>
      </dgm:prSet>
      <dgm:spPr/>
    </dgm:pt>
    <dgm:pt modelId="{A30DCFE8-BECC-4956-9D61-E724302CA28D}" type="pres">
      <dgm:prSet presAssocID="{54C585F6-117C-465F-B94E-D2230FA94E02}" presName="level3hierChild" presStyleCnt="0"/>
      <dgm:spPr/>
    </dgm:pt>
    <dgm:pt modelId="{BAE0311F-0887-4539-8D11-640DECFD013F}" type="pres">
      <dgm:prSet presAssocID="{B4154A01-61A9-4137-8318-C7BFD286A644}" presName="conn2-1" presStyleLbl="parChTrans1D3" presStyleIdx="0" presStyleCnt="6"/>
      <dgm:spPr/>
    </dgm:pt>
    <dgm:pt modelId="{F664CB6F-CDC4-45A6-9829-D18C072F6CCA}" type="pres">
      <dgm:prSet presAssocID="{B4154A01-61A9-4137-8318-C7BFD286A644}" presName="connTx" presStyleLbl="parChTrans1D3" presStyleIdx="0" presStyleCnt="6"/>
      <dgm:spPr/>
    </dgm:pt>
    <dgm:pt modelId="{2E691607-0AC4-4A06-8E3E-BD184F64D447}" type="pres">
      <dgm:prSet presAssocID="{7CB02066-72DD-4BF3-B0AB-5D7AAAC20629}" presName="root2" presStyleCnt="0"/>
      <dgm:spPr/>
    </dgm:pt>
    <dgm:pt modelId="{A444CE36-4DD6-4377-A478-EF821EF3F2B0}" type="pres">
      <dgm:prSet presAssocID="{7CB02066-72DD-4BF3-B0AB-5D7AAAC20629}" presName="LevelTwoTextNode" presStyleLbl="node3" presStyleIdx="0" presStyleCnt="6" custScaleX="161801">
        <dgm:presLayoutVars>
          <dgm:chPref val="3"/>
        </dgm:presLayoutVars>
      </dgm:prSet>
      <dgm:spPr/>
    </dgm:pt>
    <dgm:pt modelId="{3A189F84-60C9-4CFC-8681-94EA51F28530}" type="pres">
      <dgm:prSet presAssocID="{7CB02066-72DD-4BF3-B0AB-5D7AAAC20629}" presName="level3hierChild" presStyleCnt="0"/>
      <dgm:spPr/>
    </dgm:pt>
    <dgm:pt modelId="{696BEFEB-003B-44D2-956A-B79AF03E69EA}" type="pres">
      <dgm:prSet presAssocID="{6173C0FF-ACB6-4C91-9627-9EC0BA985444}" presName="conn2-1" presStyleLbl="parChTrans1D3" presStyleIdx="1" presStyleCnt="6"/>
      <dgm:spPr/>
    </dgm:pt>
    <dgm:pt modelId="{0AB45F70-7488-48AD-AE16-88480950DD7B}" type="pres">
      <dgm:prSet presAssocID="{6173C0FF-ACB6-4C91-9627-9EC0BA985444}" presName="connTx" presStyleLbl="parChTrans1D3" presStyleIdx="1" presStyleCnt="6"/>
      <dgm:spPr/>
    </dgm:pt>
    <dgm:pt modelId="{0445BF16-78AD-4D43-8822-546B260921F8}" type="pres">
      <dgm:prSet presAssocID="{EB90BD66-B240-4BB9-A936-7C21426F647C}" presName="root2" presStyleCnt="0"/>
      <dgm:spPr/>
    </dgm:pt>
    <dgm:pt modelId="{1F69FC28-A89C-453A-9441-D4484D11441A}" type="pres">
      <dgm:prSet presAssocID="{EB90BD66-B240-4BB9-A936-7C21426F647C}" presName="LevelTwoTextNode" presStyleLbl="node3" presStyleIdx="1" presStyleCnt="6" custScaleX="168228">
        <dgm:presLayoutVars>
          <dgm:chPref val="3"/>
        </dgm:presLayoutVars>
      </dgm:prSet>
      <dgm:spPr/>
    </dgm:pt>
    <dgm:pt modelId="{BBB7C759-0363-4351-9BD4-FC2884CD39B5}" type="pres">
      <dgm:prSet presAssocID="{EB90BD66-B240-4BB9-A936-7C21426F647C}" presName="level3hierChild" presStyleCnt="0"/>
      <dgm:spPr/>
    </dgm:pt>
    <dgm:pt modelId="{B72F5A58-9306-4395-85E6-DE9E24976EBE}" type="pres">
      <dgm:prSet presAssocID="{73D6B0A7-362D-455A-A023-55DB99C59D65}" presName="conn2-1" presStyleLbl="parChTrans1D2" presStyleIdx="2" presStyleCnt="3"/>
      <dgm:spPr/>
    </dgm:pt>
    <dgm:pt modelId="{BCD9B47C-5010-40E3-A7F8-6A61A62E5789}" type="pres">
      <dgm:prSet presAssocID="{73D6B0A7-362D-455A-A023-55DB99C59D65}" presName="connTx" presStyleLbl="parChTrans1D2" presStyleIdx="2" presStyleCnt="3"/>
      <dgm:spPr/>
    </dgm:pt>
    <dgm:pt modelId="{D6EB1CCA-7F77-4AA3-AE81-4C200644F2FA}" type="pres">
      <dgm:prSet presAssocID="{51B4B3FD-124D-4410-82E7-FE34B1BF606D}" presName="root2" presStyleCnt="0"/>
      <dgm:spPr/>
    </dgm:pt>
    <dgm:pt modelId="{225EADC1-9209-485B-9F77-BC16B4458F1D}" type="pres">
      <dgm:prSet presAssocID="{51B4B3FD-124D-4410-82E7-FE34B1BF606D}" presName="LevelTwoTextNode" presStyleLbl="node2" presStyleIdx="2" presStyleCnt="3" custScaleX="144156">
        <dgm:presLayoutVars>
          <dgm:chPref val="3"/>
        </dgm:presLayoutVars>
      </dgm:prSet>
      <dgm:spPr/>
    </dgm:pt>
    <dgm:pt modelId="{C277AD8F-4D5F-407F-9F08-6D3D374D77B3}" type="pres">
      <dgm:prSet presAssocID="{51B4B3FD-124D-4410-82E7-FE34B1BF606D}" presName="level3hierChild" presStyleCnt="0"/>
      <dgm:spPr/>
    </dgm:pt>
    <dgm:pt modelId="{724CB1C4-CCF4-41AC-8D8D-55B21576E53C}" type="pres">
      <dgm:prSet presAssocID="{8CDDAA78-31C5-4452-9F98-AEAB87656C0F}" presName="conn2-1" presStyleLbl="parChTrans1D3" presStyleIdx="2" presStyleCnt="6"/>
      <dgm:spPr/>
    </dgm:pt>
    <dgm:pt modelId="{AFDFF03B-34D4-4B67-8B94-66B44BF72DA2}" type="pres">
      <dgm:prSet presAssocID="{8CDDAA78-31C5-4452-9F98-AEAB87656C0F}" presName="connTx" presStyleLbl="parChTrans1D3" presStyleIdx="2" presStyleCnt="6"/>
      <dgm:spPr/>
    </dgm:pt>
    <dgm:pt modelId="{598A42F7-B826-4430-93A1-397946805F2E}" type="pres">
      <dgm:prSet presAssocID="{10D2AA0F-571B-4737-BE3C-C10DF333F14F}" presName="root2" presStyleCnt="0"/>
      <dgm:spPr/>
    </dgm:pt>
    <dgm:pt modelId="{BFE6F963-66A8-4D15-BD99-1481BAE0FF88}" type="pres">
      <dgm:prSet presAssocID="{10D2AA0F-571B-4737-BE3C-C10DF333F14F}" presName="LevelTwoTextNode" presStyleLbl="node3" presStyleIdx="2" presStyleCnt="6" custScaleX="157978">
        <dgm:presLayoutVars>
          <dgm:chPref val="3"/>
        </dgm:presLayoutVars>
      </dgm:prSet>
      <dgm:spPr/>
    </dgm:pt>
    <dgm:pt modelId="{5510E8FD-738C-4C81-8599-F495CF94B4BC}" type="pres">
      <dgm:prSet presAssocID="{10D2AA0F-571B-4737-BE3C-C10DF333F14F}" presName="level3hierChild" presStyleCnt="0"/>
      <dgm:spPr/>
    </dgm:pt>
    <dgm:pt modelId="{08208022-9654-48FF-9110-4744C2BA4514}" type="pres">
      <dgm:prSet presAssocID="{B88D6E5D-1F4F-4CD4-9D10-B173BAF1C8CA}" presName="conn2-1" presStyleLbl="parChTrans1D3" presStyleIdx="3" presStyleCnt="6"/>
      <dgm:spPr/>
    </dgm:pt>
    <dgm:pt modelId="{203AE94E-4E31-4FDB-AF17-61EFF097AA92}" type="pres">
      <dgm:prSet presAssocID="{B88D6E5D-1F4F-4CD4-9D10-B173BAF1C8CA}" presName="connTx" presStyleLbl="parChTrans1D3" presStyleIdx="3" presStyleCnt="6"/>
      <dgm:spPr/>
    </dgm:pt>
    <dgm:pt modelId="{A22368A8-034D-4BA9-A43C-F6247CB135F5}" type="pres">
      <dgm:prSet presAssocID="{4C84A852-335C-4B42-93D0-ACE7063D6A81}" presName="root2" presStyleCnt="0"/>
      <dgm:spPr/>
    </dgm:pt>
    <dgm:pt modelId="{5AB66BD1-BC37-44D3-BB01-EC7E7C78870F}" type="pres">
      <dgm:prSet presAssocID="{4C84A852-335C-4B42-93D0-ACE7063D6A81}" presName="LevelTwoTextNode" presStyleLbl="node3" presStyleIdx="3" presStyleCnt="6" custScaleX="163401">
        <dgm:presLayoutVars>
          <dgm:chPref val="3"/>
        </dgm:presLayoutVars>
      </dgm:prSet>
      <dgm:spPr/>
    </dgm:pt>
    <dgm:pt modelId="{56D5117E-1A35-4382-8577-512F4C6BFF55}" type="pres">
      <dgm:prSet presAssocID="{4C84A852-335C-4B42-93D0-ACE7063D6A81}" presName="level3hierChild" presStyleCnt="0"/>
      <dgm:spPr/>
    </dgm:pt>
    <dgm:pt modelId="{92EE5AC2-7A5A-463D-80AC-EA355F657B72}" type="pres">
      <dgm:prSet presAssocID="{C6A2440F-65B6-4B2F-B1E4-5BA064D9D3D1}" presName="conn2-1" presStyleLbl="parChTrans1D3" presStyleIdx="4" presStyleCnt="6"/>
      <dgm:spPr/>
    </dgm:pt>
    <dgm:pt modelId="{4B37090B-E5B7-489E-922C-3D6CFC6120BA}" type="pres">
      <dgm:prSet presAssocID="{C6A2440F-65B6-4B2F-B1E4-5BA064D9D3D1}" presName="connTx" presStyleLbl="parChTrans1D3" presStyleIdx="4" presStyleCnt="6"/>
      <dgm:spPr/>
    </dgm:pt>
    <dgm:pt modelId="{ABC291C5-427D-4FB0-B0AC-B8BEC4501D61}" type="pres">
      <dgm:prSet presAssocID="{57AF5E71-9A4C-4D61-8041-4F54CEDEA99E}" presName="root2" presStyleCnt="0"/>
      <dgm:spPr/>
    </dgm:pt>
    <dgm:pt modelId="{D98366ED-1538-45A8-AEA2-FC8F167D788F}" type="pres">
      <dgm:prSet presAssocID="{57AF5E71-9A4C-4D61-8041-4F54CEDEA99E}" presName="LevelTwoTextNode" presStyleLbl="node3" presStyleIdx="4" presStyleCnt="6" custScaleX="164523">
        <dgm:presLayoutVars>
          <dgm:chPref val="3"/>
        </dgm:presLayoutVars>
      </dgm:prSet>
      <dgm:spPr/>
    </dgm:pt>
    <dgm:pt modelId="{1EA71E2D-E089-4F44-A686-E6A95FC0217F}" type="pres">
      <dgm:prSet presAssocID="{57AF5E71-9A4C-4D61-8041-4F54CEDEA99E}" presName="level3hierChild" presStyleCnt="0"/>
      <dgm:spPr/>
    </dgm:pt>
    <dgm:pt modelId="{C3ACC8EF-1BB7-485A-8807-707E07C5D56C}" type="pres">
      <dgm:prSet presAssocID="{EEAAA136-E010-427F-8CDD-5A5E591D22EA}" presName="conn2-1" presStyleLbl="parChTrans1D3" presStyleIdx="5" presStyleCnt="6"/>
      <dgm:spPr/>
    </dgm:pt>
    <dgm:pt modelId="{523BA60D-9EC7-44D2-82E7-C3014CA1F456}" type="pres">
      <dgm:prSet presAssocID="{EEAAA136-E010-427F-8CDD-5A5E591D22EA}" presName="connTx" presStyleLbl="parChTrans1D3" presStyleIdx="5" presStyleCnt="6"/>
      <dgm:spPr/>
    </dgm:pt>
    <dgm:pt modelId="{22039AAC-4096-4521-92FB-65C6BDFC273C}" type="pres">
      <dgm:prSet presAssocID="{F7C0B2DE-5A3F-4313-81FF-FC24ECA9F8FE}" presName="root2" presStyleCnt="0"/>
      <dgm:spPr/>
    </dgm:pt>
    <dgm:pt modelId="{C4B339E4-6E26-4F4B-82E4-A85199051980}" type="pres">
      <dgm:prSet presAssocID="{F7C0B2DE-5A3F-4313-81FF-FC24ECA9F8FE}" presName="LevelTwoTextNode" presStyleLbl="node3" presStyleIdx="5" presStyleCnt="6" custScaleX="178502">
        <dgm:presLayoutVars>
          <dgm:chPref val="3"/>
        </dgm:presLayoutVars>
      </dgm:prSet>
      <dgm:spPr/>
    </dgm:pt>
    <dgm:pt modelId="{5AA4AE83-7A9A-42DA-856F-191583024B86}" type="pres">
      <dgm:prSet presAssocID="{F7C0B2DE-5A3F-4313-81FF-FC24ECA9F8FE}" presName="level3hierChild" presStyleCnt="0"/>
      <dgm:spPr/>
    </dgm:pt>
  </dgm:ptLst>
  <dgm:cxnLst>
    <dgm:cxn modelId="{08B95800-B10B-4A13-9B45-559DC8844E53}" type="presOf" srcId="{B4154A01-61A9-4137-8318-C7BFD286A644}" destId="{BAE0311F-0887-4539-8D11-640DECFD013F}" srcOrd="0" destOrd="0" presId="urn:microsoft.com/office/officeart/2005/8/layout/hierarchy2"/>
    <dgm:cxn modelId="{428CB401-FE31-40C4-AF63-4F4598FD9425}" srcId="{54C585F6-117C-465F-B94E-D2230FA94E02}" destId="{EB90BD66-B240-4BB9-A936-7C21426F647C}" srcOrd="1" destOrd="0" parTransId="{6173C0FF-ACB6-4C91-9627-9EC0BA985444}" sibTransId="{228742F9-8E6B-45DB-8EE2-BE6160440486}"/>
    <dgm:cxn modelId="{70123E09-164F-4EE8-946C-8D421406898C}" type="presOf" srcId="{6173C0FF-ACB6-4C91-9627-9EC0BA985444}" destId="{696BEFEB-003B-44D2-956A-B79AF03E69EA}" srcOrd="0" destOrd="0" presId="urn:microsoft.com/office/officeart/2005/8/layout/hierarchy2"/>
    <dgm:cxn modelId="{FB30B40C-277D-4F36-A68B-424E9743CF9D}" type="presOf" srcId="{CB35C963-CD78-4D50-8506-3D4D216483BE}" destId="{9C2824A0-CDB4-4179-97B6-7F8EF5823467}" srcOrd="0" destOrd="0" presId="urn:microsoft.com/office/officeart/2005/8/layout/hierarchy2"/>
    <dgm:cxn modelId="{04C70A0F-C96E-45DD-BBA7-048A87F12D38}" type="presOf" srcId="{2B14EAEB-1968-4376-88D6-B88CD0B3DBFE}" destId="{B240E109-4BF3-4F46-A6BD-B87F0E830F70}" srcOrd="0" destOrd="0" presId="urn:microsoft.com/office/officeart/2005/8/layout/hierarchy2"/>
    <dgm:cxn modelId="{4B82ED1D-A5DF-460E-B9C8-637B5B45D59D}" type="presOf" srcId="{B7B8A03D-8B3E-4557-8B47-8F1886FDD51D}" destId="{3E40093C-7B38-4B53-A8E1-E043F749CF81}" srcOrd="0" destOrd="0" presId="urn:microsoft.com/office/officeart/2005/8/layout/hierarchy2"/>
    <dgm:cxn modelId="{CED0B820-AEEE-4468-8025-92509E6DB7B9}" srcId="{51B4B3FD-124D-4410-82E7-FE34B1BF606D}" destId="{10D2AA0F-571B-4737-BE3C-C10DF333F14F}" srcOrd="0" destOrd="0" parTransId="{8CDDAA78-31C5-4452-9F98-AEAB87656C0F}" sibTransId="{2E0F6BB0-3861-4496-9EFE-7A833F882B99}"/>
    <dgm:cxn modelId="{F5CEC224-9BF8-40E8-9745-48B380BDD281}" type="presOf" srcId="{4C84A852-335C-4B42-93D0-ACE7063D6A81}" destId="{5AB66BD1-BC37-44D3-BB01-EC7E7C78870F}" srcOrd="0" destOrd="0" presId="urn:microsoft.com/office/officeart/2005/8/layout/hierarchy2"/>
    <dgm:cxn modelId="{1E09C228-C69C-4026-AD9C-452B0A68EC2E}" type="presOf" srcId="{E79D0EC0-3AF6-4B94-BF26-836F9D878636}" destId="{82D7F639-082F-455B-AA4A-79188B5F6DA6}" srcOrd="0" destOrd="0" presId="urn:microsoft.com/office/officeart/2005/8/layout/hierarchy2"/>
    <dgm:cxn modelId="{3A80742E-1B3F-4FF4-AC3E-94A67CACED36}" type="presOf" srcId="{73D6B0A7-362D-455A-A023-55DB99C59D65}" destId="{B72F5A58-9306-4395-85E6-DE9E24976EBE}" srcOrd="0" destOrd="0" presId="urn:microsoft.com/office/officeart/2005/8/layout/hierarchy2"/>
    <dgm:cxn modelId="{8FA23030-3B4C-4381-A6D7-C5B8C2AD0FF7}" type="presOf" srcId="{10D2AA0F-571B-4737-BE3C-C10DF333F14F}" destId="{BFE6F963-66A8-4D15-BD99-1481BAE0FF88}" srcOrd="0" destOrd="0" presId="urn:microsoft.com/office/officeart/2005/8/layout/hierarchy2"/>
    <dgm:cxn modelId="{1F00CA3B-453F-4F4D-9C50-8AB1536D9402}" type="presOf" srcId="{B88D6E5D-1F4F-4CD4-9D10-B173BAF1C8CA}" destId="{203AE94E-4E31-4FDB-AF17-61EFF097AA92}" srcOrd="1" destOrd="0" presId="urn:microsoft.com/office/officeart/2005/8/layout/hierarchy2"/>
    <dgm:cxn modelId="{F6D4513C-F082-4ED7-9E49-09020A0A36F6}" srcId="{B7B8A03D-8B3E-4557-8B47-8F1886FDD51D}" destId="{2B14EAEB-1968-4376-88D6-B88CD0B3DBFE}" srcOrd="0" destOrd="0" parTransId="{E79D0EC0-3AF6-4B94-BF26-836F9D878636}" sibTransId="{1C5C5828-9C61-4BDB-BADB-2BDDD4E09CCA}"/>
    <dgm:cxn modelId="{CC731262-CA18-4168-B8AB-038A08AF6445}" srcId="{B7B8A03D-8B3E-4557-8B47-8F1886FDD51D}" destId="{51B4B3FD-124D-4410-82E7-FE34B1BF606D}" srcOrd="2" destOrd="0" parTransId="{73D6B0A7-362D-455A-A023-55DB99C59D65}" sibTransId="{3D2D380B-46ED-4DA1-A2F1-D6EE113873BE}"/>
    <dgm:cxn modelId="{8A77B962-1451-42FF-96F7-2DAC950C5477}" type="presOf" srcId="{57AF5E71-9A4C-4D61-8041-4F54CEDEA99E}" destId="{D98366ED-1538-45A8-AEA2-FC8F167D788F}" srcOrd="0" destOrd="0" presId="urn:microsoft.com/office/officeart/2005/8/layout/hierarchy2"/>
    <dgm:cxn modelId="{A8271C68-2D8E-4E2A-B065-F1AE42A3B516}" srcId="{0D5FD802-D762-426D-9CFD-36E9E1AB9D70}" destId="{B7B8A03D-8B3E-4557-8B47-8F1886FDD51D}" srcOrd="0" destOrd="0" parTransId="{D2D4D057-F09E-4277-AC2B-5803783132C1}" sibTransId="{2ED0B1AF-9176-427C-BBBB-040A8BD30126}"/>
    <dgm:cxn modelId="{5CCAB668-266C-4961-8889-F850EE83EC09}" type="presOf" srcId="{EB90BD66-B240-4BB9-A936-7C21426F647C}" destId="{1F69FC28-A89C-453A-9441-D4484D11441A}" srcOrd="0" destOrd="0" presId="urn:microsoft.com/office/officeart/2005/8/layout/hierarchy2"/>
    <dgm:cxn modelId="{0EC38B6C-B0E5-428B-8F27-A559680FB85D}" srcId="{B7B8A03D-8B3E-4557-8B47-8F1886FDD51D}" destId="{54C585F6-117C-465F-B94E-D2230FA94E02}" srcOrd="1" destOrd="0" parTransId="{CB35C963-CD78-4D50-8506-3D4D216483BE}" sibTransId="{A2141EEC-65B5-419F-A3E2-17BACC8C1C4C}"/>
    <dgm:cxn modelId="{6297D750-8105-407C-A3D3-3471F62C1182}" type="presOf" srcId="{C6A2440F-65B6-4B2F-B1E4-5BA064D9D3D1}" destId="{4B37090B-E5B7-489E-922C-3D6CFC6120BA}" srcOrd="1" destOrd="0" presId="urn:microsoft.com/office/officeart/2005/8/layout/hierarchy2"/>
    <dgm:cxn modelId="{FAF88471-CA99-40FB-A9E9-33D203B7EE49}" type="presOf" srcId="{CB35C963-CD78-4D50-8506-3D4D216483BE}" destId="{31BBFB2D-DBF4-4D44-941A-7650D4BDCD1E}" srcOrd="1" destOrd="0" presId="urn:microsoft.com/office/officeart/2005/8/layout/hierarchy2"/>
    <dgm:cxn modelId="{1AB69653-BFAB-4C65-AE88-A2D9D180F581}" type="presOf" srcId="{6173C0FF-ACB6-4C91-9627-9EC0BA985444}" destId="{0AB45F70-7488-48AD-AE16-88480950DD7B}" srcOrd="1" destOrd="0" presId="urn:microsoft.com/office/officeart/2005/8/layout/hierarchy2"/>
    <dgm:cxn modelId="{E038A477-13EF-48D7-913D-C095EC273F74}" type="presOf" srcId="{EEAAA136-E010-427F-8CDD-5A5E591D22EA}" destId="{C3ACC8EF-1BB7-485A-8807-707E07C5D56C}" srcOrd="0" destOrd="0" presId="urn:microsoft.com/office/officeart/2005/8/layout/hierarchy2"/>
    <dgm:cxn modelId="{64951B84-87D9-4E02-A072-6753B0C0B61D}" type="presOf" srcId="{E79D0EC0-3AF6-4B94-BF26-836F9D878636}" destId="{4FA82CFD-5D44-4F33-9E25-636960873CAC}" srcOrd="1" destOrd="0" presId="urn:microsoft.com/office/officeart/2005/8/layout/hierarchy2"/>
    <dgm:cxn modelId="{715AFC84-9596-4C3C-8378-FBEDD0BEAC18}" type="presOf" srcId="{B4154A01-61A9-4137-8318-C7BFD286A644}" destId="{F664CB6F-CDC4-45A6-9829-D18C072F6CCA}" srcOrd="1" destOrd="0" presId="urn:microsoft.com/office/officeart/2005/8/layout/hierarchy2"/>
    <dgm:cxn modelId="{D7D7AD85-1355-45EE-A4A6-D70E56897171}" srcId="{54C585F6-117C-465F-B94E-D2230FA94E02}" destId="{7CB02066-72DD-4BF3-B0AB-5D7AAAC20629}" srcOrd="0" destOrd="0" parTransId="{B4154A01-61A9-4137-8318-C7BFD286A644}" sibTransId="{55869753-CBAD-4DCF-9869-0591080AED6B}"/>
    <dgm:cxn modelId="{9636FD91-53D4-4037-B825-A38FC5F0E079}" type="presOf" srcId="{8CDDAA78-31C5-4452-9F98-AEAB87656C0F}" destId="{724CB1C4-CCF4-41AC-8D8D-55B21576E53C}" srcOrd="0" destOrd="0" presId="urn:microsoft.com/office/officeart/2005/8/layout/hierarchy2"/>
    <dgm:cxn modelId="{71B8BBB0-D33D-4CCE-893F-28F0EFF2EE04}" type="presOf" srcId="{EEAAA136-E010-427F-8CDD-5A5E591D22EA}" destId="{523BA60D-9EC7-44D2-82E7-C3014CA1F456}" srcOrd="1" destOrd="0" presId="urn:microsoft.com/office/officeart/2005/8/layout/hierarchy2"/>
    <dgm:cxn modelId="{630105B7-81F1-48FF-B31E-C256D9E8FF5F}" type="presOf" srcId="{51B4B3FD-124D-4410-82E7-FE34B1BF606D}" destId="{225EADC1-9209-485B-9F77-BC16B4458F1D}" srcOrd="0" destOrd="0" presId="urn:microsoft.com/office/officeart/2005/8/layout/hierarchy2"/>
    <dgm:cxn modelId="{9CE52EBB-7851-4993-B562-5C64B5D8202F}" type="presOf" srcId="{73D6B0A7-362D-455A-A023-55DB99C59D65}" destId="{BCD9B47C-5010-40E3-A7F8-6A61A62E5789}" srcOrd="1" destOrd="0" presId="urn:microsoft.com/office/officeart/2005/8/layout/hierarchy2"/>
    <dgm:cxn modelId="{C404CEBD-B22E-4FA9-961A-A2AB29EAB54A}" type="presOf" srcId="{0D5FD802-D762-426D-9CFD-36E9E1AB9D70}" destId="{FD7190B2-AC09-41BA-A71F-DA07F7C4FC4E}" srcOrd="0" destOrd="0" presId="urn:microsoft.com/office/officeart/2005/8/layout/hierarchy2"/>
    <dgm:cxn modelId="{74B54AC0-4B85-4285-B3C3-4501C9A312E3}" type="presOf" srcId="{54C585F6-117C-465F-B94E-D2230FA94E02}" destId="{91516337-71E3-4633-BF18-06EB5E255286}" srcOrd="0" destOrd="0" presId="urn:microsoft.com/office/officeart/2005/8/layout/hierarchy2"/>
    <dgm:cxn modelId="{EB6E06C4-E02F-414A-8FC3-2A7D9178FB39}" type="presOf" srcId="{8CDDAA78-31C5-4452-9F98-AEAB87656C0F}" destId="{AFDFF03B-34D4-4B67-8B94-66B44BF72DA2}" srcOrd="1" destOrd="0" presId="urn:microsoft.com/office/officeart/2005/8/layout/hierarchy2"/>
    <dgm:cxn modelId="{69EB51CE-2A57-4611-AEFE-AADEE625ACA6}" srcId="{51B4B3FD-124D-4410-82E7-FE34B1BF606D}" destId="{57AF5E71-9A4C-4D61-8041-4F54CEDEA99E}" srcOrd="2" destOrd="0" parTransId="{C6A2440F-65B6-4B2F-B1E4-5BA064D9D3D1}" sibTransId="{C5715210-28E6-4F7D-AE3C-F19B009103CA}"/>
    <dgm:cxn modelId="{3E2E32D7-D485-4A06-BC63-0B7A578F7131}" srcId="{51B4B3FD-124D-4410-82E7-FE34B1BF606D}" destId="{F7C0B2DE-5A3F-4313-81FF-FC24ECA9F8FE}" srcOrd="3" destOrd="0" parTransId="{EEAAA136-E010-427F-8CDD-5A5E591D22EA}" sibTransId="{89AAC7D8-424A-4E8B-9E21-FD9CBACD71D4}"/>
    <dgm:cxn modelId="{6369CDDA-36CD-44E1-8518-7E9A4D36CE31}" type="presOf" srcId="{F7C0B2DE-5A3F-4313-81FF-FC24ECA9F8FE}" destId="{C4B339E4-6E26-4F4B-82E4-A85199051980}" srcOrd="0" destOrd="0" presId="urn:microsoft.com/office/officeart/2005/8/layout/hierarchy2"/>
    <dgm:cxn modelId="{11F9D5E2-39D6-4452-807E-41245E9498EF}" type="presOf" srcId="{B88D6E5D-1F4F-4CD4-9D10-B173BAF1C8CA}" destId="{08208022-9654-48FF-9110-4744C2BA4514}" srcOrd="0" destOrd="0" presId="urn:microsoft.com/office/officeart/2005/8/layout/hierarchy2"/>
    <dgm:cxn modelId="{3A8669E8-AB06-4B0B-A796-85E4BAA7937D}" srcId="{51B4B3FD-124D-4410-82E7-FE34B1BF606D}" destId="{4C84A852-335C-4B42-93D0-ACE7063D6A81}" srcOrd="1" destOrd="0" parTransId="{B88D6E5D-1F4F-4CD4-9D10-B173BAF1C8CA}" sibTransId="{A6543857-9EFE-4902-8A96-69A38FC08C98}"/>
    <dgm:cxn modelId="{AC78B4F6-B3A4-488B-8111-756571D1F282}" type="presOf" srcId="{7CB02066-72DD-4BF3-B0AB-5D7AAAC20629}" destId="{A444CE36-4DD6-4377-A478-EF821EF3F2B0}" srcOrd="0" destOrd="0" presId="urn:microsoft.com/office/officeart/2005/8/layout/hierarchy2"/>
    <dgm:cxn modelId="{A939F3FF-9DF4-4A2C-9131-92BFAA93B677}" type="presOf" srcId="{C6A2440F-65B6-4B2F-B1E4-5BA064D9D3D1}" destId="{92EE5AC2-7A5A-463D-80AC-EA355F657B72}" srcOrd="0" destOrd="0" presId="urn:microsoft.com/office/officeart/2005/8/layout/hierarchy2"/>
    <dgm:cxn modelId="{D7E3F530-2FED-424B-A934-1EF5C7578E68}" type="presParOf" srcId="{FD7190B2-AC09-41BA-A71F-DA07F7C4FC4E}" destId="{DC5CAE44-84DC-4231-84A8-991EC72B032D}" srcOrd="0" destOrd="0" presId="urn:microsoft.com/office/officeart/2005/8/layout/hierarchy2"/>
    <dgm:cxn modelId="{A95A1E88-8555-4DBC-BA07-E58241B3281D}" type="presParOf" srcId="{DC5CAE44-84DC-4231-84A8-991EC72B032D}" destId="{3E40093C-7B38-4B53-A8E1-E043F749CF81}" srcOrd="0" destOrd="0" presId="urn:microsoft.com/office/officeart/2005/8/layout/hierarchy2"/>
    <dgm:cxn modelId="{3CD3796E-D39B-40E1-B14E-8E19DA34465C}" type="presParOf" srcId="{DC5CAE44-84DC-4231-84A8-991EC72B032D}" destId="{D58C16E2-FEA0-4EDE-8032-983B87ED3B47}" srcOrd="1" destOrd="0" presId="urn:microsoft.com/office/officeart/2005/8/layout/hierarchy2"/>
    <dgm:cxn modelId="{BA9BD2B0-537B-423F-9FD8-B2435045EF2F}" type="presParOf" srcId="{D58C16E2-FEA0-4EDE-8032-983B87ED3B47}" destId="{82D7F639-082F-455B-AA4A-79188B5F6DA6}" srcOrd="0" destOrd="0" presId="urn:microsoft.com/office/officeart/2005/8/layout/hierarchy2"/>
    <dgm:cxn modelId="{B13BD5F7-8BDC-4B65-B067-F87FE2498E5A}" type="presParOf" srcId="{82D7F639-082F-455B-AA4A-79188B5F6DA6}" destId="{4FA82CFD-5D44-4F33-9E25-636960873CAC}" srcOrd="0" destOrd="0" presId="urn:microsoft.com/office/officeart/2005/8/layout/hierarchy2"/>
    <dgm:cxn modelId="{70A2FC76-FEBD-41B7-8B06-796A0F2CD2D1}" type="presParOf" srcId="{D58C16E2-FEA0-4EDE-8032-983B87ED3B47}" destId="{C2BA2845-E423-4FB0-B078-CEC162812E96}" srcOrd="1" destOrd="0" presId="urn:microsoft.com/office/officeart/2005/8/layout/hierarchy2"/>
    <dgm:cxn modelId="{FDB7EAB0-B42D-4F6B-9D43-5CCFE7933B26}" type="presParOf" srcId="{C2BA2845-E423-4FB0-B078-CEC162812E96}" destId="{B240E109-4BF3-4F46-A6BD-B87F0E830F70}" srcOrd="0" destOrd="0" presId="urn:microsoft.com/office/officeart/2005/8/layout/hierarchy2"/>
    <dgm:cxn modelId="{F389A802-47D3-4FAF-9EF7-765546220C2E}" type="presParOf" srcId="{C2BA2845-E423-4FB0-B078-CEC162812E96}" destId="{C2C926A3-29DC-47D2-9C70-57A8587E6C13}" srcOrd="1" destOrd="0" presId="urn:microsoft.com/office/officeart/2005/8/layout/hierarchy2"/>
    <dgm:cxn modelId="{346EADB1-0D3E-4219-87BC-830746CBCF63}" type="presParOf" srcId="{D58C16E2-FEA0-4EDE-8032-983B87ED3B47}" destId="{9C2824A0-CDB4-4179-97B6-7F8EF5823467}" srcOrd="2" destOrd="0" presId="urn:microsoft.com/office/officeart/2005/8/layout/hierarchy2"/>
    <dgm:cxn modelId="{02A021DC-3399-4185-9EBF-3EA322B39498}" type="presParOf" srcId="{9C2824A0-CDB4-4179-97B6-7F8EF5823467}" destId="{31BBFB2D-DBF4-4D44-941A-7650D4BDCD1E}" srcOrd="0" destOrd="0" presId="urn:microsoft.com/office/officeart/2005/8/layout/hierarchy2"/>
    <dgm:cxn modelId="{4EAD81B8-B4C9-4D45-944B-75D65781B047}" type="presParOf" srcId="{D58C16E2-FEA0-4EDE-8032-983B87ED3B47}" destId="{0DE428DD-11E7-410B-86FD-1C180CAF2C3A}" srcOrd="3" destOrd="0" presId="urn:microsoft.com/office/officeart/2005/8/layout/hierarchy2"/>
    <dgm:cxn modelId="{439EAE57-1A11-40A0-956C-DF4A1C6515A9}" type="presParOf" srcId="{0DE428DD-11E7-410B-86FD-1C180CAF2C3A}" destId="{91516337-71E3-4633-BF18-06EB5E255286}" srcOrd="0" destOrd="0" presId="urn:microsoft.com/office/officeart/2005/8/layout/hierarchy2"/>
    <dgm:cxn modelId="{9232EDE2-C7FF-47CE-94A5-A18B5FCED72A}" type="presParOf" srcId="{0DE428DD-11E7-410B-86FD-1C180CAF2C3A}" destId="{A30DCFE8-BECC-4956-9D61-E724302CA28D}" srcOrd="1" destOrd="0" presId="urn:microsoft.com/office/officeart/2005/8/layout/hierarchy2"/>
    <dgm:cxn modelId="{FA2F95C6-FE92-43A9-9D86-6DD1729170C0}" type="presParOf" srcId="{A30DCFE8-BECC-4956-9D61-E724302CA28D}" destId="{BAE0311F-0887-4539-8D11-640DECFD013F}" srcOrd="0" destOrd="0" presId="urn:microsoft.com/office/officeart/2005/8/layout/hierarchy2"/>
    <dgm:cxn modelId="{C23D193B-F8BE-419C-81D8-A2232695A052}" type="presParOf" srcId="{BAE0311F-0887-4539-8D11-640DECFD013F}" destId="{F664CB6F-CDC4-45A6-9829-D18C072F6CCA}" srcOrd="0" destOrd="0" presId="urn:microsoft.com/office/officeart/2005/8/layout/hierarchy2"/>
    <dgm:cxn modelId="{E6BF6239-5AD8-4102-8513-59231B9A2DAD}" type="presParOf" srcId="{A30DCFE8-BECC-4956-9D61-E724302CA28D}" destId="{2E691607-0AC4-4A06-8E3E-BD184F64D447}" srcOrd="1" destOrd="0" presId="urn:microsoft.com/office/officeart/2005/8/layout/hierarchy2"/>
    <dgm:cxn modelId="{1199B1F3-2F98-4311-8114-88CB4611336E}" type="presParOf" srcId="{2E691607-0AC4-4A06-8E3E-BD184F64D447}" destId="{A444CE36-4DD6-4377-A478-EF821EF3F2B0}" srcOrd="0" destOrd="0" presId="urn:microsoft.com/office/officeart/2005/8/layout/hierarchy2"/>
    <dgm:cxn modelId="{63AD006C-3AA3-4A9A-9486-F9D44AE3892D}" type="presParOf" srcId="{2E691607-0AC4-4A06-8E3E-BD184F64D447}" destId="{3A189F84-60C9-4CFC-8681-94EA51F28530}" srcOrd="1" destOrd="0" presId="urn:microsoft.com/office/officeart/2005/8/layout/hierarchy2"/>
    <dgm:cxn modelId="{D888CBBE-0DFE-425A-91E3-C267549EF610}" type="presParOf" srcId="{A30DCFE8-BECC-4956-9D61-E724302CA28D}" destId="{696BEFEB-003B-44D2-956A-B79AF03E69EA}" srcOrd="2" destOrd="0" presId="urn:microsoft.com/office/officeart/2005/8/layout/hierarchy2"/>
    <dgm:cxn modelId="{69FB813E-F19F-40CA-9FF9-E8BDB91DBA65}" type="presParOf" srcId="{696BEFEB-003B-44D2-956A-B79AF03E69EA}" destId="{0AB45F70-7488-48AD-AE16-88480950DD7B}" srcOrd="0" destOrd="0" presId="urn:microsoft.com/office/officeart/2005/8/layout/hierarchy2"/>
    <dgm:cxn modelId="{6515DEE2-4603-4A40-8BAE-114238F66B29}" type="presParOf" srcId="{A30DCFE8-BECC-4956-9D61-E724302CA28D}" destId="{0445BF16-78AD-4D43-8822-546B260921F8}" srcOrd="3" destOrd="0" presId="urn:microsoft.com/office/officeart/2005/8/layout/hierarchy2"/>
    <dgm:cxn modelId="{E45219EA-59C7-4B9B-BBD5-D6DA0503427E}" type="presParOf" srcId="{0445BF16-78AD-4D43-8822-546B260921F8}" destId="{1F69FC28-A89C-453A-9441-D4484D11441A}" srcOrd="0" destOrd="0" presId="urn:microsoft.com/office/officeart/2005/8/layout/hierarchy2"/>
    <dgm:cxn modelId="{1EF9F3FB-9349-4E57-8DE8-B39472F97030}" type="presParOf" srcId="{0445BF16-78AD-4D43-8822-546B260921F8}" destId="{BBB7C759-0363-4351-9BD4-FC2884CD39B5}" srcOrd="1" destOrd="0" presId="urn:microsoft.com/office/officeart/2005/8/layout/hierarchy2"/>
    <dgm:cxn modelId="{FF7EBCAE-C023-4432-87A3-A770892ABCB2}" type="presParOf" srcId="{D58C16E2-FEA0-4EDE-8032-983B87ED3B47}" destId="{B72F5A58-9306-4395-85E6-DE9E24976EBE}" srcOrd="4" destOrd="0" presId="urn:microsoft.com/office/officeart/2005/8/layout/hierarchy2"/>
    <dgm:cxn modelId="{3916F050-B23D-4714-B335-5AC8B65AB7A7}" type="presParOf" srcId="{B72F5A58-9306-4395-85E6-DE9E24976EBE}" destId="{BCD9B47C-5010-40E3-A7F8-6A61A62E5789}" srcOrd="0" destOrd="0" presId="urn:microsoft.com/office/officeart/2005/8/layout/hierarchy2"/>
    <dgm:cxn modelId="{EE05EE16-EDB1-4FF2-AE11-E0444A140430}" type="presParOf" srcId="{D58C16E2-FEA0-4EDE-8032-983B87ED3B47}" destId="{D6EB1CCA-7F77-4AA3-AE81-4C200644F2FA}" srcOrd="5" destOrd="0" presId="urn:microsoft.com/office/officeart/2005/8/layout/hierarchy2"/>
    <dgm:cxn modelId="{E5A9F1F1-6017-4F2E-91A8-8EC1CCAED6E7}" type="presParOf" srcId="{D6EB1CCA-7F77-4AA3-AE81-4C200644F2FA}" destId="{225EADC1-9209-485B-9F77-BC16B4458F1D}" srcOrd="0" destOrd="0" presId="urn:microsoft.com/office/officeart/2005/8/layout/hierarchy2"/>
    <dgm:cxn modelId="{5C3C4405-0337-4E74-8293-B28C66F01D61}" type="presParOf" srcId="{D6EB1CCA-7F77-4AA3-AE81-4C200644F2FA}" destId="{C277AD8F-4D5F-407F-9F08-6D3D374D77B3}" srcOrd="1" destOrd="0" presId="urn:microsoft.com/office/officeart/2005/8/layout/hierarchy2"/>
    <dgm:cxn modelId="{FD7267D3-A62A-4F7C-A5D1-697FC3B6E1C9}" type="presParOf" srcId="{C277AD8F-4D5F-407F-9F08-6D3D374D77B3}" destId="{724CB1C4-CCF4-41AC-8D8D-55B21576E53C}" srcOrd="0" destOrd="0" presId="urn:microsoft.com/office/officeart/2005/8/layout/hierarchy2"/>
    <dgm:cxn modelId="{5ED38CE4-4737-4F01-BDC2-3BFA61B65DA2}" type="presParOf" srcId="{724CB1C4-CCF4-41AC-8D8D-55B21576E53C}" destId="{AFDFF03B-34D4-4B67-8B94-66B44BF72DA2}" srcOrd="0" destOrd="0" presId="urn:microsoft.com/office/officeart/2005/8/layout/hierarchy2"/>
    <dgm:cxn modelId="{B3F80C51-1A21-41FC-808E-FFEDD90E0683}" type="presParOf" srcId="{C277AD8F-4D5F-407F-9F08-6D3D374D77B3}" destId="{598A42F7-B826-4430-93A1-397946805F2E}" srcOrd="1" destOrd="0" presId="urn:microsoft.com/office/officeart/2005/8/layout/hierarchy2"/>
    <dgm:cxn modelId="{9169D9DD-FFB6-4615-B7C5-219F52BDA855}" type="presParOf" srcId="{598A42F7-B826-4430-93A1-397946805F2E}" destId="{BFE6F963-66A8-4D15-BD99-1481BAE0FF88}" srcOrd="0" destOrd="0" presId="urn:microsoft.com/office/officeart/2005/8/layout/hierarchy2"/>
    <dgm:cxn modelId="{3CAE4451-624C-4A33-A63C-C4A92EB4140D}" type="presParOf" srcId="{598A42F7-B826-4430-93A1-397946805F2E}" destId="{5510E8FD-738C-4C81-8599-F495CF94B4BC}" srcOrd="1" destOrd="0" presId="urn:microsoft.com/office/officeart/2005/8/layout/hierarchy2"/>
    <dgm:cxn modelId="{4E8F149B-3F7C-41B5-A5CD-8E2481A281BF}" type="presParOf" srcId="{C277AD8F-4D5F-407F-9F08-6D3D374D77B3}" destId="{08208022-9654-48FF-9110-4744C2BA4514}" srcOrd="2" destOrd="0" presId="urn:microsoft.com/office/officeart/2005/8/layout/hierarchy2"/>
    <dgm:cxn modelId="{ECA5F9DC-BFF3-4B92-B276-7088CADF82C1}" type="presParOf" srcId="{08208022-9654-48FF-9110-4744C2BA4514}" destId="{203AE94E-4E31-4FDB-AF17-61EFF097AA92}" srcOrd="0" destOrd="0" presId="urn:microsoft.com/office/officeart/2005/8/layout/hierarchy2"/>
    <dgm:cxn modelId="{EDFE1F3B-6531-4E30-92FA-1D63607A073D}" type="presParOf" srcId="{C277AD8F-4D5F-407F-9F08-6D3D374D77B3}" destId="{A22368A8-034D-4BA9-A43C-F6247CB135F5}" srcOrd="3" destOrd="0" presId="urn:microsoft.com/office/officeart/2005/8/layout/hierarchy2"/>
    <dgm:cxn modelId="{EB055041-9B74-4AF0-AB46-E08A531BB1A5}" type="presParOf" srcId="{A22368A8-034D-4BA9-A43C-F6247CB135F5}" destId="{5AB66BD1-BC37-44D3-BB01-EC7E7C78870F}" srcOrd="0" destOrd="0" presId="urn:microsoft.com/office/officeart/2005/8/layout/hierarchy2"/>
    <dgm:cxn modelId="{233574B9-2F48-4777-931D-CBC263A57B4E}" type="presParOf" srcId="{A22368A8-034D-4BA9-A43C-F6247CB135F5}" destId="{56D5117E-1A35-4382-8577-512F4C6BFF55}" srcOrd="1" destOrd="0" presId="urn:microsoft.com/office/officeart/2005/8/layout/hierarchy2"/>
    <dgm:cxn modelId="{BF6218C9-DD20-4A72-B92A-A9E243D677B5}" type="presParOf" srcId="{C277AD8F-4D5F-407F-9F08-6D3D374D77B3}" destId="{92EE5AC2-7A5A-463D-80AC-EA355F657B72}" srcOrd="4" destOrd="0" presId="urn:microsoft.com/office/officeart/2005/8/layout/hierarchy2"/>
    <dgm:cxn modelId="{5CD3EA04-7634-4749-9C35-E35FAD6620D9}" type="presParOf" srcId="{92EE5AC2-7A5A-463D-80AC-EA355F657B72}" destId="{4B37090B-E5B7-489E-922C-3D6CFC6120BA}" srcOrd="0" destOrd="0" presId="urn:microsoft.com/office/officeart/2005/8/layout/hierarchy2"/>
    <dgm:cxn modelId="{63E88F37-BEE8-4CFF-8D2A-62393AA85C5C}" type="presParOf" srcId="{C277AD8F-4D5F-407F-9F08-6D3D374D77B3}" destId="{ABC291C5-427D-4FB0-B0AC-B8BEC4501D61}" srcOrd="5" destOrd="0" presId="urn:microsoft.com/office/officeart/2005/8/layout/hierarchy2"/>
    <dgm:cxn modelId="{588F7649-A8A9-4509-8621-87FFB6C49F46}" type="presParOf" srcId="{ABC291C5-427D-4FB0-B0AC-B8BEC4501D61}" destId="{D98366ED-1538-45A8-AEA2-FC8F167D788F}" srcOrd="0" destOrd="0" presId="urn:microsoft.com/office/officeart/2005/8/layout/hierarchy2"/>
    <dgm:cxn modelId="{9B75A52E-2109-44A4-AEFE-F08A9EDB496A}" type="presParOf" srcId="{ABC291C5-427D-4FB0-B0AC-B8BEC4501D61}" destId="{1EA71E2D-E089-4F44-A686-E6A95FC0217F}" srcOrd="1" destOrd="0" presId="urn:microsoft.com/office/officeart/2005/8/layout/hierarchy2"/>
    <dgm:cxn modelId="{31854B95-06F1-44DA-9FB6-EC26DF7322B2}" type="presParOf" srcId="{C277AD8F-4D5F-407F-9F08-6D3D374D77B3}" destId="{C3ACC8EF-1BB7-485A-8807-707E07C5D56C}" srcOrd="6" destOrd="0" presId="urn:microsoft.com/office/officeart/2005/8/layout/hierarchy2"/>
    <dgm:cxn modelId="{4D9F8842-5D5E-4CEE-B334-267185789C4E}" type="presParOf" srcId="{C3ACC8EF-1BB7-485A-8807-707E07C5D56C}" destId="{523BA60D-9EC7-44D2-82E7-C3014CA1F456}" srcOrd="0" destOrd="0" presId="urn:microsoft.com/office/officeart/2005/8/layout/hierarchy2"/>
    <dgm:cxn modelId="{6FBD8601-FEF4-4AAC-8743-26B5B09D59C1}" type="presParOf" srcId="{C277AD8F-4D5F-407F-9F08-6D3D374D77B3}" destId="{22039AAC-4096-4521-92FB-65C6BDFC273C}" srcOrd="7" destOrd="0" presId="urn:microsoft.com/office/officeart/2005/8/layout/hierarchy2"/>
    <dgm:cxn modelId="{767EBAC2-E116-4E24-A2AB-1C3DA3A0E6C4}" type="presParOf" srcId="{22039AAC-4096-4521-92FB-65C6BDFC273C}" destId="{C4B339E4-6E26-4F4B-82E4-A85199051980}" srcOrd="0" destOrd="0" presId="urn:microsoft.com/office/officeart/2005/8/layout/hierarchy2"/>
    <dgm:cxn modelId="{CAAE8C04-E8FC-4EEE-A609-B873E569C59F}" type="presParOf" srcId="{22039AAC-4096-4521-92FB-65C6BDFC273C}" destId="{5AA4AE83-7A9A-42DA-856F-191583024B8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0093C-7B38-4B53-A8E1-E043F749CF81}">
      <dsp:nvSpPr>
        <dsp:cNvPr id="0" name=""/>
        <dsp:cNvSpPr/>
      </dsp:nvSpPr>
      <dsp:spPr>
        <a:xfrm>
          <a:off x="487533" y="1663159"/>
          <a:ext cx="1443234" cy="7216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Times New Roman" pitchFamily="18" charset="0"/>
              <a:cs typeface="Times New Roman" pitchFamily="18" charset="0"/>
            </a:rPr>
            <a:t>TTCK</a:t>
          </a:r>
        </a:p>
      </dsp:txBody>
      <dsp:txXfrm>
        <a:off x="508668" y="1684294"/>
        <a:ext cx="1400964" cy="679347"/>
      </dsp:txXfrm>
    </dsp:sp>
    <dsp:sp modelId="{82D7F639-082F-455B-AA4A-79188B5F6DA6}">
      <dsp:nvSpPr>
        <dsp:cNvPr id="0" name=""/>
        <dsp:cNvSpPr/>
      </dsp:nvSpPr>
      <dsp:spPr>
        <a:xfrm rot="17350740">
          <a:off x="1340788" y="1181837"/>
          <a:ext cx="1757252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1757252" y="12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75483" y="1150176"/>
        <a:ext cx="87862" cy="87862"/>
      </dsp:txXfrm>
    </dsp:sp>
    <dsp:sp modelId="{B240E109-4BF3-4F46-A6BD-B87F0E830F70}">
      <dsp:nvSpPr>
        <dsp:cNvPr id="0" name=""/>
        <dsp:cNvSpPr/>
      </dsp:nvSpPr>
      <dsp:spPr>
        <a:xfrm>
          <a:off x="2508061" y="3439"/>
          <a:ext cx="2079729" cy="7216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latin typeface="Times New Roman" pitchFamily="18" charset="0"/>
              <a:cs typeface="Times New Roman" pitchFamily="18" charset="0"/>
            </a:rPr>
            <a:t>NĐT</a:t>
          </a:r>
        </a:p>
      </dsp:txBody>
      <dsp:txXfrm>
        <a:off x="2529196" y="24574"/>
        <a:ext cx="2037459" cy="679347"/>
      </dsp:txXfrm>
    </dsp:sp>
    <dsp:sp modelId="{9C2824A0-CDB4-4179-97B6-7F8EF5823467}">
      <dsp:nvSpPr>
        <dsp:cNvPr id="0" name=""/>
        <dsp:cNvSpPr/>
      </dsp:nvSpPr>
      <dsp:spPr>
        <a:xfrm rot="18289469">
          <a:off x="1713960" y="1596767"/>
          <a:ext cx="1010908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1010908" y="12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94142" y="1583765"/>
        <a:ext cx="50545" cy="50545"/>
      </dsp:txXfrm>
    </dsp:sp>
    <dsp:sp modelId="{91516337-71E3-4633-BF18-06EB5E255286}">
      <dsp:nvSpPr>
        <dsp:cNvPr id="0" name=""/>
        <dsp:cNvSpPr/>
      </dsp:nvSpPr>
      <dsp:spPr>
        <a:xfrm>
          <a:off x="2508061" y="833299"/>
          <a:ext cx="2141831" cy="7216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latin typeface="Times New Roman" pitchFamily="18" charset="0"/>
              <a:cs typeface="Times New Roman" pitchFamily="18" charset="0"/>
            </a:rPr>
            <a:t>TCPH</a:t>
          </a:r>
        </a:p>
      </dsp:txBody>
      <dsp:txXfrm>
        <a:off x="2529196" y="854434"/>
        <a:ext cx="2099561" cy="679347"/>
      </dsp:txXfrm>
    </dsp:sp>
    <dsp:sp modelId="{BAE0311F-0887-4539-8D11-640DECFD013F}">
      <dsp:nvSpPr>
        <dsp:cNvPr id="0" name=""/>
        <dsp:cNvSpPr/>
      </dsp:nvSpPr>
      <dsp:spPr>
        <a:xfrm rot="19457599">
          <a:off x="4583070" y="974372"/>
          <a:ext cx="710939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710939" y="12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20766" y="968869"/>
        <a:ext cx="35546" cy="35546"/>
      </dsp:txXfrm>
    </dsp:sp>
    <dsp:sp modelId="{A444CE36-4DD6-4377-A478-EF821EF3F2B0}">
      <dsp:nvSpPr>
        <dsp:cNvPr id="0" name=""/>
        <dsp:cNvSpPr/>
      </dsp:nvSpPr>
      <dsp:spPr>
        <a:xfrm>
          <a:off x="5227187" y="418369"/>
          <a:ext cx="2335167" cy="7216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Times New Roman" pitchFamily="18" charset="0"/>
              <a:cs typeface="Times New Roman" pitchFamily="18" charset="0"/>
            </a:rPr>
            <a:t>CHÍNH PHỦ</a:t>
          </a:r>
        </a:p>
      </dsp:txBody>
      <dsp:txXfrm>
        <a:off x="5248322" y="439504"/>
        <a:ext cx="2292897" cy="679347"/>
      </dsp:txXfrm>
    </dsp:sp>
    <dsp:sp modelId="{696BEFEB-003B-44D2-956A-B79AF03E69EA}">
      <dsp:nvSpPr>
        <dsp:cNvPr id="0" name=""/>
        <dsp:cNvSpPr/>
      </dsp:nvSpPr>
      <dsp:spPr>
        <a:xfrm rot="2142401">
          <a:off x="4583070" y="1389302"/>
          <a:ext cx="710939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710939" y="12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20766" y="1383799"/>
        <a:ext cx="35546" cy="35546"/>
      </dsp:txXfrm>
    </dsp:sp>
    <dsp:sp modelId="{1F69FC28-A89C-453A-9441-D4484D11441A}">
      <dsp:nvSpPr>
        <dsp:cNvPr id="0" name=""/>
        <dsp:cNvSpPr/>
      </dsp:nvSpPr>
      <dsp:spPr>
        <a:xfrm>
          <a:off x="5227187" y="1248229"/>
          <a:ext cx="2427924" cy="7216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Times New Roman" pitchFamily="18" charset="0"/>
              <a:cs typeface="Times New Roman" pitchFamily="18" charset="0"/>
            </a:rPr>
            <a:t>D.NGHIỆP</a:t>
          </a:r>
        </a:p>
      </dsp:txBody>
      <dsp:txXfrm>
        <a:off x="5248322" y="1269364"/>
        <a:ext cx="2385654" cy="679347"/>
      </dsp:txXfrm>
    </dsp:sp>
    <dsp:sp modelId="{B72F5A58-9306-4395-85E6-DE9E24976EBE}">
      <dsp:nvSpPr>
        <dsp:cNvPr id="0" name=""/>
        <dsp:cNvSpPr/>
      </dsp:nvSpPr>
      <dsp:spPr>
        <a:xfrm rot="4249260">
          <a:off x="1340788" y="2841556"/>
          <a:ext cx="1757252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1757252" y="12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175483" y="2809896"/>
        <a:ext cx="87862" cy="87862"/>
      </dsp:txXfrm>
    </dsp:sp>
    <dsp:sp modelId="{225EADC1-9209-485B-9F77-BC16B4458F1D}">
      <dsp:nvSpPr>
        <dsp:cNvPr id="0" name=""/>
        <dsp:cNvSpPr/>
      </dsp:nvSpPr>
      <dsp:spPr>
        <a:xfrm>
          <a:off x="2508061" y="3322878"/>
          <a:ext cx="2080508" cy="7216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Times New Roman" pitchFamily="18" charset="0"/>
              <a:cs typeface="Times New Roman" pitchFamily="18" charset="0"/>
            </a:rPr>
            <a:t>TC </a:t>
          </a:r>
          <a:r>
            <a:rPr lang="en-US" sz="3200" b="1" kern="1200" dirty="0" err="1">
              <a:latin typeface="Times New Roman" pitchFamily="18" charset="0"/>
              <a:cs typeface="Times New Roman" pitchFamily="18" charset="0"/>
            </a:rPr>
            <a:t>lquan</a:t>
          </a:r>
          <a:endParaRPr lang="en-US" sz="32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2529196" y="3344013"/>
        <a:ext cx="2038238" cy="679347"/>
      </dsp:txXfrm>
    </dsp:sp>
    <dsp:sp modelId="{724CB1C4-CCF4-41AC-8D8D-55B21576E53C}">
      <dsp:nvSpPr>
        <dsp:cNvPr id="0" name=""/>
        <dsp:cNvSpPr/>
      </dsp:nvSpPr>
      <dsp:spPr>
        <a:xfrm rot="17692822">
          <a:off x="4191147" y="3049021"/>
          <a:ext cx="1372140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1372140" y="12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42913" y="3026988"/>
        <a:ext cx="68607" cy="68607"/>
      </dsp:txXfrm>
    </dsp:sp>
    <dsp:sp modelId="{BFE6F963-66A8-4D15-BD99-1481BAE0FF88}">
      <dsp:nvSpPr>
        <dsp:cNvPr id="0" name=""/>
        <dsp:cNvSpPr/>
      </dsp:nvSpPr>
      <dsp:spPr>
        <a:xfrm>
          <a:off x="5165864" y="2078088"/>
          <a:ext cx="2279992" cy="7216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>
              <a:latin typeface="Times New Roman" pitchFamily="18" charset="0"/>
              <a:cs typeface="Times New Roman" pitchFamily="18" charset="0"/>
            </a:rPr>
            <a:t>CQQL</a:t>
          </a:r>
        </a:p>
      </dsp:txBody>
      <dsp:txXfrm>
        <a:off x="5186999" y="2099223"/>
        <a:ext cx="2237722" cy="679347"/>
      </dsp:txXfrm>
    </dsp:sp>
    <dsp:sp modelId="{08208022-9654-48FF-9110-4744C2BA4514}">
      <dsp:nvSpPr>
        <dsp:cNvPr id="0" name=""/>
        <dsp:cNvSpPr/>
      </dsp:nvSpPr>
      <dsp:spPr>
        <a:xfrm rot="19457599">
          <a:off x="4521747" y="3463951"/>
          <a:ext cx="710939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710939" y="12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59443" y="3458448"/>
        <a:ext cx="35546" cy="35546"/>
      </dsp:txXfrm>
    </dsp:sp>
    <dsp:sp modelId="{5AB66BD1-BC37-44D3-BB01-EC7E7C78870F}">
      <dsp:nvSpPr>
        <dsp:cNvPr id="0" name=""/>
        <dsp:cNvSpPr/>
      </dsp:nvSpPr>
      <dsp:spPr>
        <a:xfrm>
          <a:off x="5165864" y="2907948"/>
          <a:ext cx="2358259" cy="7216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Times New Roman" pitchFamily="18" charset="0"/>
              <a:cs typeface="Times New Roman" pitchFamily="18" charset="0"/>
            </a:rPr>
            <a:t>TCHT: SGD, VSD</a:t>
          </a:r>
        </a:p>
      </dsp:txBody>
      <dsp:txXfrm>
        <a:off x="5186999" y="2929083"/>
        <a:ext cx="2315989" cy="679347"/>
      </dsp:txXfrm>
    </dsp:sp>
    <dsp:sp modelId="{92EE5AC2-7A5A-463D-80AC-EA355F657B72}">
      <dsp:nvSpPr>
        <dsp:cNvPr id="0" name=""/>
        <dsp:cNvSpPr/>
      </dsp:nvSpPr>
      <dsp:spPr>
        <a:xfrm rot="2142401">
          <a:off x="4521747" y="3878881"/>
          <a:ext cx="710939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710939" y="12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59443" y="3873378"/>
        <a:ext cx="35546" cy="35546"/>
      </dsp:txXfrm>
    </dsp:sp>
    <dsp:sp modelId="{D98366ED-1538-45A8-AEA2-FC8F167D788F}">
      <dsp:nvSpPr>
        <dsp:cNvPr id="0" name=""/>
        <dsp:cNvSpPr/>
      </dsp:nvSpPr>
      <dsp:spPr>
        <a:xfrm>
          <a:off x="5165864" y="3737808"/>
          <a:ext cx="2374452" cy="7216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Times New Roman" pitchFamily="18" charset="0"/>
              <a:cs typeface="Times New Roman" pitchFamily="18" charset="0"/>
            </a:rPr>
            <a:t>TCTG: CTCK</a:t>
          </a:r>
        </a:p>
      </dsp:txBody>
      <dsp:txXfrm>
        <a:off x="5186999" y="3758943"/>
        <a:ext cx="2332182" cy="679347"/>
      </dsp:txXfrm>
    </dsp:sp>
    <dsp:sp modelId="{C3ACC8EF-1BB7-485A-8807-707E07C5D56C}">
      <dsp:nvSpPr>
        <dsp:cNvPr id="0" name=""/>
        <dsp:cNvSpPr/>
      </dsp:nvSpPr>
      <dsp:spPr>
        <a:xfrm rot="3907178">
          <a:off x="4191147" y="4293811"/>
          <a:ext cx="1372140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1372140" y="1227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42913" y="4271778"/>
        <a:ext cx="68607" cy="68607"/>
      </dsp:txXfrm>
    </dsp:sp>
    <dsp:sp modelId="{C4B339E4-6E26-4F4B-82E4-A85199051980}">
      <dsp:nvSpPr>
        <dsp:cNvPr id="0" name=""/>
        <dsp:cNvSpPr/>
      </dsp:nvSpPr>
      <dsp:spPr>
        <a:xfrm>
          <a:off x="5165864" y="4567668"/>
          <a:ext cx="2576202" cy="7216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Times New Roman" pitchFamily="18" charset="0"/>
              <a:cs typeface="Times New Roman" pitchFamily="18" charset="0"/>
            </a:rPr>
            <a:t>TC </a:t>
          </a:r>
          <a:r>
            <a:rPr lang="en-US" sz="3200" b="1" kern="1200" dirty="0" err="1">
              <a:latin typeface="Times New Roman" pitchFamily="18" charset="0"/>
              <a:cs typeface="Times New Roman" pitchFamily="18" charset="0"/>
            </a:rPr>
            <a:t>phụ</a:t>
          </a:r>
          <a:r>
            <a:rPr lang="en-US" sz="3200" b="1" kern="1200" dirty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3200" b="1" kern="1200" dirty="0" err="1">
              <a:latin typeface="Times New Roman" pitchFamily="18" charset="0"/>
              <a:cs typeface="Times New Roman" pitchFamily="18" charset="0"/>
            </a:rPr>
            <a:t>trợ</a:t>
          </a:r>
          <a:r>
            <a:rPr lang="en-US" sz="3200" b="1" kern="1200" dirty="0">
              <a:latin typeface="Times New Roman" pitchFamily="18" charset="0"/>
              <a:cs typeface="Times New Roman" pitchFamily="18" charset="0"/>
            </a:rPr>
            <a:t>: CRA</a:t>
          </a:r>
        </a:p>
      </dsp:txBody>
      <dsp:txXfrm>
        <a:off x="5186999" y="4588803"/>
        <a:ext cx="2533932" cy="6793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53F2B-1527-4091-9A10-69E7F9514F41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2242C-F63F-40E6-9039-4B21DBDE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0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96AEB9-F380-4451-AEAF-7E0DF43A4FE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E6E61-D895-442B-BCAE-2EF2A25B9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4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Nguồn</a:t>
            </a:r>
            <a:r>
              <a:rPr lang="en-US" b="0" i="0" dirty="0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: 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Báo</a:t>
            </a:r>
            <a:r>
              <a:rPr lang="en-US" b="0" i="0" dirty="0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cáo</a:t>
            </a:r>
            <a:r>
              <a:rPr lang="en-US" b="0" i="0" dirty="0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xếp</a:t>
            </a:r>
            <a:r>
              <a:rPr lang="en-US" b="0" i="0" dirty="0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hạng</a:t>
            </a:r>
            <a:r>
              <a:rPr lang="en-US" b="0" i="0" dirty="0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 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tháng</a:t>
            </a:r>
            <a:r>
              <a:rPr lang="en-US" b="0" i="0" dirty="0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 9/2023 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của</a:t>
            </a:r>
            <a:r>
              <a:rPr lang="en-US" b="0" i="0" dirty="0">
                <a:solidFill>
                  <a:srgbClr val="666666"/>
                </a:solidFill>
                <a:effectLst/>
                <a:latin typeface="Tahoma" panose="020B0604030504040204" pitchFamily="34" charset="0"/>
              </a:rPr>
              <a:t> FTSE Russell.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E6E61-D895-442B-BCAE-2EF2A25B9EC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64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BABD-6092-4F13-B4B0-21AE4E4EE0D2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FDA4-7B37-405F-A271-2D9802CD1843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A223-043E-479A-B8C1-C7E94C3B2C10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7A991-B4C3-468E-B141-08DB3E9C6F9A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0BCDC-9F20-41AE-9865-5A11B985C30F}" type="datetime1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C9DF-90CD-4520-9200-1D028D4E3446}" type="datetime1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DC2E7-BA2C-46A9-B359-276DBC4C3FEB}" type="datetime1">
              <a:rPr lang="en-US" smtClean="0"/>
              <a:t>10/7/2024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D5080-62B2-4E62-9D7B-F7E342678DEC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huyenntssc@gmail.com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4E5DC-741B-41F3-9303-5C82776F6E3F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01B2-1C14-4542-AC39-BD2D2B56EDA4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5B404-F88E-476E-B578-E83E6A150FB7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C6C805-FBE3-4397-870D-65F290AD78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1957C8-ABBA-4927-940E-2EB4BA7C5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FDA89D5-3ABE-4720-9BAC-D695C8B408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088BF8-97AD-45C3-B9D1-77135B3BA8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2757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BA6EA59C-D477-4244-8D0A-684A284461D0}" type="datetime1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huyenntssc@gmail.com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6BE8DA82-02A7-4DB4-B969-DBD9F217E8F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3886200"/>
          </a:xfrm>
        </p:spPr>
        <p:txBody>
          <a:bodyPr>
            <a:normAutofit fontScale="90000"/>
          </a:bodyPr>
          <a:lstStyle/>
          <a:p>
            <a:pPr algn="r"/>
            <a:r>
              <a:rPr lang="en-US" sz="73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TỔNG QUAN</a:t>
            </a:r>
            <a:b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cap="none" dirty="0" err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Chứng</a:t>
            </a:r>
            <a:r>
              <a:rPr lang="en-US" b="1" cap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cap="none" dirty="0" err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khoán</a:t>
            </a:r>
            <a:r>
              <a:rPr lang="en-US" b="1" cap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cap="none" dirty="0" err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b="1" cap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cap="none" dirty="0" err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Thị</a:t>
            </a:r>
            <a:r>
              <a:rPr lang="en-US" b="1" cap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cap="none" dirty="0" err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b="1" cap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cap="none" dirty="0" err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chứng</a:t>
            </a:r>
            <a:r>
              <a:rPr lang="en-US" b="1" cap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cap="none" dirty="0" err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khoán</a:t>
            </a:r>
            <a:br>
              <a:rPr lang="en-US" b="1" cap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cap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br>
              <a:rPr lang="en-US" b="1" cap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b="1" cap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TS. </a:t>
            </a:r>
            <a:r>
              <a:rPr lang="en-US" b="1" cap="none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</a:t>
            </a:r>
            <a:r>
              <a:rPr lang="en-US" b="1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Thanh </a:t>
            </a:r>
            <a:r>
              <a:rPr lang="en-US" b="1" cap="none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Huyền</a:t>
            </a:r>
            <a:br>
              <a:rPr lang="vi-VN" b="1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UBCKNN láº¥y Ã½ kiáº¿n gÃ³p Ã½ Dá»± tháº£o ThÃ´ng tÆ° hÆ°á»ng dáº«n bÃ¡n cá» pháº§n láº§n Äáº§u vÃ  chuyá»n nhÆ°á»£ng vá»n nhÃ  nÆ°á»c theo phÆ°Æ¡ng thá»©c dá»±ng sá»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3657600" cy="1295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4240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2EFC-8D62-439C-82F8-5B0D9426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</a:t>
            </a:r>
            <a:r>
              <a:rPr lang="en-US" b="1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dung </a:t>
            </a:r>
            <a:r>
              <a:rPr lang="en-US" b="1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chính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D47D50-E36F-4A5B-9D17-61A269EC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pic>
        <p:nvPicPr>
          <p:cNvPr id="5" name="Google Shape;121;p5">
            <a:extLst>
              <a:ext uri="{FF2B5EF4-FFF2-40B4-BE49-F238E27FC236}">
                <a16:creationId xmlns:a16="http://schemas.microsoft.com/office/drawing/2014/main" id="{55F2A29F-7D67-45B7-B784-1E0952F99CEB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972791" y="1100138"/>
            <a:ext cx="7220643" cy="51482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494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TÀI CHÍNH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marL="571500" indent="-571500" algn="just">
              <a:buFont typeface="Wingdings" pitchFamily="2" charset="2"/>
              <a:buChar char="Ø"/>
            </a:pPr>
            <a:r>
              <a:rPr lang="vi-VN" sz="4000" dirty="0">
                <a:solidFill>
                  <a:srgbClr val="333333"/>
                </a:solidFill>
                <a:latin typeface="Time New Roman"/>
              </a:rPr>
              <a:t>L</a:t>
            </a:r>
            <a:r>
              <a:rPr lang="vi-VN" sz="4000" i="0" dirty="0">
                <a:solidFill>
                  <a:srgbClr val="333333"/>
                </a:solidFill>
                <a:effectLst/>
                <a:latin typeface="Time New Roman"/>
              </a:rPr>
              <a:t>à sự phân bố tài sản, nợ phải trả và tiền theo thời gian. 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vi-VN" sz="4000" dirty="0">
                <a:solidFill>
                  <a:srgbClr val="333333"/>
                </a:solidFill>
                <a:latin typeface="Time New Roman"/>
              </a:rPr>
              <a:t>3 loại: </a:t>
            </a:r>
            <a:r>
              <a:rPr lang="vi-VN" sz="4000" i="0" dirty="0">
                <a:solidFill>
                  <a:srgbClr val="333333"/>
                </a:solidFill>
                <a:effectLst/>
                <a:latin typeface="Time New Roman"/>
              </a:rPr>
              <a:t>Tài chính cá nhân, tài chính doanh nghiệp và tài chính công.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US" sz="4000" dirty="0" err="1">
                <a:latin typeface="Time New Roman"/>
                <a:cs typeface="Times New Roman" pitchFamily="18" charset="0"/>
              </a:rPr>
              <a:t>Đặc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trưng</a:t>
            </a:r>
            <a:r>
              <a:rPr lang="en-US" sz="4000" dirty="0">
                <a:latin typeface="Time New Roman"/>
                <a:cs typeface="Times New Roman" pitchFamily="18" charset="0"/>
              </a:rPr>
              <a:t>: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phải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là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quan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hệ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phân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vi-VN" sz="4000" dirty="0">
                <a:latin typeface="Time New Roman"/>
                <a:cs typeface="Times New Roman" pitchFamily="18" charset="0"/>
              </a:rPr>
              <a:t>phối;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diễn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ra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dưới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dạng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giá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vi-VN" sz="4000" dirty="0">
                <a:latin typeface="Time New Roman"/>
                <a:cs typeface="Times New Roman" pitchFamily="18" charset="0"/>
              </a:rPr>
              <a:t>trị;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có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sự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thành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lập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và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sử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dụng</a:t>
            </a:r>
            <a:r>
              <a:rPr lang="en-US" sz="4000" dirty="0">
                <a:latin typeface="Time New Roman"/>
                <a:cs typeface="Times New Roman" pitchFamily="18" charset="0"/>
              </a:rPr>
              <a:t> 1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quỹ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tiền</a:t>
            </a:r>
            <a:r>
              <a:rPr lang="en-US" sz="4000" dirty="0">
                <a:latin typeface="Time New Roman"/>
                <a:cs typeface="Times New Roman" pitchFamily="18" charset="0"/>
              </a:rPr>
              <a:t> </a:t>
            </a:r>
            <a:r>
              <a:rPr lang="en-US" sz="4000" dirty="0" err="1">
                <a:latin typeface="Time New Roman"/>
                <a:cs typeface="Times New Roman" pitchFamily="18" charset="0"/>
              </a:rPr>
              <a:t>tệ</a:t>
            </a:r>
            <a:endParaRPr lang="en-US" sz="4000" dirty="0">
              <a:latin typeface="Time New Roman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1402786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0BAC-B510-4F3A-8D48-6534584CB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TÀI SẢN TÀI CHÍNH</a:t>
            </a:r>
            <a:endParaRPr lang="vi-VN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BF517-AF0C-441B-8A75-FD8BA41E2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100628"/>
            <a:ext cx="7520940" cy="4842972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itchFamily="2" charset="2"/>
              <a:buChar char="v"/>
              <a:defRPr/>
            </a:pPr>
            <a:r>
              <a:rPr lang="en-US" b="1" dirty="0"/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cứ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hữu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trao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.”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hữu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phụ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thuộc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đặc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xưởng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đai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móc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thiết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…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vô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gì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đặc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TSTC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vô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Tín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kho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bạc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; 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ty;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phủ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ưu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đãi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Sổ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gửi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kiệm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phái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err="1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 ….</a:t>
            </a:r>
          </a:p>
        </p:txBody>
      </p:sp>
    </p:spTree>
    <p:extLst>
      <p:ext uri="{BB962C8B-B14F-4D97-AF65-F5344CB8AC3E}">
        <p14:creationId xmlns:p14="http://schemas.microsoft.com/office/powerpoint/2010/main" val="120005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EDDA-E88B-2A42-B1AF-5EA9279FD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cấu trúc thị trường Tài chính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6CA6C-FD76-B76E-331E-6D1B32E9B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D9D85C-4395-802F-E3E2-4D14B143B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1132681"/>
            <a:ext cx="7848600" cy="511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31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47784-ED08-4109-B7D1-446C7BF8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336EE-E9D0-4623-B4D4-D912770FE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100628"/>
            <a:ext cx="7520940" cy="507157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KN: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MB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giấy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tờ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Hay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VAI TRÒ: </a:t>
            </a:r>
          </a:p>
          <a:p>
            <a:pPr lvl="3" indent="-342900" algn="just">
              <a:lnSpc>
                <a:spcPct val="135000"/>
              </a:lnSpc>
              <a:spcBef>
                <a:spcPts val="0"/>
              </a:spcBef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2800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tiết</a:t>
            </a:r>
            <a:r>
              <a:rPr lang="en-US" sz="2800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2800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2800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Cung</a:t>
            </a:r>
            <a:r>
              <a:rPr lang="en-US" sz="2800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800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2800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2800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vốn</a:t>
            </a:r>
            <a:r>
              <a:rPr lang="en-US" sz="2800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N.hạn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3" indent="-342900" algn="just">
              <a:lnSpc>
                <a:spcPct val="135000"/>
              </a:lnSpc>
              <a:spcBef>
                <a:spcPts val="0"/>
              </a:spcBef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hội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triển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T.chính</a:t>
            </a:r>
            <a:endParaRPr lang="en-US" sz="2800" b="1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 indent="-342900" algn="just">
              <a:lnSpc>
                <a:spcPct val="135000"/>
              </a:lnSpc>
              <a:spcBef>
                <a:spcPts val="0"/>
              </a:spcBef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T.toán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Q.tế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mở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rộng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HTQT,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dễ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dàng</a:t>
            </a:r>
            <a:r>
              <a:rPr lang="en-US" sz="2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AA3D2-100B-400D-8DB0-D3D90D44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205064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E6612-A577-49BB-BFB1-7BF06C5B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396240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3E96-8700-445A-85C0-37A892C8E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838200"/>
            <a:ext cx="7520940" cy="502920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 PHIẾU KHO BẠC: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hòa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lưu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tiền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tệ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hỗ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trợ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thu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chi,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cân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ngân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sách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bù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đắp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thiếu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hụt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tạm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thị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trường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nhằm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hạn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chế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lạm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ảnh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hưởng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triển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nền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kinh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tế</a:t>
            </a:r>
            <a:r>
              <a:rPr lang="en-US" sz="20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i="1" dirty="0">
              <a:solidFill>
                <a:srgbClr val="231F2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 KHOẢN VAY LIÊN NH: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đảm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tỷ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lệ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trữ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bắt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buộc</a:t>
            </a:r>
            <a:endParaRPr lang="en-US" sz="20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GIẤY CHẤP NHẬN T.TOÁN</a:t>
            </a:r>
            <a:r>
              <a:rPr lang="en-US" sz="2000" b="1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cụ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đảm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rằng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ngân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thanh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toán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tất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cả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khoản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mà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đơn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vị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nhập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khẩu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còn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thiếu</a:t>
            </a:r>
            <a:endParaRPr lang="en-US" sz="2000" b="1" i="1" dirty="0">
              <a:solidFill>
                <a:srgbClr val="212529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b="1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KỲ PHIẾU T.MẠI/ THƯƠNG </a:t>
            </a:r>
            <a:r>
              <a:rPr lang="en-US" sz="2000" b="1" i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PHIẾU: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thay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thế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giấy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nợ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đưa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bên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cung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hóa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dịch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vụ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nợ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thời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trả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nợ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lãi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suất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kỳ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CHỨNG CHỈ NGẮN HẠN</a:t>
            </a:r>
            <a:r>
              <a:rPr lang="en-US" sz="2000" b="1" i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20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thời</a:t>
            </a:r>
            <a:r>
              <a:rPr lang="en-US" sz="20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hạn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3, 6, 9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tối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đa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12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tháng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gồm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Chứng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tiết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kiệm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tín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phiếu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ty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tài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chính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kỳ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phiếu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ngân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hàng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…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ngân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hàng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ty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tài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chính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hành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gửi</a:t>
            </a:r>
            <a:r>
              <a:rPr lang="en-US" sz="20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 </a:t>
            </a:r>
            <a:endParaRPr lang="en-US" sz="2000" dirty="0">
              <a:solidFill>
                <a:srgbClr val="212529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889891-8EDB-45AA-9C4D-D810FE3C0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3584156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5B5B8-A4E2-4FA4-AE76-C17BD2C4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THỊ TR</a:t>
            </a:r>
            <a:r>
              <a:rPr lang="vi-VN" b="1" dirty="0">
                <a:latin typeface="Times New Roman" pitchFamily="18" charset="0"/>
                <a:cs typeface="Times New Roman" pitchFamily="18" charset="0"/>
              </a:rPr>
              <a:t>Ư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ỜNG </a:t>
            </a:r>
            <a:r>
              <a:rPr lang="vi-VN" b="1" dirty="0">
                <a:latin typeface="Times New Roman" pitchFamily="18" charset="0"/>
                <a:cs typeface="Times New Roman" pitchFamily="18" charset="0"/>
              </a:rPr>
              <a:t>VỐN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226E1-BE23-4DB9-B121-3B57FD8F3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38200"/>
            <a:ext cx="7658100" cy="5257800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TTV/TTCK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là thị trường diễn ra các hoạt động phát hành, giao dịch mua bán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CK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vi-VN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oạt động về 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CK &amp;TTCK </a:t>
            </a:r>
            <a:r>
              <a:rPr lang="vi-VN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bao gồm hoạt động chào bán, niêm yết, giao dịch, kinh doanh, đầu tư 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CK</a:t>
            </a:r>
            <a:r>
              <a:rPr lang="vi-VN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cung cấp dịch vụ về 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CK</a:t>
            </a:r>
            <a:r>
              <a:rPr lang="vi-VN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công bố thông tin, quản trị công ty đại chúng và các hoạt động khác được quy định tại Luật này.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vi-VN" sz="2400" b="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Đ</a:t>
            </a:r>
            <a:r>
              <a:rPr lang="en-US" sz="2400" b="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vi-VN" sz="2400" b="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4 </a:t>
            </a:r>
            <a:r>
              <a:rPr lang="en-US" sz="2400" b="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LCK)</a:t>
            </a:r>
            <a:r>
              <a:rPr lang="vi-VN" sz="2400" b="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buFont typeface="Wingdings" pitchFamily="2" charset="2"/>
              <a:buChar char="Ø"/>
            </a:pPr>
            <a:r>
              <a:rPr lang="vi-VN" sz="2800" dirty="0">
                <a:latin typeface="Times New Roman" pitchFamily="18" charset="0"/>
                <a:cs typeface="Times New Roman" pitchFamily="18" charset="0"/>
              </a:rPr>
              <a:t>Tôn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vi-VN" sz="28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vi-VN" sz="2800" b="0" dirty="0">
                <a:latin typeface="Times New Roman" pitchFamily="18" charset="0"/>
                <a:cs typeface="Times New Roman" pitchFamily="18" charset="0"/>
              </a:rPr>
              <a:t>1. Tôn trọng quyền sở hữu, quyền khác đối với tài sản trong hoạt động về </a:t>
            </a:r>
            <a:r>
              <a:rPr lang="en-US" sz="2800" b="0" dirty="0">
                <a:latin typeface="Times New Roman" pitchFamily="18" charset="0"/>
                <a:cs typeface="Times New Roman" pitchFamily="18" charset="0"/>
              </a:rPr>
              <a:t>CK &amp; TTCK</a:t>
            </a:r>
            <a:r>
              <a:rPr lang="vi-VN" sz="2800" b="0" dirty="0">
                <a:latin typeface="Times New Roman" pitchFamily="18" charset="0"/>
                <a:cs typeface="Times New Roman" pitchFamily="18" charset="0"/>
              </a:rPr>
              <a:t>; quyền tự do GD, đầu tư, KD &amp; cung cấp dịch vụ về </a:t>
            </a:r>
            <a:r>
              <a:rPr lang="en-US" sz="2800" b="0" dirty="0">
                <a:latin typeface="Times New Roman" pitchFamily="18" charset="0"/>
                <a:cs typeface="Times New Roman" pitchFamily="18" charset="0"/>
              </a:rPr>
              <a:t>CK </a:t>
            </a:r>
            <a:r>
              <a:rPr lang="vi-VN" sz="2800" b="0" dirty="0">
                <a:latin typeface="Times New Roman" pitchFamily="18" charset="0"/>
                <a:cs typeface="Times New Roman" pitchFamily="18" charset="0"/>
              </a:rPr>
              <a:t>của tổ chức, cá nhân</a:t>
            </a:r>
            <a:r>
              <a:rPr lang="en-US" sz="2800" b="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vi-VN" sz="2800" b="0" dirty="0">
                <a:latin typeface="Times New Roman" pitchFamily="18" charset="0"/>
                <a:cs typeface="Times New Roman" pitchFamily="18" charset="0"/>
              </a:rPr>
              <a:t>2. Công bằng, công khai, minh bạch</a:t>
            </a:r>
            <a:r>
              <a:rPr lang="en-US" sz="2800" b="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vi-VN" sz="2800" b="0" dirty="0">
                <a:latin typeface="Times New Roman" pitchFamily="18" charset="0"/>
                <a:cs typeface="Times New Roman" pitchFamily="18" charset="0"/>
              </a:rPr>
              <a:t>3. Bảo vệ quyền và lợi ích hợp pháp của </a:t>
            </a:r>
            <a:r>
              <a:rPr lang="en-US" sz="2800" b="0" dirty="0">
                <a:latin typeface="Times New Roman" pitchFamily="18" charset="0"/>
                <a:cs typeface="Times New Roman" pitchFamily="18" charset="0"/>
              </a:rPr>
              <a:t>NĐT; </a:t>
            </a:r>
            <a:r>
              <a:rPr lang="vi-VN" sz="2800" b="0" dirty="0">
                <a:latin typeface="Times New Roman" pitchFamily="18" charset="0"/>
                <a:cs typeface="Times New Roman" pitchFamily="18" charset="0"/>
              </a:rPr>
              <a:t>4. Tự chịu trách nhiệm về rủi ro.</a:t>
            </a:r>
            <a:r>
              <a:rPr lang="en-US" sz="2800" b="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vi-VN" sz="2800" b="0" dirty="0">
                <a:latin typeface="Times New Roman" pitchFamily="18" charset="0"/>
                <a:cs typeface="Times New Roman" pitchFamily="18" charset="0"/>
              </a:rPr>
              <a:t>Điều 5 L</a:t>
            </a:r>
            <a:r>
              <a:rPr lang="en-US" sz="2800" b="0" dirty="0">
                <a:latin typeface="Times New Roman" pitchFamily="18" charset="0"/>
                <a:cs typeface="Times New Roman" pitchFamily="18" charset="0"/>
              </a:rPr>
              <a:t>CK)</a:t>
            </a:r>
            <a:endParaRPr lang="vi-VN" sz="2800" b="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7F827-E146-4744-A467-607F9422C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337369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Line 2">
            <a:extLst>
              <a:ext uri="{FF2B5EF4-FFF2-40B4-BE49-F238E27FC236}">
                <a16:creationId xmlns:a16="http://schemas.microsoft.com/office/drawing/2014/main" id="{E4E3AC2C-9A0E-DFE8-7A4F-98E5A49021E4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2954338" y="2278063"/>
            <a:ext cx="962025" cy="723900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B2B2B2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1187" name="Line 3">
            <a:extLst>
              <a:ext uri="{FF2B5EF4-FFF2-40B4-BE49-F238E27FC236}">
                <a16:creationId xmlns:a16="http://schemas.microsoft.com/office/drawing/2014/main" id="{4D0A4F77-130A-FBDD-0B0E-85E8BE21CA05}"/>
              </a:ext>
            </a:extLst>
          </p:cNvPr>
          <p:cNvSpPr>
            <a:spLocks noChangeShapeType="1"/>
          </p:cNvSpPr>
          <p:nvPr/>
        </p:nvSpPr>
        <p:spPr bwMode="gray">
          <a:xfrm flipH="1" flipV="1">
            <a:off x="4506913" y="2278063"/>
            <a:ext cx="962025" cy="733425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B2B2B2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1188" name="Line 4">
            <a:extLst>
              <a:ext uri="{FF2B5EF4-FFF2-40B4-BE49-F238E27FC236}">
                <a16:creationId xmlns:a16="http://schemas.microsoft.com/office/drawing/2014/main" id="{0DC8E645-68A7-F41F-B5A9-8B1991483243}"/>
              </a:ext>
            </a:extLst>
          </p:cNvPr>
          <p:cNvSpPr>
            <a:spLocks noChangeShapeType="1"/>
          </p:cNvSpPr>
          <p:nvPr/>
        </p:nvSpPr>
        <p:spPr bwMode="gray">
          <a:xfrm flipH="1">
            <a:off x="3592513" y="5078413"/>
            <a:ext cx="1203325" cy="0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B2B2B2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1189" name="Line 5">
            <a:extLst>
              <a:ext uri="{FF2B5EF4-FFF2-40B4-BE49-F238E27FC236}">
                <a16:creationId xmlns:a16="http://schemas.microsoft.com/office/drawing/2014/main" id="{855F6832-4C6A-0319-2A7D-29C9C5D3BA07}"/>
              </a:ext>
            </a:extLst>
          </p:cNvPr>
          <p:cNvSpPr>
            <a:spLocks noChangeShapeType="1"/>
          </p:cNvSpPr>
          <p:nvPr/>
        </p:nvSpPr>
        <p:spPr bwMode="gray">
          <a:xfrm flipH="1">
            <a:off x="5297488" y="3621088"/>
            <a:ext cx="381000" cy="1114425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B2B2B2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1190" name="Line 6">
            <a:extLst>
              <a:ext uri="{FF2B5EF4-FFF2-40B4-BE49-F238E27FC236}">
                <a16:creationId xmlns:a16="http://schemas.microsoft.com/office/drawing/2014/main" id="{82667BAA-63CB-AFDA-4861-A0DEFEBE04E6}"/>
              </a:ext>
            </a:extLst>
          </p:cNvPr>
          <p:cNvSpPr>
            <a:spLocks noChangeShapeType="1"/>
          </p:cNvSpPr>
          <p:nvPr/>
        </p:nvSpPr>
        <p:spPr bwMode="gray">
          <a:xfrm>
            <a:off x="2725738" y="3621088"/>
            <a:ext cx="381000" cy="1114425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B2B2B2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1191" name="AutoShape 7">
            <a:extLst>
              <a:ext uri="{FF2B5EF4-FFF2-40B4-BE49-F238E27FC236}">
                <a16:creationId xmlns:a16="http://schemas.microsoft.com/office/drawing/2014/main" id="{6BB32C06-5B9A-7E16-CE29-9D76462A1B8F}"/>
              </a:ext>
            </a:extLst>
          </p:cNvPr>
          <p:cNvSpPr>
            <a:spLocks noChangeArrowheads="1"/>
          </p:cNvSpPr>
          <p:nvPr/>
        </p:nvSpPr>
        <p:spPr bwMode="grayWhite">
          <a:xfrm>
            <a:off x="2638425" y="4716463"/>
            <a:ext cx="962025" cy="914400"/>
          </a:xfrm>
          <a:prstGeom prst="pentagon">
            <a:avLst/>
          </a:prstGeom>
          <a:solidFill>
            <a:srgbClr val="CC3300">
              <a:alpha val="50000"/>
            </a:srgbClr>
          </a:solidFill>
          <a:ln w="76200" algn="ctr">
            <a:solidFill>
              <a:srgbClr val="CC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1192" name="AutoShape 8">
            <a:extLst>
              <a:ext uri="{FF2B5EF4-FFF2-40B4-BE49-F238E27FC236}">
                <a16:creationId xmlns:a16="http://schemas.microsoft.com/office/drawing/2014/main" id="{97E3083B-0350-3C01-76AA-431960960D8D}"/>
              </a:ext>
            </a:extLst>
          </p:cNvPr>
          <p:cNvSpPr>
            <a:spLocks noChangeArrowheads="1"/>
          </p:cNvSpPr>
          <p:nvPr/>
        </p:nvSpPr>
        <p:spPr bwMode="grayWhite">
          <a:xfrm>
            <a:off x="1935163" y="2643188"/>
            <a:ext cx="1028700" cy="974725"/>
          </a:xfrm>
          <a:prstGeom prst="pentagon">
            <a:avLst/>
          </a:prstGeom>
          <a:solidFill>
            <a:srgbClr val="FCC704">
              <a:alpha val="50000"/>
            </a:srgbClr>
          </a:solidFill>
          <a:ln w="76200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1193" name="AutoShape 9">
            <a:extLst>
              <a:ext uri="{FF2B5EF4-FFF2-40B4-BE49-F238E27FC236}">
                <a16:creationId xmlns:a16="http://schemas.microsoft.com/office/drawing/2014/main" id="{F1141D95-CA10-C3D1-079E-DA9DA4C5AC27}"/>
              </a:ext>
            </a:extLst>
          </p:cNvPr>
          <p:cNvSpPr>
            <a:spLocks noChangeArrowheads="1"/>
          </p:cNvSpPr>
          <p:nvPr/>
        </p:nvSpPr>
        <p:spPr bwMode="grayWhite">
          <a:xfrm>
            <a:off x="5461000" y="2652713"/>
            <a:ext cx="1009650" cy="958850"/>
          </a:xfrm>
          <a:prstGeom prst="pentagon">
            <a:avLst/>
          </a:prstGeom>
          <a:solidFill>
            <a:schemeClr val="accent2">
              <a:alpha val="50000"/>
            </a:schemeClr>
          </a:solidFill>
          <a:ln w="76200" algn="ctr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1194" name="AutoShape 10">
            <a:extLst>
              <a:ext uri="{FF2B5EF4-FFF2-40B4-BE49-F238E27FC236}">
                <a16:creationId xmlns:a16="http://schemas.microsoft.com/office/drawing/2014/main" id="{88C6289C-1842-8F2A-B727-7C5F93CF10A9}"/>
              </a:ext>
            </a:extLst>
          </p:cNvPr>
          <p:cNvSpPr>
            <a:spLocks noChangeArrowheads="1"/>
          </p:cNvSpPr>
          <p:nvPr/>
        </p:nvSpPr>
        <p:spPr bwMode="grayWhite">
          <a:xfrm>
            <a:off x="3763963" y="1423990"/>
            <a:ext cx="942975" cy="895350"/>
          </a:xfrm>
          <a:prstGeom prst="pentagon">
            <a:avLst/>
          </a:prstGeom>
          <a:solidFill>
            <a:srgbClr val="0099CC">
              <a:alpha val="50000"/>
            </a:srgbClr>
          </a:solidFill>
          <a:ln w="76200" algn="ctr">
            <a:solidFill>
              <a:srgbClr val="00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1195" name="AutoShape 11">
            <a:extLst>
              <a:ext uri="{FF2B5EF4-FFF2-40B4-BE49-F238E27FC236}">
                <a16:creationId xmlns:a16="http://schemas.microsoft.com/office/drawing/2014/main" id="{4A7812E2-3073-DE35-D932-1E292F333F34}"/>
              </a:ext>
            </a:extLst>
          </p:cNvPr>
          <p:cNvSpPr>
            <a:spLocks noChangeArrowheads="1"/>
          </p:cNvSpPr>
          <p:nvPr/>
        </p:nvSpPr>
        <p:spPr bwMode="grayWhite">
          <a:xfrm>
            <a:off x="4803775" y="4710113"/>
            <a:ext cx="962025" cy="914400"/>
          </a:xfrm>
          <a:prstGeom prst="pentagon">
            <a:avLst/>
          </a:prstGeom>
          <a:solidFill>
            <a:srgbClr val="339966">
              <a:alpha val="50000"/>
            </a:srgbClr>
          </a:solidFill>
          <a:ln w="76200" algn="ctr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1196" name="Group 12">
            <a:extLst>
              <a:ext uri="{FF2B5EF4-FFF2-40B4-BE49-F238E27FC236}">
                <a16:creationId xmlns:a16="http://schemas.microsoft.com/office/drawing/2014/main" id="{89F92A49-6FF2-0D82-E00D-27B5F53A06C9}"/>
              </a:ext>
            </a:extLst>
          </p:cNvPr>
          <p:cNvGrpSpPr>
            <a:grpSpLocks/>
          </p:cNvGrpSpPr>
          <p:nvPr/>
        </p:nvGrpSpPr>
        <p:grpSpPr bwMode="auto">
          <a:xfrm>
            <a:off x="2174875" y="2894013"/>
            <a:ext cx="536575" cy="539750"/>
            <a:chOff x="523" y="2809"/>
            <a:chExt cx="876" cy="882"/>
          </a:xfrm>
        </p:grpSpPr>
        <p:sp>
          <p:nvSpPr>
            <p:cNvPr id="221197" name="Oval 13">
              <a:extLst>
                <a:ext uri="{FF2B5EF4-FFF2-40B4-BE49-F238E27FC236}">
                  <a16:creationId xmlns:a16="http://schemas.microsoft.com/office/drawing/2014/main" id="{DC8BCF26-8535-69E0-34D0-513A9C2B3AA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23" y="2809"/>
              <a:ext cx="876" cy="876"/>
            </a:xfrm>
            <a:prstGeom prst="ellipse">
              <a:avLst/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198" name="Line 14">
              <a:extLst>
                <a:ext uri="{FF2B5EF4-FFF2-40B4-BE49-F238E27FC236}">
                  <a16:creationId xmlns:a16="http://schemas.microsoft.com/office/drawing/2014/main" id="{E169AD77-22A8-8FC5-1470-0F45D38CB2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964" y="2809"/>
              <a:ext cx="0" cy="87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199" name="Line 15">
              <a:extLst>
                <a:ext uri="{FF2B5EF4-FFF2-40B4-BE49-F238E27FC236}">
                  <a16:creationId xmlns:a16="http://schemas.microsoft.com/office/drawing/2014/main" id="{2825B15A-078F-D18F-DD5E-94094D65960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23" y="3244"/>
              <a:ext cx="876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00" name="Freeform 16">
              <a:extLst>
                <a:ext uri="{FF2B5EF4-FFF2-40B4-BE49-F238E27FC236}">
                  <a16:creationId xmlns:a16="http://schemas.microsoft.com/office/drawing/2014/main" id="{F645C041-D7C6-D2C2-072D-77D2A7662410}"/>
                </a:ext>
              </a:extLst>
            </p:cNvPr>
            <p:cNvSpPr>
              <a:spLocks/>
            </p:cNvSpPr>
            <p:nvPr/>
          </p:nvSpPr>
          <p:spPr bwMode="gray">
            <a:xfrm>
              <a:off x="1023" y="2815"/>
              <a:ext cx="182" cy="864"/>
            </a:xfrm>
            <a:custGeom>
              <a:avLst/>
              <a:gdLst>
                <a:gd name="T0" fmla="*/ 0 w 182"/>
                <a:gd name="T1" fmla="*/ 0 h 864"/>
                <a:gd name="T2" fmla="*/ 182 w 182"/>
                <a:gd name="T3" fmla="*/ 435 h 864"/>
                <a:gd name="T4" fmla="*/ 6 w 182"/>
                <a:gd name="T5" fmla="*/ 864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2" h="864">
                  <a:moveTo>
                    <a:pt x="0" y="0"/>
                  </a:moveTo>
                  <a:cubicBezTo>
                    <a:pt x="59" y="89"/>
                    <a:pt x="182" y="177"/>
                    <a:pt x="182" y="435"/>
                  </a:cubicBezTo>
                  <a:cubicBezTo>
                    <a:pt x="182" y="693"/>
                    <a:pt x="70" y="800"/>
                    <a:pt x="6" y="864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F5F5F">
                      <a:alpha val="5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01" name="Freeform 17">
              <a:extLst>
                <a:ext uri="{FF2B5EF4-FFF2-40B4-BE49-F238E27FC236}">
                  <a16:creationId xmlns:a16="http://schemas.microsoft.com/office/drawing/2014/main" id="{69D56F47-6234-8747-86C0-E463C7E1EA78}"/>
                </a:ext>
              </a:extLst>
            </p:cNvPr>
            <p:cNvSpPr>
              <a:spLocks/>
            </p:cNvSpPr>
            <p:nvPr/>
          </p:nvSpPr>
          <p:spPr bwMode="gray">
            <a:xfrm>
              <a:off x="726" y="2821"/>
              <a:ext cx="197" cy="870"/>
            </a:xfrm>
            <a:custGeom>
              <a:avLst/>
              <a:gdLst>
                <a:gd name="T0" fmla="*/ 167 w 197"/>
                <a:gd name="T1" fmla="*/ 0 h 870"/>
                <a:gd name="T2" fmla="*/ 0 w 197"/>
                <a:gd name="T3" fmla="*/ 436 h 870"/>
                <a:gd name="T4" fmla="*/ 197 w 197"/>
                <a:gd name="T5" fmla="*/ 87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F5F5F">
                      <a:alpha val="5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02" name="Freeform 18">
              <a:extLst>
                <a:ext uri="{FF2B5EF4-FFF2-40B4-BE49-F238E27FC236}">
                  <a16:creationId xmlns:a16="http://schemas.microsoft.com/office/drawing/2014/main" id="{BE37A470-E6B1-8CC6-6ECF-EEDC9D578A4E}"/>
                </a:ext>
              </a:extLst>
            </p:cNvPr>
            <p:cNvSpPr>
              <a:spLocks/>
            </p:cNvSpPr>
            <p:nvPr/>
          </p:nvSpPr>
          <p:spPr bwMode="gray">
            <a:xfrm rot="5400000">
              <a:off x="892" y="3171"/>
              <a:ext cx="114" cy="653"/>
            </a:xfrm>
            <a:custGeom>
              <a:avLst/>
              <a:gdLst>
                <a:gd name="T0" fmla="*/ 167 w 197"/>
                <a:gd name="T1" fmla="*/ 0 h 870"/>
                <a:gd name="T2" fmla="*/ 0 w 197"/>
                <a:gd name="T3" fmla="*/ 436 h 870"/>
                <a:gd name="T4" fmla="*/ 197 w 197"/>
                <a:gd name="T5" fmla="*/ 87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F5F5F">
                      <a:alpha val="5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03" name="Freeform 19">
              <a:extLst>
                <a:ext uri="{FF2B5EF4-FFF2-40B4-BE49-F238E27FC236}">
                  <a16:creationId xmlns:a16="http://schemas.microsoft.com/office/drawing/2014/main" id="{BC0E9308-2728-CD79-4787-962E0296181F}"/>
                </a:ext>
              </a:extLst>
            </p:cNvPr>
            <p:cNvSpPr>
              <a:spLocks/>
            </p:cNvSpPr>
            <p:nvPr/>
          </p:nvSpPr>
          <p:spPr bwMode="gray">
            <a:xfrm rot="16200000" flipV="1">
              <a:off x="900" y="2668"/>
              <a:ext cx="114" cy="653"/>
            </a:xfrm>
            <a:custGeom>
              <a:avLst/>
              <a:gdLst>
                <a:gd name="T0" fmla="*/ 167 w 197"/>
                <a:gd name="T1" fmla="*/ 0 h 870"/>
                <a:gd name="T2" fmla="*/ 0 w 197"/>
                <a:gd name="T3" fmla="*/ 436 h 870"/>
                <a:gd name="T4" fmla="*/ 197 w 197"/>
                <a:gd name="T5" fmla="*/ 87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870">
                  <a:moveTo>
                    <a:pt x="167" y="0"/>
                  </a:moveTo>
                  <a:cubicBezTo>
                    <a:pt x="117" y="64"/>
                    <a:pt x="0" y="178"/>
                    <a:pt x="0" y="436"/>
                  </a:cubicBezTo>
                  <a:cubicBezTo>
                    <a:pt x="0" y="694"/>
                    <a:pt x="124" y="769"/>
                    <a:pt x="197" y="870"/>
                  </a:cubicBezTo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F5F5F">
                      <a:alpha val="5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1204" name="Group 20">
            <a:extLst>
              <a:ext uri="{FF2B5EF4-FFF2-40B4-BE49-F238E27FC236}">
                <a16:creationId xmlns:a16="http://schemas.microsoft.com/office/drawing/2014/main" id="{0A05F771-B92E-7999-8DB8-EFD8706FD3E7}"/>
              </a:ext>
            </a:extLst>
          </p:cNvPr>
          <p:cNvGrpSpPr>
            <a:grpSpLocks/>
          </p:cNvGrpSpPr>
          <p:nvPr/>
        </p:nvGrpSpPr>
        <p:grpSpPr bwMode="auto">
          <a:xfrm>
            <a:off x="2867025" y="4997450"/>
            <a:ext cx="466725" cy="400050"/>
            <a:chOff x="2640" y="3304"/>
            <a:chExt cx="294" cy="252"/>
          </a:xfrm>
        </p:grpSpPr>
        <p:sp>
          <p:nvSpPr>
            <p:cNvPr id="221205" name="AutoShape 21">
              <a:extLst>
                <a:ext uri="{FF2B5EF4-FFF2-40B4-BE49-F238E27FC236}">
                  <a16:creationId xmlns:a16="http://schemas.microsoft.com/office/drawing/2014/main" id="{F3555A1D-21F9-0A7E-408A-1D372029175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00" y="3304"/>
              <a:ext cx="176" cy="176"/>
            </a:xfrm>
            <a:prstGeom prst="roundRect">
              <a:avLst>
                <a:gd name="adj" fmla="val 6250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206" name="AutoShape 22">
              <a:extLst>
                <a:ext uri="{FF2B5EF4-FFF2-40B4-BE49-F238E27FC236}">
                  <a16:creationId xmlns:a16="http://schemas.microsoft.com/office/drawing/2014/main" id="{56D063C6-C291-15E9-DF8C-EBC0D04A56A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40" y="3478"/>
              <a:ext cx="294" cy="78"/>
            </a:xfrm>
            <a:prstGeom prst="roundRect">
              <a:avLst>
                <a:gd name="adj" fmla="val 16667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207" name="Line 23">
              <a:extLst>
                <a:ext uri="{FF2B5EF4-FFF2-40B4-BE49-F238E27FC236}">
                  <a16:creationId xmlns:a16="http://schemas.microsoft.com/office/drawing/2014/main" id="{3EAB4AA5-E9A9-31DA-1B00-72851E0A940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2847" y="3517"/>
              <a:ext cx="45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08" name="Line 24">
              <a:extLst>
                <a:ext uri="{FF2B5EF4-FFF2-40B4-BE49-F238E27FC236}">
                  <a16:creationId xmlns:a16="http://schemas.microsoft.com/office/drawing/2014/main" id="{7ACEB3F6-FB19-FB22-9A8A-8052978C60B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2759" y="3359"/>
              <a:ext cx="73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09" name="Line 25">
              <a:extLst>
                <a:ext uri="{FF2B5EF4-FFF2-40B4-BE49-F238E27FC236}">
                  <a16:creationId xmlns:a16="http://schemas.microsoft.com/office/drawing/2014/main" id="{9AC4DC8E-E265-B47F-00A7-4AABF53A96C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2787" y="3385"/>
              <a:ext cx="45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10" name="Line 26">
              <a:extLst>
                <a:ext uri="{FF2B5EF4-FFF2-40B4-BE49-F238E27FC236}">
                  <a16:creationId xmlns:a16="http://schemas.microsoft.com/office/drawing/2014/main" id="{92C3385C-5CC5-3AF8-CE38-AC6F30389BD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2800" y="3434"/>
              <a:ext cx="32" cy="0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1211" name="AutoShape 27">
            <a:extLst>
              <a:ext uri="{FF2B5EF4-FFF2-40B4-BE49-F238E27FC236}">
                <a16:creationId xmlns:a16="http://schemas.microsoft.com/office/drawing/2014/main" id="{2B771202-6007-8D0A-6910-4DE0FCA6F0E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22725" y="1677988"/>
            <a:ext cx="409575" cy="406400"/>
          </a:xfrm>
          <a:prstGeom prst="cube">
            <a:avLst>
              <a:gd name="adj" fmla="val 25000"/>
            </a:avLst>
          </a:prstGeom>
          <a:solidFill>
            <a:srgbClr val="292929">
              <a:alpha val="50000"/>
            </a:srgbClr>
          </a:solidFill>
          <a:ln w="19050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FFFF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1212" name="Group 28">
            <a:extLst>
              <a:ext uri="{FF2B5EF4-FFF2-40B4-BE49-F238E27FC236}">
                <a16:creationId xmlns:a16="http://schemas.microsoft.com/office/drawing/2014/main" id="{338D2650-E3E8-0CD8-3F35-F277523B9292}"/>
              </a:ext>
            </a:extLst>
          </p:cNvPr>
          <p:cNvGrpSpPr>
            <a:grpSpLocks/>
          </p:cNvGrpSpPr>
          <p:nvPr/>
        </p:nvGrpSpPr>
        <p:grpSpPr bwMode="auto">
          <a:xfrm>
            <a:off x="5711825" y="2901950"/>
            <a:ext cx="523875" cy="496888"/>
            <a:chOff x="3422" y="1347"/>
            <a:chExt cx="330" cy="313"/>
          </a:xfrm>
        </p:grpSpPr>
        <p:sp>
          <p:nvSpPr>
            <p:cNvPr id="221213" name="AutoShape 29">
              <a:extLst>
                <a:ext uri="{FF2B5EF4-FFF2-40B4-BE49-F238E27FC236}">
                  <a16:creationId xmlns:a16="http://schemas.microsoft.com/office/drawing/2014/main" id="{298A11E4-437A-0D2D-C617-EC254F040ED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422" y="1411"/>
              <a:ext cx="330" cy="249"/>
            </a:xfrm>
            <a:prstGeom prst="roundRect">
              <a:avLst>
                <a:gd name="adj" fmla="val 16667"/>
              </a:avLst>
            </a:prstGeom>
            <a:solidFill>
              <a:srgbClr val="292929">
                <a:alpha val="50000"/>
              </a:srgbClr>
            </a:solidFill>
            <a:ln w="1905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214" name="AutoShape 30">
              <a:extLst>
                <a:ext uri="{FF2B5EF4-FFF2-40B4-BE49-F238E27FC236}">
                  <a16:creationId xmlns:a16="http://schemas.microsoft.com/office/drawing/2014/main" id="{0ADB3702-2B12-5352-A193-5F61899B35F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522" y="1347"/>
              <a:ext cx="122" cy="113"/>
            </a:xfrm>
            <a:custGeom>
              <a:avLst/>
              <a:gdLst>
                <a:gd name="G0" fmla="+- 5400 0 0"/>
                <a:gd name="G1" fmla="+- 11796480 0 0"/>
                <a:gd name="G2" fmla="+- 0 0 11796480"/>
                <a:gd name="T0" fmla="*/ 0 256 1"/>
                <a:gd name="T1" fmla="*/ 180 256 1"/>
                <a:gd name="G3" fmla="+- 11796480 T0 T1"/>
                <a:gd name="T2" fmla="*/ 0 256 1"/>
                <a:gd name="T3" fmla="*/ 90 256 1"/>
                <a:gd name="G4" fmla="+- 11796480 T2 T3"/>
                <a:gd name="G5" fmla="*/ G4 2 1"/>
                <a:gd name="T4" fmla="*/ 90 256 1"/>
                <a:gd name="T5" fmla="*/ 0 256 1"/>
                <a:gd name="G6" fmla="+- 11796480 T4 T5"/>
                <a:gd name="G7" fmla="*/ G6 2 1"/>
                <a:gd name="G8" fmla="abs 1179648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400"/>
                <a:gd name="G18" fmla="*/ 5400 1 2"/>
                <a:gd name="G19" fmla="+- G18 5400 0"/>
                <a:gd name="G20" fmla="cos G19 11796480"/>
                <a:gd name="G21" fmla="sin G19 11796480"/>
                <a:gd name="G22" fmla="+- G20 10800 0"/>
                <a:gd name="G23" fmla="+- G21 10800 0"/>
                <a:gd name="G24" fmla="+- 10800 0 G20"/>
                <a:gd name="G25" fmla="+- 5400 10800 0"/>
                <a:gd name="G26" fmla="?: G9 G17 G25"/>
                <a:gd name="G27" fmla="?: G9 0 21600"/>
                <a:gd name="G28" fmla="cos 10800 11796480"/>
                <a:gd name="G29" fmla="sin 10800 11796480"/>
                <a:gd name="G30" fmla="sin 5400 11796480"/>
                <a:gd name="G31" fmla="+- G28 10800 0"/>
                <a:gd name="G32" fmla="+- G29 10800 0"/>
                <a:gd name="G33" fmla="+- G30 10800 0"/>
                <a:gd name="G34" fmla="?: G4 0 G31"/>
                <a:gd name="G35" fmla="?: 11796480 G34 0"/>
                <a:gd name="G36" fmla="?: G6 G35 G31"/>
                <a:gd name="G37" fmla="+- 21600 0 G36"/>
                <a:gd name="G38" fmla="?: G4 0 G33"/>
                <a:gd name="G39" fmla="?: 1179648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2700 w 21600"/>
                <a:gd name="T15" fmla="*/ 10800 h 21600"/>
                <a:gd name="T16" fmla="*/ 10800 w 21600"/>
                <a:gd name="T17" fmla="*/ 5400 h 21600"/>
                <a:gd name="T18" fmla="*/ 18900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400"/>
                    <a:pt x="16199" y="7817"/>
                    <a:pt x="16199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292929">
                <a:alpha val="50000"/>
              </a:srgbClr>
            </a:solidFill>
            <a:ln w="12700" algn="ctr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F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1215" name="Group 31">
            <a:extLst>
              <a:ext uri="{FF2B5EF4-FFF2-40B4-BE49-F238E27FC236}">
                <a16:creationId xmlns:a16="http://schemas.microsoft.com/office/drawing/2014/main" id="{378AFD8D-374D-49CC-0849-C8001E1E6BC9}"/>
              </a:ext>
            </a:extLst>
          </p:cNvPr>
          <p:cNvGrpSpPr>
            <a:grpSpLocks/>
          </p:cNvGrpSpPr>
          <p:nvPr/>
        </p:nvGrpSpPr>
        <p:grpSpPr bwMode="auto">
          <a:xfrm>
            <a:off x="5083175" y="4949825"/>
            <a:ext cx="428625" cy="530225"/>
            <a:chOff x="984" y="878"/>
            <a:chExt cx="3312" cy="4086"/>
          </a:xfrm>
        </p:grpSpPr>
        <p:sp>
          <p:nvSpPr>
            <p:cNvPr id="221216" name="Freeform 32">
              <a:extLst>
                <a:ext uri="{FF2B5EF4-FFF2-40B4-BE49-F238E27FC236}">
                  <a16:creationId xmlns:a16="http://schemas.microsoft.com/office/drawing/2014/main" id="{1FB322EC-D1E2-41CE-DA47-49AD974C9290}"/>
                </a:ext>
              </a:extLst>
            </p:cNvPr>
            <p:cNvSpPr>
              <a:spLocks/>
            </p:cNvSpPr>
            <p:nvPr/>
          </p:nvSpPr>
          <p:spPr bwMode="gray">
            <a:xfrm>
              <a:off x="984" y="1002"/>
              <a:ext cx="3312" cy="3962"/>
            </a:xfrm>
            <a:custGeom>
              <a:avLst/>
              <a:gdLst>
                <a:gd name="T0" fmla="*/ 1376 w 3312"/>
                <a:gd name="T1" fmla="*/ 696 h 3962"/>
                <a:gd name="T2" fmla="*/ 1639 w 3312"/>
                <a:gd name="T3" fmla="*/ 920 h 3962"/>
                <a:gd name="T4" fmla="*/ 1926 w 3312"/>
                <a:gd name="T5" fmla="*/ 708 h 3962"/>
                <a:gd name="T6" fmla="*/ 2940 w 3312"/>
                <a:gd name="T7" fmla="*/ 66 h 3962"/>
                <a:gd name="T8" fmla="*/ 3204 w 3312"/>
                <a:gd name="T9" fmla="*/ 78 h 3962"/>
                <a:gd name="T10" fmla="*/ 3072 w 3312"/>
                <a:gd name="T11" fmla="*/ 444 h 3962"/>
                <a:gd name="T12" fmla="*/ 2139 w 3312"/>
                <a:gd name="T13" fmla="*/ 1081 h 3962"/>
                <a:gd name="T14" fmla="*/ 2476 w 3312"/>
                <a:gd name="T15" fmla="*/ 2372 h 3962"/>
                <a:gd name="T16" fmla="*/ 2251 w 3312"/>
                <a:gd name="T17" fmla="*/ 2435 h 3962"/>
                <a:gd name="T18" fmla="*/ 2614 w 3312"/>
                <a:gd name="T19" fmla="*/ 3589 h 3962"/>
                <a:gd name="T20" fmla="*/ 2539 w 3312"/>
                <a:gd name="T21" fmla="*/ 3925 h 3962"/>
                <a:gd name="T22" fmla="*/ 2226 w 3312"/>
                <a:gd name="T23" fmla="*/ 3689 h 3962"/>
                <a:gd name="T24" fmla="*/ 1789 w 3312"/>
                <a:gd name="T25" fmla="*/ 2534 h 3962"/>
                <a:gd name="T26" fmla="*/ 1414 w 3312"/>
                <a:gd name="T27" fmla="*/ 2534 h 3962"/>
                <a:gd name="T28" fmla="*/ 1051 w 3312"/>
                <a:gd name="T29" fmla="*/ 3689 h 3962"/>
                <a:gd name="T30" fmla="*/ 789 w 3312"/>
                <a:gd name="T31" fmla="*/ 3925 h 3962"/>
                <a:gd name="T32" fmla="*/ 676 w 3312"/>
                <a:gd name="T33" fmla="*/ 3577 h 3962"/>
                <a:gd name="T34" fmla="*/ 1001 w 3312"/>
                <a:gd name="T35" fmla="*/ 2459 h 3962"/>
                <a:gd name="T36" fmla="*/ 751 w 3312"/>
                <a:gd name="T37" fmla="*/ 2397 h 3962"/>
                <a:gd name="T38" fmla="*/ 1126 w 3312"/>
                <a:gd name="T39" fmla="*/ 1081 h 3962"/>
                <a:gd name="T40" fmla="*/ 139 w 3312"/>
                <a:gd name="T41" fmla="*/ 497 h 3962"/>
                <a:gd name="T42" fmla="*/ 60 w 3312"/>
                <a:gd name="T43" fmla="*/ 180 h 3962"/>
                <a:gd name="T44" fmla="*/ 389 w 3312"/>
                <a:gd name="T45" fmla="*/ 162 h 3962"/>
                <a:gd name="T46" fmla="*/ 1376 w 3312"/>
                <a:gd name="T47" fmla="*/ 696 h 3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312" h="3962">
                  <a:moveTo>
                    <a:pt x="1376" y="696"/>
                  </a:moveTo>
                  <a:cubicBezTo>
                    <a:pt x="1401" y="795"/>
                    <a:pt x="1489" y="920"/>
                    <a:pt x="1639" y="920"/>
                  </a:cubicBezTo>
                  <a:cubicBezTo>
                    <a:pt x="1801" y="920"/>
                    <a:pt x="1876" y="795"/>
                    <a:pt x="1926" y="708"/>
                  </a:cubicBezTo>
                  <a:lnTo>
                    <a:pt x="2940" y="66"/>
                  </a:lnTo>
                  <a:cubicBezTo>
                    <a:pt x="3042" y="0"/>
                    <a:pt x="3142" y="16"/>
                    <a:pt x="3204" y="78"/>
                  </a:cubicBezTo>
                  <a:cubicBezTo>
                    <a:pt x="3267" y="140"/>
                    <a:pt x="3312" y="264"/>
                    <a:pt x="3072" y="444"/>
                  </a:cubicBezTo>
                  <a:lnTo>
                    <a:pt x="2139" y="1081"/>
                  </a:lnTo>
                  <a:lnTo>
                    <a:pt x="2476" y="2372"/>
                  </a:lnTo>
                  <a:lnTo>
                    <a:pt x="2251" y="2435"/>
                  </a:lnTo>
                  <a:lnTo>
                    <a:pt x="2614" y="3589"/>
                  </a:lnTo>
                  <a:cubicBezTo>
                    <a:pt x="2651" y="3751"/>
                    <a:pt x="2639" y="3863"/>
                    <a:pt x="2539" y="3925"/>
                  </a:cubicBezTo>
                  <a:cubicBezTo>
                    <a:pt x="2401" y="3962"/>
                    <a:pt x="2289" y="3863"/>
                    <a:pt x="2226" y="3689"/>
                  </a:cubicBezTo>
                  <a:cubicBezTo>
                    <a:pt x="2101" y="3453"/>
                    <a:pt x="1876" y="2720"/>
                    <a:pt x="1789" y="2534"/>
                  </a:cubicBezTo>
                  <a:lnTo>
                    <a:pt x="1414" y="2534"/>
                  </a:lnTo>
                  <a:cubicBezTo>
                    <a:pt x="1339" y="2770"/>
                    <a:pt x="1151" y="3465"/>
                    <a:pt x="1051" y="3689"/>
                  </a:cubicBezTo>
                  <a:cubicBezTo>
                    <a:pt x="1001" y="3838"/>
                    <a:pt x="914" y="3950"/>
                    <a:pt x="789" y="3925"/>
                  </a:cubicBezTo>
                  <a:cubicBezTo>
                    <a:pt x="714" y="3875"/>
                    <a:pt x="614" y="3838"/>
                    <a:pt x="676" y="3577"/>
                  </a:cubicBezTo>
                  <a:lnTo>
                    <a:pt x="1001" y="2459"/>
                  </a:lnTo>
                  <a:lnTo>
                    <a:pt x="751" y="2397"/>
                  </a:lnTo>
                  <a:lnTo>
                    <a:pt x="1126" y="1081"/>
                  </a:lnTo>
                  <a:lnTo>
                    <a:pt x="139" y="497"/>
                  </a:lnTo>
                  <a:cubicBezTo>
                    <a:pt x="54" y="402"/>
                    <a:pt x="0" y="342"/>
                    <a:pt x="60" y="180"/>
                  </a:cubicBezTo>
                  <a:cubicBezTo>
                    <a:pt x="186" y="102"/>
                    <a:pt x="214" y="112"/>
                    <a:pt x="389" y="162"/>
                  </a:cubicBezTo>
                  <a:lnTo>
                    <a:pt x="1376" y="696"/>
                  </a:lnTo>
                  <a:close/>
                </a:path>
              </a:pathLst>
            </a:custGeom>
            <a:solidFill>
              <a:srgbClr val="292929">
                <a:alpha val="50000"/>
              </a:srgbClr>
            </a:solidFill>
            <a:ln w="19050" cmpd="sng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17" name="Oval 33">
              <a:extLst>
                <a:ext uri="{FF2B5EF4-FFF2-40B4-BE49-F238E27FC236}">
                  <a16:creationId xmlns:a16="http://schemas.microsoft.com/office/drawing/2014/main" id="{5E9F8036-E8FD-82EE-822B-4ECC1E4A512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208" y="878"/>
              <a:ext cx="862" cy="845"/>
            </a:xfrm>
            <a:prstGeom prst="ellipse">
              <a:avLst/>
            </a:prstGeom>
            <a:solidFill>
              <a:srgbClr val="292929">
                <a:alpha val="50000"/>
              </a:srgbClr>
            </a:soli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1218" name="Rectangle 34">
            <a:extLst>
              <a:ext uri="{FF2B5EF4-FFF2-40B4-BE49-F238E27FC236}">
                <a16:creationId xmlns:a16="http://schemas.microsoft.com/office/drawing/2014/main" id="{A1445CCE-2269-1E6D-C76B-9970A91C9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7688" y="2747075"/>
            <a:ext cx="238624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vi-VN" altLang="en-US" sz="2000" b="1" dirty="0">
                <a:solidFill>
                  <a:srgbClr val="CC0000"/>
                </a:solidFill>
              </a:rPr>
              <a:t>Đ6.18. LCK- </a:t>
            </a:r>
            <a:r>
              <a:rPr lang="vi-VN" sz="2000" b="1" i="0" dirty="0">
                <a:solidFill>
                  <a:srgbClr val="031739"/>
                </a:solidFill>
                <a:effectLst/>
                <a:latin typeface="Roboto" panose="02000000000000000000" pitchFamily="2" charset="0"/>
              </a:rPr>
              <a:t>Thị trường GDCK là địa điểm hoặc hình thức trao đổi t.tin để tập hợp lệnh M, B và GDCK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21219" name="AutoShape 35">
            <a:extLst>
              <a:ext uri="{FF2B5EF4-FFF2-40B4-BE49-F238E27FC236}">
                <a16:creationId xmlns:a16="http://schemas.microsoft.com/office/drawing/2014/main" id="{DB34A73D-7B8E-1F4A-BA91-1BE9A19475D3}"/>
              </a:ext>
            </a:extLst>
          </p:cNvPr>
          <p:cNvSpPr>
            <a:spLocks/>
          </p:cNvSpPr>
          <p:nvPr/>
        </p:nvSpPr>
        <p:spPr bwMode="auto">
          <a:xfrm>
            <a:off x="685800" y="1050925"/>
            <a:ext cx="2481263" cy="1020763"/>
          </a:xfrm>
          <a:prstGeom prst="accentCallout2">
            <a:avLst>
              <a:gd name="adj1" fmla="val 18750"/>
              <a:gd name="adj2" fmla="val 104532"/>
              <a:gd name="adj3" fmla="val 18750"/>
              <a:gd name="adj4" fmla="val 118509"/>
              <a:gd name="adj5" fmla="val 46093"/>
              <a:gd name="adj6" fmla="val 133051"/>
            </a:avLst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lvl="0" algn="just"/>
            <a:r>
              <a:rPr lang="en-US" sz="2400" b="1" dirty="0" err="1">
                <a:latin typeface="Time New Roman"/>
              </a:rPr>
              <a:t>Ổn</a:t>
            </a:r>
            <a:r>
              <a:rPr lang="en-US" sz="2400" b="1" dirty="0">
                <a:latin typeface="Time New Roman"/>
              </a:rPr>
              <a:t> </a:t>
            </a:r>
            <a:r>
              <a:rPr lang="en-US" sz="2400" b="1" dirty="0" err="1">
                <a:latin typeface="Time New Roman"/>
              </a:rPr>
              <a:t>định</a:t>
            </a:r>
            <a:r>
              <a:rPr lang="en-US" sz="2400" b="1" dirty="0">
                <a:latin typeface="Time New Roman"/>
              </a:rPr>
              <a:t> &amp; </a:t>
            </a:r>
            <a:r>
              <a:rPr lang="en-US" sz="2400" b="1" dirty="0" err="1">
                <a:latin typeface="Time New Roman"/>
              </a:rPr>
              <a:t>điều</a:t>
            </a:r>
            <a:r>
              <a:rPr lang="en-US" sz="2400" b="1" dirty="0">
                <a:latin typeface="Time New Roman"/>
              </a:rPr>
              <a:t> </a:t>
            </a:r>
            <a:r>
              <a:rPr lang="en-US" sz="2400" b="1" dirty="0" err="1">
                <a:latin typeface="Time New Roman"/>
              </a:rPr>
              <a:t>hòa</a:t>
            </a:r>
            <a:r>
              <a:rPr lang="en-US" sz="2400" b="1" dirty="0">
                <a:latin typeface="Time New Roman"/>
              </a:rPr>
              <a:t> </a:t>
            </a:r>
            <a:r>
              <a:rPr lang="en-US" sz="2400" b="1" dirty="0" err="1">
                <a:latin typeface="Time New Roman"/>
              </a:rPr>
              <a:t>lưu</a:t>
            </a:r>
            <a:r>
              <a:rPr lang="en-US" sz="2400" b="1" dirty="0">
                <a:latin typeface="Time New Roman"/>
              </a:rPr>
              <a:t> </a:t>
            </a:r>
            <a:r>
              <a:rPr lang="en-US" sz="2400" b="1" dirty="0" err="1">
                <a:latin typeface="Time New Roman"/>
              </a:rPr>
              <a:t>thông</a:t>
            </a:r>
            <a:r>
              <a:rPr lang="en-US" sz="2400" b="1" dirty="0">
                <a:latin typeface="Time New Roman"/>
              </a:rPr>
              <a:t> TT</a:t>
            </a:r>
          </a:p>
        </p:txBody>
      </p:sp>
      <p:sp>
        <p:nvSpPr>
          <p:cNvPr id="221220" name="AutoShape 36">
            <a:extLst>
              <a:ext uri="{FF2B5EF4-FFF2-40B4-BE49-F238E27FC236}">
                <a16:creationId xmlns:a16="http://schemas.microsoft.com/office/drawing/2014/main" id="{8812B4D2-958D-B748-1B62-4ADF091892B5}"/>
              </a:ext>
            </a:extLst>
          </p:cNvPr>
          <p:cNvSpPr>
            <a:spLocks/>
          </p:cNvSpPr>
          <p:nvPr/>
        </p:nvSpPr>
        <p:spPr bwMode="auto">
          <a:xfrm>
            <a:off x="76200" y="3350231"/>
            <a:ext cx="2111536" cy="1297968"/>
          </a:xfrm>
          <a:prstGeom prst="accentCallout2">
            <a:avLst>
              <a:gd name="adj1" fmla="val 18750"/>
              <a:gd name="adj2" fmla="val 104532"/>
              <a:gd name="adj3" fmla="val 18750"/>
              <a:gd name="adj4" fmla="val 113125"/>
              <a:gd name="adj5" fmla="val -19009"/>
              <a:gd name="adj6" fmla="val 122097"/>
            </a:avLst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lvl="0"/>
            <a:r>
              <a:rPr lang="en-US" sz="2400" b="1" dirty="0" err="1"/>
              <a:t>Khuyến</a:t>
            </a:r>
            <a:r>
              <a:rPr lang="en-US" sz="2400" b="1" dirty="0"/>
              <a:t> </a:t>
            </a:r>
            <a:r>
              <a:rPr lang="en-US" sz="2400" b="1" dirty="0" err="1"/>
              <a:t>khích</a:t>
            </a:r>
            <a:r>
              <a:rPr lang="en-US" sz="2400" b="1" dirty="0"/>
              <a:t> </a:t>
            </a:r>
            <a:r>
              <a:rPr lang="en-US" sz="2400" b="1" dirty="0" err="1"/>
              <a:t>cạnh</a:t>
            </a:r>
            <a:r>
              <a:rPr lang="en-US" sz="2400" b="1" dirty="0"/>
              <a:t> </a:t>
            </a:r>
            <a:r>
              <a:rPr lang="en-US" sz="2400" b="1" dirty="0" err="1"/>
              <a:t>tranh</a:t>
            </a:r>
            <a:r>
              <a:rPr lang="en-US" sz="2400" b="1" dirty="0"/>
              <a:t> &amp; </a:t>
            </a:r>
            <a:r>
              <a:rPr lang="en-US" sz="2400" b="1" dirty="0" err="1"/>
              <a:t>tăng</a:t>
            </a:r>
            <a:r>
              <a:rPr lang="en-US" sz="2400" b="1" dirty="0"/>
              <a:t> HQKD</a:t>
            </a:r>
          </a:p>
        </p:txBody>
      </p:sp>
      <p:sp>
        <p:nvSpPr>
          <p:cNvPr id="221221" name="AutoShape 37">
            <a:extLst>
              <a:ext uri="{FF2B5EF4-FFF2-40B4-BE49-F238E27FC236}">
                <a16:creationId xmlns:a16="http://schemas.microsoft.com/office/drawing/2014/main" id="{461D0585-C9E9-3F41-89C6-0933139F9D4A}"/>
              </a:ext>
            </a:extLst>
          </p:cNvPr>
          <p:cNvSpPr>
            <a:spLocks/>
          </p:cNvSpPr>
          <p:nvPr/>
        </p:nvSpPr>
        <p:spPr bwMode="auto">
          <a:xfrm>
            <a:off x="152400" y="5397500"/>
            <a:ext cx="2209800" cy="858838"/>
          </a:xfrm>
          <a:prstGeom prst="accentCallout2">
            <a:avLst>
              <a:gd name="adj1" fmla="val 18750"/>
              <a:gd name="adj2" fmla="val 104532"/>
              <a:gd name="adj3" fmla="val 18750"/>
              <a:gd name="adj4" fmla="val 117847"/>
              <a:gd name="adj5" fmla="val -2606"/>
              <a:gd name="adj6" fmla="val 131917"/>
            </a:avLst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lvl="0"/>
            <a:r>
              <a:rPr lang="en-US" sz="2800" b="1" dirty="0" err="1">
                <a:solidFill>
                  <a:schemeClr val="bg1"/>
                </a:solidFill>
              </a:rPr>
              <a:t>Giảm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thiểu</a:t>
            </a:r>
            <a:r>
              <a:rPr lang="en-US" sz="2800" b="1" dirty="0">
                <a:solidFill>
                  <a:schemeClr val="bg1"/>
                </a:solidFill>
              </a:rPr>
              <a:t> chi </a:t>
            </a:r>
            <a:r>
              <a:rPr lang="en-US" sz="2800" b="1" dirty="0" err="1">
                <a:solidFill>
                  <a:schemeClr val="bg1"/>
                </a:solidFill>
              </a:rPr>
              <a:t>phí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21222" name="AutoShape 38">
            <a:extLst>
              <a:ext uri="{FF2B5EF4-FFF2-40B4-BE49-F238E27FC236}">
                <a16:creationId xmlns:a16="http://schemas.microsoft.com/office/drawing/2014/main" id="{2ADD6A06-C5E6-4E74-F1DB-BF66B46F6391}"/>
              </a:ext>
            </a:extLst>
          </p:cNvPr>
          <p:cNvSpPr>
            <a:spLocks/>
          </p:cNvSpPr>
          <p:nvPr/>
        </p:nvSpPr>
        <p:spPr bwMode="auto">
          <a:xfrm>
            <a:off x="6169025" y="5126038"/>
            <a:ext cx="2352289" cy="1171575"/>
          </a:xfrm>
          <a:prstGeom prst="accentCallout2">
            <a:avLst>
              <a:gd name="adj1" fmla="val 18750"/>
              <a:gd name="adj2" fmla="val -4532"/>
              <a:gd name="adj3" fmla="val 18750"/>
              <a:gd name="adj4" fmla="val -19829"/>
              <a:gd name="adj5" fmla="val -14583"/>
              <a:gd name="adj6" fmla="val -35977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lvl="0"/>
            <a:r>
              <a:rPr lang="en-US" sz="2800" b="1" dirty="0" err="1">
                <a:solidFill>
                  <a:schemeClr val="bg1"/>
                </a:solidFill>
              </a:rPr>
              <a:t>Tạo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thanh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khoản</a:t>
            </a:r>
            <a:r>
              <a:rPr lang="en-US" sz="2800" b="1" dirty="0">
                <a:solidFill>
                  <a:schemeClr val="bg1"/>
                </a:solidFill>
              </a:rPr>
              <a:t> TSTC</a:t>
            </a:r>
          </a:p>
        </p:txBody>
      </p:sp>
      <p:sp>
        <p:nvSpPr>
          <p:cNvPr id="221223" name="AutoShape 39">
            <a:extLst>
              <a:ext uri="{FF2B5EF4-FFF2-40B4-BE49-F238E27FC236}">
                <a16:creationId xmlns:a16="http://schemas.microsoft.com/office/drawing/2014/main" id="{69840D95-6E0D-F686-35A8-23886EB83432}"/>
              </a:ext>
            </a:extLst>
          </p:cNvPr>
          <p:cNvSpPr>
            <a:spLocks/>
          </p:cNvSpPr>
          <p:nvPr/>
        </p:nvSpPr>
        <p:spPr bwMode="auto">
          <a:xfrm>
            <a:off x="6634162" y="3462547"/>
            <a:ext cx="1976438" cy="842753"/>
          </a:xfrm>
          <a:prstGeom prst="accentCallout2">
            <a:avLst>
              <a:gd name="adj1" fmla="val 18750"/>
              <a:gd name="adj2" fmla="val -4532"/>
              <a:gd name="adj3" fmla="val 18750"/>
              <a:gd name="adj4" fmla="val -12750"/>
              <a:gd name="adj5" fmla="val -15884"/>
              <a:gd name="adj6" fmla="val -21625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lvl="0"/>
            <a:r>
              <a:rPr lang="en-US" sz="2800" b="1" dirty="0" err="1"/>
              <a:t>Xác</a:t>
            </a:r>
            <a:r>
              <a:rPr lang="en-US" sz="2800" b="1" dirty="0"/>
              <a:t> </a:t>
            </a:r>
            <a:r>
              <a:rPr lang="en-US" sz="2800" b="1" dirty="0" err="1"/>
              <a:t>định</a:t>
            </a:r>
            <a:r>
              <a:rPr lang="en-US" sz="2800" b="1" dirty="0"/>
              <a:t> </a:t>
            </a:r>
            <a:r>
              <a:rPr lang="en-US" sz="2800" b="1" dirty="0" err="1"/>
              <a:t>giá</a:t>
            </a:r>
            <a:r>
              <a:rPr lang="en-US" sz="2800" b="1" dirty="0"/>
              <a:t> </a:t>
            </a:r>
            <a:r>
              <a:rPr lang="en-US" sz="2800" b="1" dirty="0" err="1"/>
              <a:t>cả</a:t>
            </a:r>
            <a:r>
              <a:rPr lang="en-US" sz="2800" b="1" dirty="0"/>
              <a:t> TSTC</a:t>
            </a:r>
          </a:p>
        </p:txBody>
      </p:sp>
      <p:sp>
        <p:nvSpPr>
          <p:cNvPr id="221224" name="Rectangle 40">
            <a:extLst>
              <a:ext uri="{FF2B5EF4-FFF2-40B4-BE49-F238E27FC236}">
                <a16:creationId xmlns:a16="http://schemas.microsoft.com/office/drawing/2014/main" id="{1ED100FB-940F-24CA-45EC-1C56A376265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4800599" y="1371600"/>
            <a:ext cx="373183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latin typeface="Time New Roman"/>
              </a:rPr>
              <a:t>Huy </a:t>
            </a:r>
            <a:r>
              <a:rPr lang="en-US" sz="2800" b="1" dirty="0" err="1">
                <a:latin typeface="Time New Roman"/>
              </a:rPr>
              <a:t>động</a:t>
            </a:r>
            <a:r>
              <a:rPr lang="en-US" sz="2800" b="1" dirty="0">
                <a:latin typeface="Time New Roman"/>
              </a:rPr>
              <a:t> </a:t>
            </a:r>
            <a:r>
              <a:rPr lang="en-US" sz="2800" b="1" dirty="0" err="1">
                <a:latin typeface="Time New Roman"/>
              </a:rPr>
              <a:t>và</a:t>
            </a:r>
            <a:r>
              <a:rPr lang="en-US" sz="2800" b="1" dirty="0">
                <a:latin typeface="Time New Roman"/>
              </a:rPr>
              <a:t> </a:t>
            </a:r>
            <a:r>
              <a:rPr lang="en-US" sz="2800" b="1" dirty="0" err="1">
                <a:latin typeface="Time New Roman"/>
              </a:rPr>
              <a:t>dẫn</a:t>
            </a:r>
            <a:r>
              <a:rPr lang="en-US" sz="2800" b="1" dirty="0">
                <a:latin typeface="Time New Roman"/>
              </a:rPr>
              <a:t> </a:t>
            </a:r>
            <a:r>
              <a:rPr lang="en-US" sz="2800" b="1" dirty="0" err="1">
                <a:latin typeface="Time New Roman"/>
              </a:rPr>
              <a:t>vốn</a:t>
            </a:r>
            <a:r>
              <a:rPr lang="en-US" sz="2800" b="1" dirty="0">
                <a:latin typeface="Time New Roman"/>
              </a:rPr>
              <a:t> </a:t>
            </a:r>
            <a:r>
              <a:rPr lang="en-US" sz="2800" b="1" dirty="0" err="1">
                <a:latin typeface="Time New Roman"/>
              </a:rPr>
              <a:t>từ</a:t>
            </a:r>
            <a:r>
              <a:rPr lang="en-US" sz="2800" b="1" dirty="0">
                <a:latin typeface="Time New Roman"/>
              </a:rPr>
              <a:t> </a:t>
            </a:r>
            <a:r>
              <a:rPr lang="en-US" sz="2800" b="1" dirty="0" err="1">
                <a:latin typeface="Time New Roman"/>
              </a:rPr>
              <a:t>nơi</a:t>
            </a:r>
            <a:r>
              <a:rPr lang="en-US" sz="2800" b="1" dirty="0">
                <a:latin typeface="Time New Roman"/>
              </a:rPr>
              <a:t> </a:t>
            </a:r>
            <a:r>
              <a:rPr lang="en-US" sz="2800" b="1" dirty="0" err="1">
                <a:latin typeface="Time New Roman"/>
              </a:rPr>
              <a:t>thừa</a:t>
            </a:r>
            <a:r>
              <a:rPr lang="en-US" sz="2800" b="1" dirty="0">
                <a:latin typeface="Time New Roman"/>
              </a:rPr>
              <a:t> sang </a:t>
            </a:r>
            <a:r>
              <a:rPr lang="en-US" sz="2800" b="1" dirty="0" err="1">
                <a:latin typeface="Time New Roman"/>
              </a:rPr>
              <a:t>thiếu</a:t>
            </a:r>
            <a:endParaRPr lang="en-US" sz="2800" b="1" dirty="0">
              <a:latin typeface="Time New Roman"/>
            </a:endParaRPr>
          </a:p>
        </p:txBody>
      </p:sp>
      <p:sp>
        <p:nvSpPr>
          <p:cNvPr id="221225" name="Rectangle 41">
            <a:extLst>
              <a:ext uri="{FF2B5EF4-FFF2-40B4-BE49-F238E27FC236}">
                <a16:creationId xmlns:a16="http://schemas.microsoft.com/office/drawing/2014/main" id="{AB8724C3-7845-5158-F74B-E723D2BD0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365760"/>
            <a:ext cx="7520940" cy="423228"/>
          </a:xfrm>
        </p:spPr>
        <p:txBody>
          <a:bodyPr/>
          <a:lstStyle/>
          <a:p>
            <a:r>
              <a:rPr lang="vi-VN" altLang="en-US" b="1" dirty="0"/>
              <a:t>Chức năng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203848299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loại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6525"/>
          </a:xfrm>
        </p:spPr>
        <p:txBody>
          <a:bodyPr>
            <a:normAutofit/>
          </a:bodyPr>
          <a:lstStyle/>
          <a:p>
            <a:pPr algn="just" eaLnBrk="1" hangingPunct="1">
              <a:buClr>
                <a:schemeClr val="tx1"/>
              </a:buClr>
              <a:buSzTx/>
              <a:buFont typeface="Wingdings" pitchFamily="2" charset="2"/>
              <a:buChar char="t"/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Căn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cứ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luân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vốn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TTCK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&amp; TTCK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cấp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buClr>
                <a:schemeClr val="tx1"/>
              </a:buClr>
              <a:buSzTx/>
              <a:buFont typeface="Wingdings" pitchFamily="2" charset="2"/>
              <a:buChar char="t"/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Căn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cứ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TTCK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(SGDCK); TTCK phi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(OTC)</a:t>
            </a:r>
          </a:p>
          <a:p>
            <a:pPr algn="just" eaLnBrk="1" hangingPunct="1">
              <a:buClr>
                <a:schemeClr val="tx1"/>
              </a:buClr>
              <a:buSzTx/>
              <a:buFont typeface="Wingdings" pitchFamily="2" charset="2"/>
              <a:buChar char="t"/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Căn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cứ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hóa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TT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ưu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đãi</a:t>
            </a:r>
            <a:endParaRPr lang="en-US" sz="2800" i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TT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TP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doanh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TP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phủ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TT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cụ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CK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phái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Quyền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mua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quyền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quyền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…</a:t>
            </a:r>
          </a:p>
          <a:p>
            <a:pPr marL="0" indent="0" algn="just" eaLnBrk="1" hangingPunct="1">
              <a:buClr>
                <a:schemeClr val="tx1"/>
              </a:buClr>
              <a:buSzTx/>
              <a:buNone/>
            </a:pPr>
            <a:endParaRPr lang="en-US" dirty="0">
              <a:latin typeface="Tahom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3431067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531011D-B24D-4D74-ADC5-A1455E0115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 err="1">
                <a:latin typeface="Tahoma" panose="020B0604030504040204" pitchFamily="34" charset="0"/>
              </a:rPr>
              <a:t>thị</a:t>
            </a: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 err="1">
                <a:latin typeface="Tahoma" panose="020B0604030504040204" pitchFamily="34" charset="0"/>
              </a:rPr>
              <a:t>trường</a:t>
            </a: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 err="1">
                <a:latin typeface="Tahoma" panose="020B0604030504040204" pitchFamily="34" charset="0"/>
              </a:rPr>
              <a:t>vốn</a:t>
            </a: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 err="1">
                <a:latin typeface="Tahoma" panose="020B0604030504040204" pitchFamily="34" charset="0"/>
              </a:rPr>
              <a:t>cổ</a:t>
            </a: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 err="1">
                <a:latin typeface="Tahoma" panose="020B0604030504040204" pitchFamily="34" charset="0"/>
              </a:rPr>
              <a:t>phần</a:t>
            </a: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 err="1">
                <a:latin typeface="Tahoma" panose="020B0604030504040204" pitchFamily="34" charset="0"/>
              </a:rPr>
              <a:t>và</a:t>
            </a: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 err="1">
                <a:latin typeface="Tahoma" panose="020B0604030504040204" pitchFamily="34" charset="0"/>
              </a:rPr>
              <a:t>thị</a:t>
            </a: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 err="1">
                <a:latin typeface="Tahoma" panose="020B0604030504040204" pitchFamily="34" charset="0"/>
              </a:rPr>
              <a:t>trường</a:t>
            </a:r>
            <a:r>
              <a:rPr lang="en-US" altLang="en-US" sz="24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 err="1">
                <a:latin typeface="Tahoma" panose="020B0604030504040204" pitchFamily="34" charset="0"/>
              </a:rPr>
              <a:t>nợ</a:t>
            </a:r>
            <a:endParaRPr lang="en-US" altLang="en-US" sz="2400" b="1" dirty="0">
              <a:latin typeface="Tahoma" panose="020B0604030504040204" pitchFamily="34" charset="0"/>
            </a:endParaRPr>
          </a:p>
        </p:txBody>
      </p:sp>
      <p:graphicFrame>
        <p:nvGraphicFramePr>
          <p:cNvPr id="44060" name="Group 28">
            <a:extLst>
              <a:ext uri="{FF2B5EF4-FFF2-40B4-BE49-F238E27FC236}">
                <a16:creationId xmlns:a16="http://schemas.microsoft.com/office/drawing/2014/main" id="{83734DE2-77C3-4E2C-B22E-29C09F7874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838200"/>
          <a:ext cx="8229600" cy="5821043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TT </a:t>
                      </a:r>
                      <a:r>
                        <a:rPr kumimoji="0" lang="en-US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vốn</a:t>
                      </a: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cô</a:t>
                      </a: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̉ </a:t>
                      </a:r>
                      <a:r>
                        <a:rPr kumimoji="0" lang="en-US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phần</a:t>
                      </a: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91432" marR="91432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Thị</a:t>
                      </a: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trường</a:t>
                      </a: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nợ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2" marR="91432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36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Người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mua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là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người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góp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vốn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họ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trở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thành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thành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viên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chủ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sở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hữu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của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TCPH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có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thời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hạn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ghi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lãi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suất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TCPH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kinh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doanh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thua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lỗ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thì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phải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trả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cổ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tức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Được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quyền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tham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gia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biểu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quyết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Khả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năng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sinh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lợi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cao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khả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năng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rủi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ro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cao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CTPH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bị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phá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sản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thì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được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ưu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tiên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91432" marR="91432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Người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mua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là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người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CTPH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vay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nợ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họ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trở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thành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chủ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nợ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Có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thời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hạn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nhất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định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Có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ghi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lãi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suất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CPPT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kinh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doanh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thua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lỗ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thì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vẫn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phải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trả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tiền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lãi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được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tham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gia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biểu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quyết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Khả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năng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sinh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lợi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thấp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khả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năng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rủi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ro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thấp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ü"/>
                        <a:tabLst/>
                      </a:pP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Khi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CTPH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bị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phá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sản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thì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được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ưu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tiên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2" marR="91432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664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chất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064125"/>
          </a:xfrm>
        </p:spPr>
        <p:txBody>
          <a:bodyPr>
            <a:normAutofit lnSpcReduction="10000"/>
          </a:bodyPr>
          <a:lstStyle/>
          <a:p>
            <a:pPr marL="457200" indent="-457200"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phối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vốn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kiệm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chế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trực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tiếp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TGTC</a:t>
            </a:r>
          </a:p>
          <a:p>
            <a:pPr marL="457200" indent="-457200"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tệ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nơi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mua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quyền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hữu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nền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hoá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buClr>
                <a:schemeClr val="tx1"/>
              </a:buClr>
              <a:buFont typeface="Wingdings" pitchFamily="2" charset="2"/>
              <a:buChar char="Ø"/>
            </a:pPr>
            <a:endParaRPr lang="en-US" sz="5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3362542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038B7-150E-12A8-3B07-ABFE9150D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52400"/>
            <a:ext cx="7520940" cy="533400"/>
          </a:xfrm>
        </p:spPr>
        <p:txBody>
          <a:bodyPr/>
          <a:lstStyle/>
          <a:p>
            <a:br>
              <a:rPr lang="vi-VN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0E511-6CD9-2082-BE53-0E91F615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8A80563-FFFC-4455-AA5A-A3B065EF4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68078"/>
            <a:ext cx="8458200" cy="598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39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cụ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chính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Related image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723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2710858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pic>
        <p:nvPicPr>
          <p:cNvPr id="5" name="Content Placeholder 4" descr="so sánh đặc điểm của các sản phẩm đầu tư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8534400" cy="5867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8104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thể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614474"/>
              </p:ext>
            </p:extLst>
          </p:nvPr>
        </p:nvGraphicFramePr>
        <p:xfrm>
          <a:off x="457200" y="838200"/>
          <a:ext cx="8229600" cy="529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0615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6" name="Rectangle 8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hạ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tầng</a:t>
            </a:r>
            <a:endParaRPr lang="en-US" altLang="ko-KR" b="1" dirty="0">
              <a:ea typeface="굴림" charset="-127"/>
            </a:endParaRPr>
          </a:p>
        </p:txBody>
      </p:sp>
      <p:sp>
        <p:nvSpPr>
          <p:cNvPr id="63490" name="AutoShape 2"/>
          <p:cNvSpPr>
            <a:spLocks noChangeArrowheads="1"/>
          </p:cNvSpPr>
          <p:nvPr/>
        </p:nvSpPr>
        <p:spPr bwMode="gray">
          <a:xfrm rot="-2345791">
            <a:off x="4932363" y="2549525"/>
            <a:ext cx="792162" cy="288925"/>
          </a:xfrm>
          <a:prstGeom prst="rightArrow">
            <a:avLst>
              <a:gd name="adj1" fmla="val 35167"/>
              <a:gd name="adj2" fmla="val 111028"/>
            </a:avLst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1" name="AutoShape 3"/>
          <p:cNvSpPr>
            <a:spLocks noChangeArrowheads="1"/>
          </p:cNvSpPr>
          <p:nvPr/>
        </p:nvSpPr>
        <p:spPr bwMode="gray">
          <a:xfrm rot="2851765">
            <a:off x="4933156" y="4420394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2" name="AutoShape 4"/>
          <p:cNvSpPr>
            <a:spLocks noChangeArrowheads="1"/>
          </p:cNvSpPr>
          <p:nvPr/>
        </p:nvSpPr>
        <p:spPr bwMode="gray">
          <a:xfrm rot="35246895">
            <a:off x="3456781" y="2585244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3" name="AutoShape 5"/>
          <p:cNvSpPr>
            <a:spLocks noChangeArrowheads="1"/>
          </p:cNvSpPr>
          <p:nvPr/>
        </p:nvSpPr>
        <p:spPr bwMode="gray">
          <a:xfrm rot="7687744">
            <a:off x="3528219" y="4528344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4" name="AutoShape 6"/>
          <p:cNvSpPr>
            <a:spLocks noChangeArrowheads="1"/>
          </p:cNvSpPr>
          <p:nvPr/>
        </p:nvSpPr>
        <p:spPr bwMode="gray">
          <a:xfrm>
            <a:off x="5364163" y="3484563"/>
            <a:ext cx="792162" cy="288925"/>
          </a:xfrm>
          <a:prstGeom prst="rightArrow">
            <a:avLst>
              <a:gd name="adj1" fmla="val 35167"/>
              <a:gd name="adj2" fmla="val 111028"/>
            </a:avLst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5" name="AutoShape 7"/>
          <p:cNvSpPr>
            <a:spLocks noChangeArrowheads="1"/>
          </p:cNvSpPr>
          <p:nvPr/>
        </p:nvSpPr>
        <p:spPr bwMode="gray">
          <a:xfrm rot="-10800000">
            <a:off x="2987675" y="3519488"/>
            <a:ext cx="863600" cy="288925"/>
          </a:xfrm>
          <a:prstGeom prst="rightArrow">
            <a:avLst>
              <a:gd name="adj1" fmla="val 35167"/>
              <a:gd name="adj2" fmla="val 121041"/>
            </a:avLst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7" name="Oval 9"/>
          <p:cNvSpPr>
            <a:spLocks noChangeArrowheads="1"/>
          </p:cNvSpPr>
          <p:nvPr/>
        </p:nvSpPr>
        <p:spPr bwMode="gray">
          <a:xfrm>
            <a:off x="2700338" y="1757363"/>
            <a:ext cx="3743325" cy="3744912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bg2">
                        <a:gamma/>
                        <a:tint val="0"/>
                        <a:invGamma/>
                      </a:schemeClr>
                    </a:gs>
                    <a:gs pos="100000">
                      <a:schemeClr val="bg2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63498" name="Group 10"/>
          <p:cNvGrpSpPr>
            <a:grpSpLocks/>
          </p:cNvGrpSpPr>
          <p:nvPr/>
        </p:nvGrpSpPr>
        <p:grpSpPr bwMode="auto">
          <a:xfrm>
            <a:off x="3592513" y="2684463"/>
            <a:ext cx="1946275" cy="1949450"/>
            <a:chOff x="2200" y="1570"/>
            <a:chExt cx="1496" cy="1496"/>
          </a:xfrm>
        </p:grpSpPr>
        <p:sp>
          <p:nvSpPr>
            <p:cNvPr id="63499" name="Oval 11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3500" name="Oval 12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0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3501" name="Oval 13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3502" name="Oval 14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3503" name="Oval 15"/>
            <p:cNvSpPr>
              <a:spLocks noChangeArrowheads="1"/>
            </p:cNvSpPr>
            <p:nvPr/>
          </p:nvSpPr>
          <p:spPr bwMode="gray">
            <a:xfrm>
              <a:off x="2363" y="1733"/>
              <a:ext cx="1170" cy="117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63504" name="Text Box 16"/>
          <p:cNvSpPr txBox="1">
            <a:spLocks noChangeArrowheads="1"/>
          </p:cNvSpPr>
          <p:nvPr/>
        </p:nvSpPr>
        <p:spPr bwMode="gray">
          <a:xfrm>
            <a:off x="678545" y="3484563"/>
            <a:ext cx="1960793" cy="307777"/>
          </a:xfrm>
          <a:prstGeom prst="rect">
            <a:avLst/>
          </a:prstGeom>
          <a:noFill/>
          <a:ln>
            <a:noFill/>
          </a:ln>
          <a:effectLst>
            <a:prstShdw prst="shdw12" dist="76200" dir="108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E9940B"/>
                    </a:gs>
                    <a:gs pos="100000">
                      <a:srgbClr val="E9940B">
                        <a:gamma/>
                        <a:shade val="31373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 err="1">
                <a:latin typeface="Verdana" pitchFamily="34" charset="0"/>
                <a:ea typeface="굴림" charset="-127"/>
              </a:rPr>
              <a:t>Nguồn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nhân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lực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…</a:t>
            </a:r>
          </a:p>
        </p:txBody>
      </p:sp>
      <p:sp>
        <p:nvSpPr>
          <p:cNvPr id="63505" name="Text Box 17"/>
          <p:cNvSpPr txBox="1">
            <a:spLocks noChangeArrowheads="1"/>
          </p:cNvSpPr>
          <p:nvPr/>
        </p:nvSpPr>
        <p:spPr bwMode="gray">
          <a:xfrm>
            <a:off x="898527" y="5284788"/>
            <a:ext cx="3251211" cy="307777"/>
          </a:xfrm>
          <a:prstGeom prst="rect">
            <a:avLst/>
          </a:prstGeom>
          <a:noFill/>
          <a:ln>
            <a:noFill/>
          </a:ln>
          <a:effectLst>
            <a:prstShdw prst="shdw12" dist="76200" dir="108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E9940B"/>
                    </a:gs>
                    <a:gs pos="100000">
                      <a:srgbClr val="E9940B">
                        <a:gamma/>
                        <a:shade val="31373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 err="1">
                <a:latin typeface="Verdana" pitchFamily="34" charset="0"/>
                <a:ea typeface="굴림" charset="-127"/>
              </a:rPr>
              <a:t>Hệ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thống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dịch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vụ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chứng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khoán</a:t>
            </a:r>
            <a:endParaRPr lang="en-US" altLang="ko-KR" sz="1400" b="1" dirty="0">
              <a:latin typeface="Verdana" pitchFamily="34" charset="0"/>
              <a:ea typeface="굴림" charset="-127"/>
            </a:endParaRPr>
          </a:p>
        </p:txBody>
      </p:sp>
      <p:sp>
        <p:nvSpPr>
          <p:cNvPr id="63506" name="Text Box 18"/>
          <p:cNvSpPr txBox="1">
            <a:spLocks noChangeArrowheads="1"/>
          </p:cNvSpPr>
          <p:nvPr/>
        </p:nvSpPr>
        <p:spPr bwMode="gray">
          <a:xfrm>
            <a:off x="5567377" y="5213350"/>
            <a:ext cx="2263761" cy="307777"/>
          </a:xfrm>
          <a:prstGeom prst="rect">
            <a:avLst/>
          </a:prstGeom>
          <a:noFill/>
          <a:ln>
            <a:noFill/>
          </a:ln>
          <a:effectLst>
            <a:prstShdw prst="shdw12" dist="76200" dir="108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E9940B"/>
                    </a:gs>
                    <a:gs pos="100000">
                      <a:srgbClr val="E9940B">
                        <a:gamma/>
                        <a:shade val="31373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 err="1">
                <a:latin typeface="Verdana" pitchFamily="34" charset="0"/>
                <a:ea typeface="굴림" charset="-127"/>
              </a:rPr>
              <a:t>Hệ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thống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thanh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toán</a:t>
            </a:r>
            <a:endParaRPr lang="en-US" altLang="ko-KR" sz="1400" b="1" dirty="0">
              <a:latin typeface="Verdana" pitchFamily="34" charset="0"/>
              <a:ea typeface="굴림" charset="-127"/>
            </a:endParaRPr>
          </a:p>
        </p:txBody>
      </p:sp>
      <p:sp>
        <p:nvSpPr>
          <p:cNvPr id="63507" name="Text Box 19"/>
          <p:cNvSpPr txBox="1">
            <a:spLocks noChangeArrowheads="1"/>
          </p:cNvSpPr>
          <p:nvPr/>
        </p:nvSpPr>
        <p:spPr bwMode="gray">
          <a:xfrm>
            <a:off x="6523932" y="3468688"/>
            <a:ext cx="2081019" cy="307777"/>
          </a:xfrm>
          <a:prstGeom prst="rect">
            <a:avLst/>
          </a:prstGeom>
          <a:noFill/>
          <a:ln>
            <a:noFill/>
          </a:ln>
          <a:effectLst>
            <a:prstShdw prst="shdw12" dist="76200" dir="108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E9940B"/>
                    </a:gs>
                    <a:gs pos="100000">
                      <a:srgbClr val="E9940B">
                        <a:gamma/>
                        <a:shade val="31373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 err="1">
                <a:latin typeface="Verdana" pitchFamily="34" charset="0"/>
                <a:ea typeface="굴림" charset="-127"/>
              </a:rPr>
              <a:t>Hệ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thống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thông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tin</a:t>
            </a:r>
          </a:p>
        </p:txBody>
      </p:sp>
      <p:sp>
        <p:nvSpPr>
          <p:cNvPr id="63508" name="Text Box 20"/>
          <p:cNvSpPr txBox="1">
            <a:spLocks noChangeArrowheads="1"/>
          </p:cNvSpPr>
          <p:nvPr/>
        </p:nvSpPr>
        <p:spPr bwMode="gray">
          <a:xfrm>
            <a:off x="1539028" y="1612900"/>
            <a:ext cx="2113079" cy="307777"/>
          </a:xfrm>
          <a:prstGeom prst="rect">
            <a:avLst/>
          </a:prstGeom>
          <a:noFill/>
          <a:ln>
            <a:noFill/>
          </a:ln>
          <a:effectLst>
            <a:prstShdw prst="shdw12" dist="76200" dir="108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E9940B"/>
                    </a:gs>
                    <a:gs pos="100000">
                      <a:srgbClr val="E9940B">
                        <a:gamma/>
                        <a:shade val="31373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 err="1">
                <a:latin typeface="Verdana" pitchFamily="34" charset="0"/>
                <a:ea typeface="굴림" charset="-127"/>
              </a:rPr>
              <a:t>Hệ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thống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pháp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luật</a:t>
            </a:r>
            <a:endParaRPr lang="en-US" altLang="ko-KR" sz="1400" b="1" dirty="0">
              <a:latin typeface="Verdana" pitchFamily="34" charset="0"/>
              <a:ea typeface="굴림" charset="-127"/>
            </a:endParaRPr>
          </a:p>
        </p:txBody>
      </p:sp>
      <p:sp>
        <p:nvSpPr>
          <p:cNvPr id="63509" name="Text Box 21"/>
          <p:cNvSpPr txBox="1">
            <a:spLocks noChangeArrowheads="1"/>
          </p:cNvSpPr>
          <p:nvPr/>
        </p:nvSpPr>
        <p:spPr bwMode="gray">
          <a:xfrm>
            <a:off x="5469294" y="1684338"/>
            <a:ext cx="2028119" cy="307777"/>
          </a:xfrm>
          <a:prstGeom prst="rect">
            <a:avLst/>
          </a:prstGeom>
          <a:noFill/>
          <a:ln>
            <a:noFill/>
          </a:ln>
          <a:effectLst>
            <a:prstShdw prst="shdw12" dist="76200" dir="108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E9940B"/>
                    </a:gs>
                    <a:gs pos="100000">
                      <a:srgbClr val="E9940B">
                        <a:gamma/>
                        <a:shade val="31373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 err="1">
                <a:latin typeface="Verdana" pitchFamily="34" charset="0"/>
                <a:ea typeface="굴림" charset="-127"/>
              </a:rPr>
              <a:t>Hệ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thống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giám</a:t>
            </a:r>
            <a:r>
              <a:rPr lang="en-US" altLang="ko-KR" sz="1400" b="1" dirty="0">
                <a:latin typeface="Verdana" pitchFamily="34" charset="0"/>
                <a:ea typeface="굴림" charset="-127"/>
              </a:rPr>
              <a:t> </a:t>
            </a:r>
            <a:r>
              <a:rPr lang="en-US" altLang="ko-KR" sz="1400" b="1" dirty="0" err="1">
                <a:latin typeface="Verdana" pitchFamily="34" charset="0"/>
                <a:ea typeface="굴림" charset="-127"/>
              </a:rPr>
              <a:t>sát</a:t>
            </a:r>
            <a:endParaRPr lang="en-US" altLang="ko-KR" sz="1400" b="1" dirty="0">
              <a:latin typeface="Verdana" pitchFamily="34" charset="0"/>
              <a:ea typeface="굴림" charset="-127"/>
            </a:endParaRPr>
          </a:p>
        </p:txBody>
      </p:sp>
      <p:sp>
        <p:nvSpPr>
          <p:cNvPr id="63510" name="Text Box 22"/>
          <p:cNvSpPr txBox="1">
            <a:spLocks noChangeArrowheads="1"/>
          </p:cNvSpPr>
          <p:nvPr/>
        </p:nvSpPr>
        <p:spPr bwMode="gray">
          <a:xfrm>
            <a:off x="3937015" y="3248451"/>
            <a:ext cx="1277914" cy="830997"/>
          </a:xfrm>
          <a:prstGeom prst="rect">
            <a:avLst/>
          </a:prstGeom>
          <a:noFill/>
          <a:ln>
            <a:noFill/>
          </a:ln>
          <a:effectLst>
            <a:prstShdw prst="shdw12" dist="76200" dir="108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E9940B"/>
                    </a:gs>
                    <a:gs pos="100000">
                      <a:srgbClr val="E9940B">
                        <a:gamma/>
                        <a:shade val="31373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ko-KR" sz="2400" b="1" dirty="0" err="1">
                <a:solidFill>
                  <a:srgbClr val="FFFFFF"/>
                </a:solidFill>
                <a:latin typeface="Arial" charset="0"/>
                <a:ea typeface="굴림" charset="-127"/>
              </a:rPr>
              <a:t>Cơ</a:t>
            </a:r>
            <a:r>
              <a:rPr lang="en-US" altLang="ko-KR" sz="2400" b="1" dirty="0">
                <a:solidFill>
                  <a:srgbClr val="FFFFFF"/>
                </a:solidFill>
                <a:latin typeface="Arial" charset="0"/>
                <a:ea typeface="굴림" charset="-127"/>
              </a:rPr>
              <a:t> </a:t>
            </a:r>
            <a:r>
              <a:rPr lang="en-US" altLang="ko-KR" sz="2400" b="1" dirty="0" err="1">
                <a:solidFill>
                  <a:srgbClr val="FFFFFF"/>
                </a:solidFill>
                <a:latin typeface="Arial" charset="0"/>
                <a:ea typeface="굴림" charset="-127"/>
              </a:rPr>
              <a:t>sở</a:t>
            </a:r>
            <a:r>
              <a:rPr lang="en-US" altLang="ko-KR" sz="2400" b="1" dirty="0">
                <a:solidFill>
                  <a:srgbClr val="FFFFFF"/>
                </a:solidFill>
                <a:latin typeface="Arial" charset="0"/>
                <a:ea typeface="굴림" charset="-127"/>
              </a:rPr>
              <a:t> </a:t>
            </a:r>
          </a:p>
          <a:p>
            <a:pPr algn="ctr"/>
            <a:r>
              <a:rPr lang="en-US" altLang="ko-KR" sz="2400" b="1" dirty="0" err="1">
                <a:solidFill>
                  <a:srgbClr val="FFFFFF"/>
                </a:solidFill>
                <a:latin typeface="Arial" charset="0"/>
                <a:ea typeface="굴림" charset="-127"/>
              </a:rPr>
              <a:t>hạ</a:t>
            </a:r>
            <a:r>
              <a:rPr lang="en-US" altLang="ko-KR" sz="2400" b="1" dirty="0">
                <a:solidFill>
                  <a:srgbClr val="FFFFFF"/>
                </a:solidFill>
                <a:latin typeface="Arial" charset="0"/>
                <a:ea typeface="굴림" charset="-127"/>
              </a:rPr>
              <a:t> </a:t>
            </a:r>
            <a:r>
              <a:rPr lang="en-US" altLang="ko-KR" sz="2400" b="1" dirty="0" err="1">
                <a:solidFill>
                  <a:srgbClr val="FFFFFF"/>
                </a:solidFill>
                <a:latin typeface="Arial" charset="0"/>
                <a:ea typeface="굴림" charset="-127"/>
              </a:rPr>
              <a:t>tầng</a:t>
            </a:r>
            <a:endParaRPr lang="en-US" altLang="ko-KR" sz="2400" b="1" dirty="0">
              <a:solidFill>
                <a:srgbClr val="FFFFFF"/>
              </a:solidFill>
              <a:latin typeface="Arial" charset="0"/>
              <a:ea typeface="굴림" charset="-127"/>
            </a:endParaRPr>
          </a:p>
        </p:txBody>
      </p:sp>
      <p:sp>
        <p:nvSpPr>
          <p:cNvPr id="63511" name="Oval 23"/>
          <p:cNvSpPr>
            <a:spLocks noChangeArrowheads="1"/>
          </p:cNvSpPr>
          <p:nvPr/>
        </p:nvSpPr>
        <p:spPr bwMode="gray">
          <a:xfrm>
            <a:off x="2555875" y="3494088"/>
            <a:ext cx="358775" cy="360362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5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12" name="Oval 24"/>
          <p:cNvSpPr>
            <a:spLocks noChangeArrowheads="1"/>
          </p:cNvSpPr>
          <p:nvPr/>
        </p:nvSpPr>
        <p:spPr bwMode="gray">
          <a:xfrm>
            <a:off x="3132138" y="1973263"/>
            <a:ext cx="358775" cy="360362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5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13" name="Oval 25"/>
          <p:cNvSpPr>
            <a:spLocks noChangeArrowheads="1"/>
          </p:cNvSpPr>
          <p:nvPr/>
        </p:nvSpPr>
        <p:spPr bwMode="gray">
          <a:xfrm>
            <a:off x="5651500" y="2044700"/>
            <a:ext cx="358775" cy="360363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5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14" name="Oval 26"/>
          <p:cNvSpPr>
            <a:spLocks noChangeArrowheads="1"/>
          </p:cNvSpPr>
          <p:nvPr/>
        </p:nvSpPr>
        <p:spPr bwMode="gray">
          <a:xfrm>
            <a:off x="6300788" y="3413125"/>
            <a:ext cx="358775" cy="360363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5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15" name="Oval 27"/>
          <p:cNvSpPr>
            <a:spLocks noChangeArrowheads="1"/>
          </p:cNvSpPr>
          <p:nvPr/>
        </p:nvSpPr>
        <p:spPr bwMode="gray">
          <a:xfrm>
            <a:off x="5580063" y="4852988"/>
            <a:ext cx="358775" cy="360362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5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16" name="Oval 28"/>
          <p:cNvSpPr>
            <a:spLocks noChangeArrowheads="1"/>
          </p:cNvSpPr>
          <p:nvPr/>
        </p:nvSpPr>
        <p:spPr bwMode="gray">
          <a:xfrm>
            <a:off x="3348038" y="4997450"/>
            <a:ext cx="358775" cy="360363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5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0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A77EDA-0BB9-250A-6253-CB4F228C2C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381000"/>
            <a:ext cx="7772399" cy="5562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E76C2-62FF-7E1C-51A0-D36730047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1668429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6BB4C4-FA3C-3C3F-4EEE-C14D0AEEC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457201"/>
            <a:ext cx="7467600" cy="54864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18F27-7802-7EE9-9EEB-1ABB1788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F68F06-21C1-76FD-D871-D2F0BF858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802" y="1714351"/>
            <a:ext cx="4572396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00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TTCK VIỆT NAM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pic>
        <p:nvPicPr>
          <p:cNvPr id="5" name="Content Placeholder 4" descr="Thị trường chứng khoán Việt Nam: Kênh huy động vốn quan trọ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8153400" cy="548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3419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Nền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tảng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140325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95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vi-VN" sz="11200" dirty="0">
                <a:latin typeface="Times New Roman" pitchFamily="18" charset="0"/>
                <a:cs typeface="Times New Roman" pitchFamily="18" charset="0"/>
              </a:rPr>
              <a:t>X.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11200" dirty="0">
                <a:latin typeface="Times New Roman" pitchFamily="18" charset="0"/>
                <a:cs typeface="Times New Roman" pitchFamily="18" charset="0"/>
              </a:rPr>
              <a:t>p.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TTCK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Đảng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thập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kỷ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90 (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kỷ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20) </a:t>
            </a:r>
          </a:p>
          <a:p>
            <a:pPr algn="just">
              <a:lnSpc>
                <a:spcPct val="95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6/11/1993,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Ban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vốn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thuộc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NHNN</a:t>
            </a:r>
          </a:p>
          <a:p>
            <a:pPr algn="just">
              <a:lnSpc>
                <a:spcPct val="95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9/1994, CP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quyết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Ban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soạn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thảo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lệnh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CK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TTCK</a:t>
            </a:r>
          </a:p>
          <a:p>
            <a:pPr algn="just">
              <a:lnSpc>
                <a:spcPct val="95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UBCKNN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28/11/1996,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thuộc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phủ</a:t>
            </a:r>
            <a:endParaRPr lang="en-US" sz="11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5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19/02/2004,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chính</a:t>
            </a:r>
            <a:endParaRPr lang="en-US" sz="11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5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khoán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54  </a:t>
            </a:r>
            <a:r>
              <a:rPr lang="en-US" sz="112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26/11/2019</a:t>
            </a:r>
          </a:p>
          <a:p>
            <a:pPr algn="just">
              <a:lnSpc>
                <a:spcPct val="95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VNX </a:t>
            </a:r>
            <a:r>
              <a:rPr lang="vi-VN" sz="11200" dirty="0">
                <a:latin typeface="Times New Roman" pitchFamily="18" charset="0"/>
                <a:cs typeface="Times New Roman" pitchFamily="18" charset="0"/>
              </a:rPr>
              <a:t>Quyết định số 37/2020/QĐ-TTg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11200" dirty="0">
                <a:latin typeface="Times New Roman" pitchFamily="18" charset="0"/>
                <a:cs typeface="Times New Roman" pitchFamily="18" charset="0"/>
              </a:rPr>
              <a:t>có hiệu lực thi hành từ ngày 20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11200" dirty="0">
                <a:latin typeface="Times New Roman" pitchFamily="18" charset="0"/>
                <a:cs typeface="Times New Roman" pitchFamily="18" charset="0"/>
              </a:rPr>
              <a:t>02</a:t>
            </a:r>
            <a:r>
              <a:rPr lang="en-US" sz="112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11200" dirty="0">
                <a:latin typeface="Times New Roman" pitchFamily="18" charset="0"/>
                <a:cs typeface="Times New Roman" pitchFamily="18" charset="0"/>
              </a:rPr>
              <a:t>2021</a:t>
            </a:r>
            <a:endParaRPr lang="en-US" sz="11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buClr>
                <a:schemeClr val="tx1"/>
              </a:buClr>
              <a:buSzTx/>
              <a:buNone/>
            </a:pPr>
            <a:endParaRPr lang="en-US" b="1" dirty="0">
              <a:latin typeface="Tahom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2561080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BE0FC-7B41-4419-9BBD-712C38BD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HOẠT ĐỘNG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BE30D-A0DD-4C0B-BD19-3863286BE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838200"/>
            <a:ext cx="8153400" cy="5562600"/>
          </a:xfrm>
        </p:spPr>
        <p:txBody>
          <a:bodyPr>
            <a:normAutofit fontScale="55000" lnSpcReduction="20000"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QĐ 127/1998/QĐ-</a:t>
            </a:r>
            <a:r>
              <a:rPr lang="en-US" sz="5100" dirty="0" err="1">
                <a:latin typeface="Times New Roman" pitchFamily="18" charset="0"/>
                <a:cs typeface="Times New Roman" pitchFamily="18" charset="0"/>
              </a:rPr>
              <a:t>TTg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1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100" dirty="0" err="1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 HOSE &amp; HNX</a:t>
            </a:r>
          </a:p>
          <a:p>
            <a:pPr algn="just">
              <a:buFont typeface="Arial" pitchFamily="34" charset="0"/>
              <a:buChar char="•"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28/07/2000,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phiên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dịch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02 DNNY (REE &amp; SAM), 6 CTCK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.  </a:t>
            </a:r>
          </a:p>
          <a:p>
            <a:pPr algn="just">
              <a:buFont typeface="Arial" pitchFamily="34" charset="0"/>
              <a:buChar char="•"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QĐ 599/2007/QĐ-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TTg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, TTGDCK  TP. </a:t>
            </a:r>
            <a:r>
              <a:rPr lang="vi-VN" sz="4400" dirty="0">
                <a:latin typeface="Times New Roman" pitchFamily="18" charset="0"/>
                <a:cs typeface="Times New Roman" pitchFamily="18" charset="0"/>
              </a:rPr>
              <a:t>HCM</a:t>
            </a:r>
            <a:r>
              <a:rPr lang="vi-VN" sz="4400" dirty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SGDCK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Tp.HCM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vốn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ban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1.000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(2015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chỉnh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2.000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hữu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fontAlgn="base">
              <a:buFont typeface="Wingdings" pitchFamily="2" charset="2"/>
              <a:buChar char="v"/>
            </a:pPr>
            <a:r>
              <a:rPr lang="en-US" sz="5800" dirty="0">
                <a:latin typeface="Times New Roman" pitchFamily="18" charset="0"/>
                <a:cs typeface="Times New Roman" pitchFamily="18" charset="0"/>
              </a:rPr>
              <a:t>08/03/2005, HNX </a:t>
            </a:r>
            <a:r>
              <a:rPr lang="en-US" sz="5800" dirty="0" err="1"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sz="5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800" dirty="0" err="1">
                <a:latin typeface="Times New Roman" pitchFamily="18" charset="0"/>
                <a:cs typeface="Times New Roman" pitchFamily="18" charset="0"/>
              </a:rPr>
              <a:t>trương</a:t>
            </a:r>
            <a:r>
              <a:rPr lang="en-US" sz="7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vi-VN" sz="3200" dirty="0"/>
              <a:t> 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SGDCK </a:t>
            </a:r>
            <a:r>
              <a:rPr lang="en-US" sz="5100" dirty="0" err="1">
                <a:latin typeface="Times New Roman" pitchFamily="18" charset="0"/>
                <a:cs typeface="Times New Roman" pitchFamily="18" charset="0"/>
              </a:rPr>
              <a:t>Hà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100" dirty="0" err="1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 (24/6/2009) </a:t>
            </a:r>
            <a:r>
              <a:rPr lang="en-US" sz="51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5100" dirty="0">
                <a:latin typeface="Times New Roman" pitchFamily="18" charset="0"/>
                <a:cs typeface="Times New Roman" pitchFamily="18" charset="0"/>
              </a:rPr>
              <a:t> QĐ </a:t>
            </a:r>
            <a:r>
              <a:rPr lang="vi-VN" sz="5100" dirty="0">
                <a:latin typeface="Times New Roman" pitchFamily="18" charset="0"/>
                <a:cs typeface="Times New Roman" pitchFamily="18" charset="0"/>
              </a:rPr>
              <a:t>01/2009/QĐ-TTg</a:t>
            </a:r>
          </a:p>
          <a:p>
            <a:pPr marL="857250" indent="-857250" algn="just">
              <a:buFont typeface="Wingdings" panose="05000000000000000000" pitchFamily="2" charset="2"/>
              <a:buChar char="ü"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24/06/2009, </a:t>
            </a:r>
            <a:r>
              <a:rPr lang="vi-VN" sz="4400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ận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Upcom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  <a:p>
            <a:pPr marL="857250" indent="-857250" algn="just">
              <a:buFont typeface="Wingdings" panose="05000000000000000000" pitchFamily="2" charset="2"/>
              <a:buChar char="ü"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24/9/2009,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khai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trương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TT</a:t>
            </a:r>
            <a:r>
              <a:rPr lang="vi-VN" sz="4400" dirty="0">
                <a:latin typeface="Times New Roman" pitchFamily="18" charset="0"/>
                <a:cs typeface="Times New Roman" pitchFamily="18" charset="0"/>
              </a:rPr>
              <a:t>TPCP chuyên biệt 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  <a:p>
            <a:pPr marL="857250" indent="-857250" algn="just">
              <a:buFont typeface="Wingdings" panose="05000000000000000000" pitchFamily="2" charset="2"/>
              <a:buChar char="ü"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10/8/2017, TTCKPS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>
                <a:latin typeface="Times New Roman" pitchFamily="18" charset="0"/>
                <a:cs typeface="Times New Roman" pitchFamily="18" charset="0"/>
              </a:rPr>
              <a:t>đời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sz="5800" dirty="0">
                <a:latin typeface="Times New Roman" pitchFamily="18" charset="0"/>
                <a:cs typeface="Times New Roman" pitchFamily="18" charset="0"/>
              </a:rPr>
              <a:t>27/7/2005, VSD </a:t>
            </a:r>
            <a:r>
              <a:rPr lang="en-US" sz="58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5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8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5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800" dirty="0" err="1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sz="5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8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5800" dirty="0">
                <a:latin typeface="Times New Roman" pitchFamily="18" charset="0"/>
                <a:cs typeface="Times New Roman" pitchFamily="18" charset="0"/>
              </a:rPr>
              <a:t> QĐ 189/2005/QĐ-</a:t>
            </a:r>
            <a:r>
              <a:rPr lang="en-US" sz="5800" dirty="0" err="1">
                <a:latin typeface="Times New Roman" pitchFamily="18" charset="0"/>
                <a:cs typeface="Times New Roman" pitchFamily="18" charset="0"/>
              </a:rPr>
              <a:t>TTg</a:t>
            </a:r>
            <a:endParaRPr lang="en-US" sz="5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67D69-7862-4C86-BAD7-9CDF342A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1064958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CĂN CỨ PHÁP LÝ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838200"/>
            <a:ext cx="7520940" cy="52578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LUẬT CHỨNG KHOÁN SỐ 54/2019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NGHỊ ĐỊNH 155/2020/NĐ-CP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31/12/2020 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thi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LCK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NGHỊ ĐỊNH 156/2020/NĐ-CP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31/12/2020,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xử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phạt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lĩnh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vực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CK &amp;TTCK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NGHỊ ĐỊNH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128/2021/NĐ-CP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gày 30/12/2021 sửa đổi, bổ sung một số điều của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NĐ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156/2020/NĐ-CP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 có hiệu lực từ ngày 1/1/2022.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THÔNG TƯ 95/2020/TT-BTC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16/11/2020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dẫn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giám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sát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dịch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khoán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TTCK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THÔNG TƯ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06/2022/TT-BTC hướng dẫn công tác giám sát tuân thủ của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UBCKNN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SGDCK, VSD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1704753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F4B8-678F-994D-048C-C5573F44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Quy mô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hết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tháng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8/2024)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78DC6-BFA4-B161-F138-871715F0C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100628"/>
            <a:ext cx="7520940" cy="476677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vi-VN" sz="4200" dirty="0">
                <a:solidFill>
                  <a:srgbClr val="000000"/>
                </a:solidFill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Thị trường cơ sở: </a:t>
            </a:r>
            <a:r>
              <a:rPr lang="vi-VN" sz="42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CK niêm yết (CP &amp; CCQ)</a:t>
            </a:r>
            <a:r>
              <a:rPr lang="en-US" sz="42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vi-VN" sz="42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728; TPNY: 473; ĐKGD</a:t>
            </a:r>
            <a:r>
              <a:rPr lang="en-US" sz="42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: 878</a:t>
            </a:r>
            <a:endParaRPr lang="en-US" sz="4200" dirty="0">
              <a:effectLst/>
              <a:latin typeface="Time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4000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Chứng</a:t>
            </a:r>
            <a:r>
              <a:rPr lang="en-US" sz="40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khoán</a:t>
            </a:r>
            <a:r>
              <a:rPr lang="en-US" sz="40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phái</a:t>
            </a:r>
            <a:r>
              <a:rPr lang="en-US" sz="40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40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: HĐTL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sz="40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40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VN30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40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HĐTL TPCP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sz="40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hạn</a:t>
            </a:r>
            <a:r>
              <a:rPr lang="en-US" sz="40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5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năm</a:t>
            </a:r>
            <a:r>
              <a:rPr lang="en-US" sz="4000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, 10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năm</a:t>
            </a:r>
            <a:endParaRPr lang="vi-VN" sz="4000" i="0" dirty="0">
              <a:solidFill>
                <a:srgbClr val="000000"/>
              </a:solidFill>
              <a:effectLst/>
              <a:latin typeface="Time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vi-VN" sz="4000" b="1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CTCK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: 82 (</a:t>
            </a:r>
            <a:r>
              <a:rPr lang="en-US" sz="4000" b="1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hết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2023)</a:t>
            </a:r>
            <a:endParaRPr lang="vi-VN" sz="4000" b="1" i="0" dirty="0">
              <a:solidFill>
                <a:srgbClr val="000000"/>
              </a:solidFill>
              <a:effectLst/>
              <a:latin typeface="Time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vi-VN" sz="4000" b="1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CT QLQ &amp; QĐT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: 43 (</a:t>
            </a:r>
            <a:r>
              <a:rPr lang="en-US" sz="4000" b="1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i="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hết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2023)</a:t>
            </a:r>
            <a:endParaRPr lang="en-US" sz="4000" dirty="0">
              <a:effectLst/>
              <a:latin typeface="Time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5B40C-6EA5-8301-FA2E-9897E335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1549563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B1ECE-6D09-D5B6-2E1A-BD38C41C7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3B39FF-171B-3AE8-2355-B4AAF6C7F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1" y="533400"/>
            <a:ext cx="79248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77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88895F-11C5-71F0-9772-0E7426476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EA4111-0CEF-B217-2E94-9038E2EC0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457200"/>
            <a:ext cx="7467600" cy="582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04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ADBF6-DB1F-D429-063C-EF07F5026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04A4A1-AFA7-DC53-0973-2886DD4A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98558"/>
            <a:ext cx="8077200" cy="598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27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F13B-D318-E84F-2487-72C87AAAD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396240"/>
          </a:xfrm>
        </p:spPr>
        <p:txBody>
          <a:bodyPr/>
          <a:lstStyle/>
          <a:p>
            <a:pPr algn="just"/>
            <a:r>
              <a:rPr lang="en-US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Quyết</a:t>
            </a: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1726/QĐ-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TTg</a:t>
            </a:r>
            <a:endParaRPr lang="vi-VN" sz="2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541DA-6EEF-FDEA-5E36-F14BEBFEA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762000"/>
            <a:ext cx="7520940" cy="51816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28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Segoe UI Symbol" panose="020B0502040204020203" pitchFamily="34" charset="0"/>
              </a:rPr>
              <a:t>➢</a:t>
            </a:r>
            <a:r>
              <a:rPr lang="en-US" sz="28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Hoàn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thiện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khung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3600" dirty="0">
              <a:effectLst/>
              <a:latin typeface="Time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Segoe UI Symbol" panose="020B0502040204020203" pitchFamily="34" charset="0"/>
              </a:rPr>
              <a:t>➢</a:t>
            </a:r>
            <a:r>
              <a:rPr lang="en-US" sz="36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cường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lực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giám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sát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thanh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vi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3600" dirty="0">
              <a:effectLst/>
              <a:latin typeface="Time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Segoe UI Symbol" panose="020B0502040204020203" pitchFamily="34" charset="0"/>
              </a:rPr>
              <a:t>➢</a:t>
            </a:r>
            <a:r>
              <a:rPr lang="en-US" sz="36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cung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&amp;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cải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thiện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cung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3600" dirty="0">
              <a:effectLst/>
              <a:latin typeface="Time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Segoe UI Symbol" panose="020B0502040204020203" pitchFamily="34" charset="0"/>
              </a:rPr>
              <a:t>➢</a:t>
            </a:r>
            <a:r>
              <a:rPr lang="en-US" sz="36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triển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đa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dạng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sở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NĐT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cải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thiện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chất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tư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nhằm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tới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tư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bền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vững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US" sz="3600" dirty="0">
              <a:effectLst/>
              <a:latin typeface="Time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Segoe UI Symbol" panose="020B0502040204020203" pitchFamily="34" charset="0"/>
              </a:rPr>
              <a:t>➢</a:t>
            </a:r>
            <a:r>
              <a:rPr lang="en-US" sz="36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Nâng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đại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CSHT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TTCK;</a:t>
            </a:r>
            <a:endParaRPr lang="vi-VN" sz="3600" dirty="0">
              <a:solidFill>
                <a:srgbClr val="000000"/>
              </a:solidFill>
              <a:effectLst/>
              <a:latin typeface="Time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Segoe UI Symbol" panose="020B0502040204020203" pitchFamily="34" charset="0"/>
              </a:rPr>
              <a:t>➢</a:t>
            </a:r>
            <a:r>
              <a:rPr lang="en-US" sz="3600" dirty="0">
                <a:solidFill>
                  <a:srgbClr val="015B2A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triển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cường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lực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TCTG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huy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vai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trò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xã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hội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-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nghề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effectLst/>
                <a:latin typeface="Time New Roman"/>
                <a:ea typeface="Calibri" panose="020F0502020204030204" pitchFamily="34" charset="0"/>
                <a:cs typeface="Times New Roman" panose="02020603050405020304" pitchFamily="18" charset="0"/>
              </a:rPr>
              <a:t>CK..</a:t>
            </a:r>
            <a:endParaRPr lang="en-US" sz="3600" dirty="0">
              <a:effectLst/>
              <a:latin typeface="Time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C143-2B9C-B0C9-8417-8861434F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2592245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31D07-2C8A-BBD4-4ADF-0921BAF41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28600"/>
            <a:ext cx="7520940" cy="685800"/>
          </a:xfrm>
        </p:spPr>
        <p:txBody>
          <a:bodyPr/>
          <a:lstStyle/>
          <a:p>
            <a:pPr algn="ctr"/>
            <a:r>
              <a:rPr lang="vi-VN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Các tiêu chí để trở thành thị trường mới nổi sơ cấp của FTSE và mức độ đáp ứng của Việt Nam</a:t>
            </a:r>
            <a:endParaRPr lang="en-US" sz="1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386901-D52D-1FCE-1D59-A5B8998D8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000" y="1100138"/>
            <a:ext cx="7696200" cy="507206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2199A-B154-E99B-CB3C-82A9DFDDE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huyenntssc@gmail.com </a:t>
            </a:r>
          </a:p>
        </p:txBody>
      </p:sp>
    </p:spTree>
    <p:extLst>
      <p:ext uri="{BB962C8B-B14F-4D97-AF65-F5344CB8AC3E}">
        <p14:creationId xmlns:p14="http://schemas.microsoft.com/office/powerpoint/2010/main" val="1858442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55877AA1-DA18-4037-8918-4B46DCA453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6934200" y="6477000"/>
            <a:ext cx="18399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0" i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/>
              <a:t>www.themegallery.com</a:t>
            </a: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B0676427-B567-4EF0-8AD5-A2F4697529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19400" y="4114800"/>
            <a:ext cx="5334000" cy="27305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sz="1800" dirty="0"/>
              <a:t>huyenntssc@gmail.com]</a:t>
            </a:r>
          </a:p>
        </p:txBody>
      </p:sp>
      <p:sp>
        <p:nvSpPr>
          <p:cNvPr id="59395" name="WordArt 3">
            <a:extLst>
              <a:ext uri="{FF2B5EF4-FFF2-40B4-BE49-F238E27FC236}">
                <a16:creationId xmlns:a16="http://schemas.microsoft.com/office/drawing/2014/main" id="{8CCEF2F6-7EF6-42B7-85D0-7859747CE5FE}"/>
              </a:ext>
            </a:extLst>
          </p:cNvPr>
          <p:cNvSpPr>
            <a:spLocks noChangeArrowheads="1" noChangeShapeType="1" noTextEdit="1"/>
          </p:cNvSpPr>
          <p:nvPr/>
        </p:nvSpPr>
        <p:spPr bwMode="gray">
          <a:xfrm>
            <a:off x="2209800" y="3352800"/>
            <a:ext cx="4572000" cy="5334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5400" b="1" kern="1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>
                  <a:outerShdw dist="81320" dir="2319588" algn="ctr" rotWithShape="0">
                    <a:schemeClr val="bg2">
                      <a:alpha val="50000"/>
                    </a:scheme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Thank You 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2593</TotalTime>
  <Words>1831</Words>
  <Application>Microsoft Office PowerPoint</Application>
  <PresentationFormat>On-screen Show (4:3)</PresentationFormat>
  <Paragraphs>155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Calibri</vt:lpstr>
      <vt:lpstr>Franklin Gothic Book</vt:lpstr>
      <vt:lpstr>Franklin Gothic Medium</vt:lpstr>
      <vt:lpstr>Roboto</vt:lpstr>
      <vt:lpstr>Tahoma</vt:lpstr>
      <vt:lpstr>Time New Roman</vt:lpstr>
      <vt:lpstr>Times New Roman</vt:lpstr>
      <vt:lpstr>Verdana</vt:lpstr>
      <vt:lpstr>Wingdings</vt:lpstr>
      <vt:lpstr>Angles</vt:lpstr>
      <vt:lpstr>TỔNG QUAN Chứng khoán và Thị trường chứng khoán                                                             TS. Nguyễn Thanh Huyền </vt:lpstr>
      <vt:lpstr>Nội dung chính</vt:lpstr>
      <vt:lpstr>TÀI CHÍNH </vt:lpstr>
      <vt:lpstr>TÀI SẢN TÀI CHÍNH</vt:lpstr>
      <vt:lpstr>cấu trúc thị trường Tài chính</vt:lpstr>
      <vt:lpstr>THị trường tiền tệ</vt:lpstr>
      <vt:lpstr>Công cụ</vt:lpstr>
      <vt:lpstr>THỊ TRƯỜNG VỐN</vt:lpstr>
      <vt:lpstr>Chức năng</vt:lpstr>
      <vt:lpstr>phân loại</vt:lpstr>
      <vt:lpstr>thị trường vốn cổ phần và thị trường nợ</vt:lpstr>
      <vt:lpstr>Bản chất</vt:lpstr>
      <vt:lpstr> </vt:lpstr>
      <vt:lpstr>Công cụ tài chính</vt:lpstr>
      <vt:lpstr>PowerPoint Presentation</vt:lpstr>
      <vt:lpstr>Các chủ thể</vt:lpstr>
      <vt:lpstr>Cơ sở hạ tầng</vt:lpstr>
      <vt:lpstr>PowerPoint Presentation</vt:lpstr>
      <vt:lpstr>PowerPoint Presentation</vt:lpstr>
      <vt:lpstr>TTCK VIỆT NAM</vt:lpstr>
      <vt:lpstr>Nền tảng</vt:lpstr>
      <vt:lpstr>HOẠT ĐỘNG</vt:lpstr>
      <vt:lpstr>CĂN CỨ PHÁP LÝ</vt:lpstr>
      <vt:lpstr>Quy mô (Tính đến hết tháng 8/2024) </vt:lpstr>
      <vt:lpstr>PowerPoint Presentation</vt:lpstr>
      <vt:lpstr>PowerPoint Presentation</vt:lpstr>
      <vt:lpstr>PowerPoint Presentation</vt:lpstr>
      <vt:lpstr>Quyết định số 1726/QĐ-TTg</vt:lpstr>
      <vt:lpstr>Các tiêu chí để trở thành thị trường mới nổi sơ cấp của FTSE và mức độ đáp ứng của Việt Nam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Vhink3.Co</dc:creator>
  <cp:lastModifiedBy>Admin</cp:lastModifiedBy>
  <cp:revision>129</cp:revision>
  <cp:lastPrinted>2022-06-07T10:19:46Z</cp:lastPrinted>
  <dcterms:created xsi:type="dcterms:W3CDTF">2018-10-15T01:35:30Z</dcterms:created>
  <dcterms:modified xsi:type="dcterms:W3CDTF">2024-10-07T02:29:16Z</dcterms:modified>
</cp:coreProperties>
</file>