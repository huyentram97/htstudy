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2.xml" ContentType="application/vnd.openxmlformats-officedocument.drawingml.chartshapes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rawings/drawing3.xml" ContentType="application/vnd.openxmlformats-officedocument.drawingml.chartshapes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drawings/drawing4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0" r:id="rId2"/>
    <p:sldId id="258" r:id="rId3"/>
    <p:sldId id="259" r:id="rId4"/>
    <p:sldId id="260" r:id="rId5"/>
    <p:sldId id="261" r:id="rId6"/>
    <p:sldId id="262" r:id="rId7"/>
    <p:sldId id="303" r:id="rId8"/>
    <p:sldId id="263" r:id="rId9"/>
    <p:sldId id="302" r:id="rId10"/>
    <p:sldId id="264" r:id="rId11"/>
    <p:sldId id="265" r:id="rId12"/>
    <p:sldId id="266" r:id="rId13"/>
    <p:sldId id="267" r:id="rId14"/>
    <p:sldId id="269" r:id="rId15"/>
    <p:sldId id="301" r:id="rId16"/>
    <p:sldId id="270" r:id="rId17"/>
    <p:sldId id="272" r:id="rId18"/>
    <p:sldId id="304" r:id="rId19"/>
    <p:sldId id="305" r:id="rId20"/>
    <p:sldId id="273" r:id="rId21"/>
    <p:sldId id="306" r:id="rId22"/>
    <p:sldId id="312" r:id="rId23"/>
    <p:sldId id="275" r:id="rId24"/>
    <p:sldId id="277" r:id="rId25"/>
    <p:sldId id="278" r:id="rId26"/>
    <p:sldId id="280" r:id="rId27"/>
    <p:sldId id="279" r:id="rId28"/>
    <p:sldId id="281" r:id="rId29"/>
    <p:sldId id="322" r:id="rId30"/>
    <p:sldId id="282" r:id="rId31"/>
    <p:sldId id="314" r:id="rId32"/>
    <p:sldId id="319" r:id="rId33"/>
    <p:sldId id="316" r:id="rId34"/>
    <p:sldId id="321" r:id="rId35"/>
    <p:sldId id="315" r:id="rId36"/>
    <p:sldId id="298" r:id="rId37"/>
    <p:sldId id="295" r:id="rId38"/>
    <p:sldId id="299" r:id="rId39"/>
    <p:sldId id="296" r:id="rId40"/>
    <p:sldId id="318" r:id="rId41"/>
    <p:sldId id="320" r:id="rId42"/>
    <p:sldId id="271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ED7D31"/>
    <a:srgbClr val="70AD47"/>
    <a:srgbClr val="35874C"/>
    <a:srgbClr val="87B794"/>
    <a:srgbClr val="92D050"/>
    <a:srgbClr val="00B050"/>
    <a:srgbClr val="023A22"/>
    <a:srgbClr val="548235"/>
    <a:srgbClr val="B3D2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06" autoAdjust="0"/>
    <p:restoredTop sz="94353" autoAdjust="0"/>
  </p:normalViewPr>
  <p:slideViewPr>
    <p:cSldViewPr snapToGrid="0">
      <p:cViewPr varScale="1">
        <p:scale>
          <a:sx n="84" d="100"/>
          <a:sy n="84" d="100"/>
        </p:scale>
        <p:origin x="96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chartUserShapes" Target="../drawings/drawing3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chartUserShapes" Target="../drawings/drawing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35874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1B2-42BB-934C-EF8210EA218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1B2-42BB-934C-EF8210EA218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QLQ</c:v>
                </c:pt>
                <c:pt idx="1">
                  <c:v>QLDM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8.1999999999999993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1B2-42BB-934C-EF8210EA21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dirty="0" err="1">
                <a:solidFill>
                  <a:schemeClr val="accent2"/>
                </a:solidFill>
              </a:rPr>
              <a:t>TỔNG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TÀI</a:t>
            </a:r>
            <a:r>
              <a:rPr lang="en-US" baseline="0" dirty="0">
                <a:solidFill>
                  <a:schemeClr val="accent2"/>
                </a:solidFill>
              </a:rPr>
              <a:t> </a:t>
            </a:r>
            <a:r>
              <a:rPr lang="en-US" baseline="0" dirty="0" err="1">
                <a:solidFill>
                  <a:schemeClr val="accent2"/>
                </a:solidFill>
              </a:rPr>
              <a:t>SẢN</a:t>
            </a:r>
            <a:r>
              <a:rPr lang="en-US" baseline="0" dirty="0">
                <a:solidFill>
                  <a:schemeClr val="accent2"/>
                </a:solidFill>
              </a:rPr>
              <a:t> </a:t>
            </a:r>
            <a:r>
              <a:rPr lang="en-US" baseline="0" dirty="0" err="1">
                <a:solidFill>
                  <a:schemeClr val="accent2"/>
                </a:solidFill>
              </a:rPr>
              <a:t>QUẢN</a:t>
            </a:r>
            <a:r>
              <a:rPr lang="en-US" baseline="0" dirty="0">
                <a:solidFill>
                  <a:schemeClr val="accent2"/>
                </a:solidFill>
              </a:rPr>
              <a:t> </a:t>
            </a:r>
            <a:r>
              <a:rPr lang="en-US" baseline="0" dirty="0" err="1">
                <a:solidFill>
                  <a:schemeClr val="accent2"/>
                </a:solidFill>
              </a:rPr>
              <a:t>LÝ</a:t>
            </a:r>
            <a:r>
              <a:rPr lang="en-US" baseline="0" dirty="0">
                <a:solidFill>
                  <a:schemeClr val="accent2"/>
                </a:solidFill>
              </a:rPr>
              <a:t> </a:t>
            </a:r>
            <a:r>
              <a:rPr lang="en-US" dirty="0">
                <a:solidFill>
                  <a:schemeClr val="accent2"/>
                </a:solidFill>
              </a:rPr>
              <a:t>(</a:t>
            </a:r>
            <a:r>
              <a:rPr lang="en-US" dirty="0" err="1">
                <a:solidFill>
                  <a:schemeClr val="accent2"/>
                </a:solidFill>
              </a:rPr>
              <a:t>AUM</a:t>
            </a:r>
            <a:r>
              <a:rPr lang="en-US" dirty="0">
                <a:solidFill>
                  <a:schemeClr val="accent2"/>
                </a:solidFill>
              </a:rPr>
              <a:t>)</a:t>
            </a:r>
          </a:p>
          <a:p>
            <a:pPr>
              <a:defRPr/>
            </a:pPr>
            <a:r>
              <a:rPr lang="en-US" sz="1600" dirty="0" err="1">
                <a:solidFill>
                  <a:srgbClr val="35874C"/>
                </a:solidFill>
              </a:rPr>
              <a:t>TỶ</a:t>
            </a:r>
            <a:r>
              <a:rPr lang="en-US" sz="1600" dirty="0">
                <a:solidFill>
                  <a:srgbClr val="35874C"/>
                </a:solidFill>
              </a:rPr>
              <a:t> </a:t>
            </a:r>
            <a:r>
              <a:rPr lang="en-US" sz="1600" dirty="0" err="1">
                <a:solidFill>
                  <a:srgbClr val="35874C"/>
                </a:solidFill>
              </a:rPr>
              <a:t>VNĐ</a:t>
            </a:r>
            <a:endParaRPr lang="en-US" sz="1600" dirty="0">
              <a:solidFill>
                <a:srgbClr val="35874C"/>
              </a:solidFill>
            </a:endParaRPr>
          </a:p>
        </c:rich>
      </c:tx>
      <c:layout>
        <c:manualLayout>
          <c:xMode val="edge"/>
          <c:yMode val="edge"/>
          <c:x val="1.0726755021863586E-4"/>
          <c:y val="2.223447744601136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Tổng AUM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2B4-493F-8858-9192ACD6802B}"/>
              </c:ext>
            </c:extLst>
          </c:dPt>
          <c:dPt>
            <c:idx val="1"/>
            <c:invertIfNegative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2B4-493F-8858-9192ACD6802B}"/>
              </c:ext>
            </c:extLst>
          </c:dPt>
          <c:dPt>
            <c:idx val="2"/>
            <c:invertIfNegative val="1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2B4-493F-8858-9192ACD6802B}"/>
              </c:ext>
            </c:extLst>
          </c:dPt>
          <c:dPt>
            <c:idx val="3"/>
            <c:invertIfNegative val="1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2B4-493F-8858-9192ACD6802B}"/>
              </c:ext>
            </c:extLst>
          </c:dPt>
          <c:dPt>
            <c:idx val="4"/>
            <c:invertIfNegative val="1"/>
            <c:bubble3D val="0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82B4-493F-8858-9192ACD6802B}"/>
              </c:ext>
            </c:extLst>
          </c:dPt>
          <c:dPt>
            <c:idx val="5"/>
            <c:invertIfNegative val="1"/>
            <c:bubble3D val="0"/>
            <c:spPr>
              <a:gradFill rotWithShape="1">
                <a:gsLst>
                  <a:gs pos="0">
                    <a:schemeClr val="accent6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82B4-493F-8858-9192ACD6802B}"/>
              </c:ext>
            </c:extLst>
          </c:dPt>
          <c:dPt>
            <c:idx val="6"/>
            <c:invertIfNegative val="1"/>
            <c:bubble3D val="0"/>
            <c:spPr>
              <a:gradFill rotWithShape="1">
                <a:gsLst>
                  <a:gs pos="0">
                    <a:schemeClr val="accent1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82B4-493F-8858-9192ACD6802B}"/>
              </c:ext>
            </c:extLst>
          </c:dPt>
          <c:dPt>
            <c:idx val="7"/>
            <c:invertIfNegative val="1"/>
            <c:bubble3D val="0"/>
            <c:spPr>
              <a:gradFill rotWithShape="1">
                <a:gsLst>
                  <a:gs pos="0">
                    <a:schemeClr val="accent2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82B4-493F-8858-9192ACD6802B}"/>
              </c:ext>
            </c:extLst>
          </c:dPt>
          <c:dPt>
            <c:idx val="8"/>
            <c:invertIfNegative val="1"/>
            <c:bubble3D val="0"/>
            <c:spPr>
              <a:gradFill rotWithShape="1">
                <a:gsLst>
                  <a:gs pos="0">
                    <a:schemeClr val="accent3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82B4-493F-8858-9192ACD6802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rgbClr val="06342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124170</c:v>
                </c:pt>
                <c:pt idx="1">
                  <c:v>152932</c:v>
                </c:pt>
                <c:pt idx="2">
                  <c:v>223003</c:v>
                </c:pt>
                <c:pt idx="3">
                  <c:v>260500</c:v>
                </c:pt>
                <c:pt idx="4">
                  <c:v>312000</c:v>
                </c:pt>
                <c:pt idx="5">
                  <c:v>434680</c:v>
                </c:pt>
                <c:pt idx="6">
                  <c:v>572000</c:v>
                </c:pt>
                <c:pt idx="7">
                  <c:v>550000</c:v>
                </c:pt>
                <c:pt idx="8">
                  <c:v>670000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4F2-48F9-A776-3C26C033373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-635397152"/>
        <c:axId val="-635396608"/>
      </c:barChart>
      <c:catAx>
        <c:axId val="-635397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rgbClr val="35874C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635396608"/>
        <c:crosses val="autoZero"/>
        <c:auto val="1"/>
        <c:lblAlgn val="ctr"/>
        <c:lblOffset val="100"/>
        <c:noMultiLvlLbl val="1"/>
      </c:catAx>
      <c:valAx>
        <c:axId val="-6353966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6353971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dirty="0" err="1">
                <a:solidFill>
                  <a:schemeClr val="accent2"/>
                </a:solidFill>
              </a:rPr>
              <a:t>TỔNG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GIÁ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TRỊ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TÀI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SẢN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RÒNG</a:t>
            </a:r>
            <a:r>
              <a:rPr lang="en-US" dirty="0">
                <a:solidFill>
                  <a:schemeClr val="accent2"/>
                </a:solidFill>
              </a:rPr>
              <a:t> (</a:t>
            </a:r>
            <a:r>
              <a:rPr lang="en-US" dirty="0" err="1">
                <a:solidFill>
                  <a:schemeClr val="accent2"/>
                </a:solidFill>
              </a:rPr>
              <a:t>NAV</a:t>
            </a:r>
            <a:r>
              <a:rPr lang="en-US" dirty="0">
                <a:solidFill>
                  <a:schemeClr val="accent2"/>
                </a:solidFill>
              </a:rPr>
              <a:t>)</a:t>
            </a:r>
          </a:p>
          <a:p>
            <a:pPr>
              <a:defRPr/>
            </a:pPr>
            <a:r>
              <a:rPr lang="en-US" sz="1600" dirty="0" err="1">
                <a:solidFill>
                  <a:srgbClr val="35874C"/>
                </a:solidFill>
              </a:rPr>
              <a:t>TỶ</a:t>
            </a:r>
            <a:r>
              <a:rPr lang="en-US" sz="1600" dirty="0">
                <a:solidFill>
                  <a:srgbClr val="35874C"/>
                </a:solidFill>
              </a:rPr>
              <a:t> </a:t>
            </a:r>
            <a:r>
              <a:rPr lang="en-US" sz="1600" dirty="0" err="1">
                <a:solidFill>
                  <a:srgbClr val="35874C"/>
                </a:solidFill>
              </a:rPr>
              <a:t>VNĐ</a:t>
            </a:r>
            <a:endParaRPr lang="en-US" sz="1600" dirty="0">
              <a:solidFill>
                <a:srgbClr val="35874C"/>
              </a:solidFill>
            </a:endParaRPr>
          </a:p>
        </c:rich>
      </c:tx>
      <c:layout>
        <c:manualLayout>
          <c:xMode val="edge"/>
          <c:yMode val="edge"/>
          <c:x val="5.4548491334107194E-3"/>
          <c:y val="0.2390206325446221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Tổng NAV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880-4132-9BE8-797F9C6A99A0}"/>
              </c:ext>
            </c:extLst>
          </c:dPt>
          <c:dPt>
            <c:idx val="1"/>
            <c:invertIfNegative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880-4132-9BE8-797F9C6A99A0}"/>
              </c:ext>
            </c:extLst>
          </c:dPt>
          <c:dPt>
            <c:idx val="2"/>
            <c:invertIfNegative val="1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880-4132-9BE8-797F9C6A99A0}"/>
              </c:ext>
            </c:extLst>
          </c:dPt>
          <c:dPt>
            <c:idx val="3"/>
            <c:invertIfNegative val="1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880-4132-9BE8-797F9C6A99A0}"/>
              </c:ext>
            </c:extLst>
          </c:dPt>
          <c:dPt>
            <c:idx val="4"/>
            <c:invertIfNegative val="1"/>
            <c:bubble3D val="0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8880-4132-9BE8-797F9C6A99A0}"/>
              </c:ext>
            </c:extLst>
          </c:dPt>
          <c:dPt>
            <c:idx val="5"/>
            <c:invertIfNegative val="1"/>
            <c:bubble3D val="0"/>
            <c:spPr>
              <a:gradFill rotWithShape="1">
                <a:gsLst>
                  <a:gs pos="0">
                    <a:schemeClr val="accent6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8880-4132-9BE8-797F9C6A99A0}"/>
              </c:ext>
            </c:extLst>
          </c:dPt>
          <c:dPt>
            <c:idx val="6"/>
            <c:invertIfNegative val="1"/>
            <c:bubble3D val="0"/>
            <c:spPr>
              <a:gradFill rotWithShape="1">
                <a:gsLst>
                  <a:gs pos="0">
                    <a:schemeClr val="accent1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8880-4132-9BE8-797F9C6A99A0}"/>
              </c:ext>
            </c:extLst>
          </c:dPt>
          <c:dPt>
            <c:idx val="7"/>
            <c:invertIfNegative val="1"/>
            <c:bubble3D val="0"/>
            <c:spPr>
              <a:gradFill rotWithShape="1">
                <a:gsLst>
                  <a:gs pos="0">
                    <a:schemeClr val="accent2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8880-4132-9BE8-797F9C6A99A0}"/>
              </c:ext>
            </c:extLst>
          </c:dPt>
          <c:dPt>
            <c:idx val="8"/>
            <c:invertIfNegative val="1"/>
            <c:bubble3D val="0"/>
            <c:spPr>
              <a:gradFill rotWithShape="1">
                <a:gsLst>
                  <a:gs pos="0">
                    <a:schemeClr val="accent3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8880-4132-9BE8-797F9C6A99A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rgbClr val="06342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7000</c:v>
                </c:pt>
                <c:pt idx="1">
                  <c:v>7770</c:v>
                </c:pt>
                <c:pt idx="2">
                  <c:v>14830</c:v>
                </c:pt>
                <c:pt idx="3">
                  <c:v>22480</c:v>
                </c:pt>
                <c:pt idx="4">
                  <c:v>34000</c:v>
                </c:pt>
                <c:pt idx="5">
                  <c:v>57692</c:v>
                </c:pt>
                <c:pt idx="6">
                  <c:v>80000</c:v>
                </c:pt>
                <c:pt idx="7">
                  <c:v>88444</c:v>
                </c:pt>
                <c:pt idx="8">
                  <c:v>68000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4F2-48F9-A776-3C26C033373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-635401504"/>
        <c:axId val="-635400960"/>
      </c:barChart>
      <c:catAx>
        <c:axId val="-6354015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rgbClr val="06342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635400960"/>
        <c:crosses val="autoZero"/>
        <c:auto val="1"/>
        <c:lblAlgn val="ctr"/>
        <c:lblOffset val="100"/>
        <c:noMultiLvlLbl val="1"/>
      </c:catAx>
      <c:valAx>
        <c:axId val="-63540096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635401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>
        <c:manualLayout>
          <c:layoutTarget val="inner"/>
          <c:xMode val="edge"/>
          <c:yMode val="edge"/>
          <c:x val="7.6467957130358699E-2"/>
          <c:y val="2.9509822300143908E-2"/>
          <c:w val="0.79304844706911637"/>
          <c:h val="0.85125356782798589"/>
        </c:manualLayout>
      </c:layout>
      <c:bubbl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AuM (m$)</c:v>
                </c:pt>
              </c:strCache>
            </c:strRef>
          </c:tx>
          <c:invertIfNegative val="1"/>
          <c:dPt>
            <c:idx val="0"/>
            <c:invertIfNegative val="1"/>
            <c:bubble3D val="1"/>
            <c:spPr>
              <a:solidFill>
                <a:schemeClr val="accent2">
                  <a:shade val="53000"/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896-418C-9F6F-24D8FA9512E9}"/>
              </c:ext>
            </c:extLst>
          </c:dPt>
          <c:dPt>
            <c:idx val="1"/>
            <c:invertIfNegative val="1"/>
            <c:bubble3D val="1"/>
            <c:spPr>
              <a:solidFill>
                <a:schemeClr val="accent2">
                  <a:shade val="76000"/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896-418C-9F6F-24D8FA9512E9}"/>
              </c:ext>
            </c:extLst>
          </c:dPt>
          <c:dPt>
            <c:idx val="2"/>
            <c:invertIfNegative val="1"/>
            <c:bubble3D val="1"/>
            <c:spPr>
              <a:solidFill>
                <a:schemeClr val="accent2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896-418C-9F6F-24D8FA9512E9}"/>
              </c:ext>
            </c:extLst>
          </c:dPt>
          <c:dPt>
            <c:idx val="3"/>
            <c:invertIfNegative val="1"/>
            <c:bubble3D val="1"/>
            <c:spPr>
              <a:solidFill>
                <a:schemeClr val="accent2">
                  <a:tint val="77000"/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896-418C-9F6F-24D8FA9512E9}"/>
              </c:ext>
            </c:extLst>
          </c:dPt>
          <c:dPt>
            <c:idx val="4"/>
            <c:invertIfNegative val="1"/>
            <c:bubble3D val="1"/>
            <c:spPr>
              <a:solidFill>
                <a:schemeClr val="accent2">
                  <a:tint val="54000"/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896-418C-9F6F-24D8FA9512E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Sheet1!$A$2:$A$6</c:f>
              <c:numCache>
                <c:formatCode>0%</c:formatCode>
                <c:ptCount val="5"/>
                <c:pt idx="0">
                  <c:v>1.34</c:v>
                </c:pt>
                <c:pt idx="1">
                  <c:v>4.54</c:v>
                </c:pt>
                <c:pt idx="2">
                  <c:v>1.63</c:v>
                </c:pt>
                <c:pt idx="3">
                  <c:v>1.79</c:v>
                </c:pt>
                <c:pt idx="4" formatCode="0.00%">
                  <c:v>6.6000000000000003E-2</c:v>
                </c:pt>
              </c:numCache>
            </c:numRef>
          </c:xVal>
          <c:yVal>
            <c:numRef>
              <c:f>Sheet1!$B$2:$B$6</c:f>
              <c:numCache>
                <c:formatCode>#,##0</c:formatCode>
                <c:ptCount val="5"/>
                <c:pt idx="0">
                  <c:v>29550</c:v>
                </c:pt>
                <c:pt idx="1">
                  <c:v>115400</c:v>
                </c:pt>
                <c:pt idx="2">
                  <c:v>6886.363636363636</c:v>
                </c:pt>
                <c:pt idx="3">
                  <c:v>3031.0795907999996</c:v>
                </c:pt>
                <c:pt idx="4" formatCode="General">
                  <c:v>28</c:v>
                </c:pt>
              </c:numCache>
            </c:numRef>
          </c:yVal>
          <c:bubbleSize>
            <c:numRef>
              <c:f>Sheet1!$C$2:$C$6</c:f>
              <c:numCache>
                <c:formatCode>General</c:formatCode>
                <c:ptCount val="5"/>
                <c:pt idx="0">
                  <c:v>8</c:v>
                </c:pt>
                <c:pt idx="1">
                  <c:v>10</c:v>
                </c:pt>
                <c:pt idx="2">
                  <c:v>0.5</c:v>
                </c:pt>
                <c:pt idx="3">
                  <c:v>1</c:v>
                </c:pt>
                <c:pt idx="4">
                  <c:v>0.1</c:v>
                </c:pt>
              </c:numCache>
            </c:numRef>
          </c:bubbleSize>
          <c:bubble3D val="1"/>
          <c:extLst>
            <c:ext xmlns:c16="http://schemas.microsoft.com/office/drawing/2014/chart" uri="{C3380CC4-5D6E-409C-BE32-E72D297353CC}">
              <c16:uniqueId val="{0000000A-F896-418C-9F6F-24D8FA9512E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bubbleScale val="100"/>
        <c:showNegBubbles val="1"/>
        <c:axId val="-635392800"/>
        <c:axId val="-635392256"/>
      </c:bubbleChart>
      <c:valAx>
        <c:axId val="-635392800"/>
        <c:scaling>
          <c:orientation val="minMax"/>
        </c:scaling>
        <c:delete val="0"/>
        <c:axPos val="b"/>
        <c:numFmt formatCode="0%" sourceLinked="1"/>
        <c:majorTickMark val="out"/>
        <c:minorTickMark val="none"/>
        <c:tickLblPos val="nextTo"/>
        <c:spPr>
          <a:noFill/>
          <a:ln w="9525" cap="flat" cmpd="sng" algn="ctr">
            <a:solidFill>
              <a:srgbClr val="35874C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rgbClr val="35874C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635392256"/>
        <c:crosses val="autoZero"/>
        <c:crossBetween val="midCat"/>
      </c:valAx>
      <c:valAx>
        <c:axId val="-635392256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noFill/>
          <a:ln w="9525" cap="flat" cmpd="sng" algn="ctr">
            <a:solidFill>
              <a:srgbClr val="35874C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rgbClr val="35874C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63539280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9334376724273479"/>
          <c:y val="0.38459121664923002"/>
          <c:w val="9.0521535476757856E-2"/>
          <c:h val="0.2206322816898541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1" i="0" u="none" strike="noStrike" kern="1200" baseline="0">
              <a:solidFill>
                <a:srgbClr val="35874C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1"/>
  </c:chart>
  <c:spPr>
    <a:noFill/>
    <a:ln>
      <a:noFill/>
    </a:ln>
    <a:effectLst/>
  </c:spPr>
  <c:txPr>
    <a:bodyPr/>
    <a:lstStyle/>
    <a:p>
      <a:pPr>
        <a:defRPr>
          <a:solidFill>
            <a:srgbClr val="002060"/>
          </a:solidFill>
        </a:defRPr>
      </a:pPr>
      <a:endParaRPr lang="en-US"/>
    </a:p>
  </c:txPr>
  <c:externalData r:id="rId3">
    <c:autoUpdate val="0"/>
  </c:externalData>
  <c:userShapes r:id="rId4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NĐT khu vực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35874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03C-49B7-988A-E4475E1A2DE9}"/>
              </c:ext>
            </c:extLst>
          </c:dPt>
          <c:dLbls>
            <c:dLbl>
              <c:idx val="0"/>
              <c:showLegendKey val="0"/>
              <c:showVal val="1"/>
              <c:showCatName val="0"/>
              <c:showSerName val="1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03C-49B7-988A-E4475E1A2DE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0.00%</c:formatCode>
                <c:ptCount val="1"/>
                <c:pt idx="0">
                  <c:v>0.67900000000000005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03C-49B7-988A-E4475E1A2DE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NĐT nước ngoài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03C-49B7-988A-E4475E1A2DE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0.00%</c:formatCode>
                <c:ptCount val="1"/>
                <c:pt idx="0">
                  <c:v>0.32100000000000001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03C-49B7-988A-E4475E1A2D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786903984"/>
        <c:axId val="-786895280"/>
      </c:barChart>
      <c:catAx>
        <c:axId val="-78690398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-786895280"/>
        <c:crosses val="autoZero"/>
        <c:auto val="1"/>
        <c:lblAlgn val="ctr"/>
        <c:lblOffset val="100"/>
        <c:noMultiLvlLbl val="0"/>
      </c:catAx>
      <c:valAx>
        <c:axId val="-786895280"/>
        <c:scaling>
          <c:orientation val="minMax"/>
        </c:scaling>
        <c:delete val="1"/>
        <c:axPos val="b"/>
        <c:numFmt formatCode="0.00%" sourceLinked="1"/>
        <c:majorTickMark val="none"/>
        <c:minorTickMark val="none"/>
        <c:tickLblPos val="nextTo"/>
        <c:crossAx val="-7869039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explosion val="3"/>
          <c:dPt>
            <c:idx val="0"/>
            <c:bubble3D val="0"/>
            <c:spPr>
              <a:solidFill>
                <a:srgbClr val="35874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02E-4289-AAB8-974A18BD16A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02E-4289-AAB8-974A18BD16A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02E-4289-AAB8-974A18BD16A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02E-4289-AAB8-974A18BD16A8}"/>
              </c:ext>
            </c:extLst>
          </c:dPt>
          <c:dLbls>
            <c:dLbl>
              <c:idx val="2"/>
              <c:layout>
                <c:manualLayout>
                  <c:x val="-2.0309296119006254E-2"/>
                  <c:y val="-8.4860512043472523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rgbClr val="35874C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7522497868830189"/>
                      <c:h val="0.2235113919320057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702E-4289-AAB8-974A18BD16A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Cổ phiếu</c:v>
                </c:pt>
                <c:pt idx="1">
                  <c:v>Trái phiếu</c:v>
                </c:pt>
                <c:pt idx="2">
                  <c:v>Tiền/Công cụ TTTT</c:v>
                </c:pt>
                <c:pt idx="3">
                  <c:v>TS khác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32.1</c:v>
                </c:pt>
                <c:pt idx="1">
                  <c:v>34.6</c:v>
                </c:pt>
                <c:pt idx="2">
                  <c:v>7.1</c:v>
                </c:pt>
                <c:pt idx="3">
                  <c:v>26.2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02E-4289-AAB8-974A18BD16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dPt>
            <c:idx val="0"/>
            <c:bubble3D val="0"/>
            <c:spPr>
              <a:solidFill>
                <a:srgbClr val="35874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CF2-4F6F-9BB2-6E5B9F6C025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CF2-4F6F-9BB2-6E5B9F6C025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QLQ</c:v>
                </c:pt>
                <c:pt idx="1">
                  <c:v>QLDM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56</c:v>
                </c:pt>
                <c:pt idx="1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CF2-4F6F-9BB2-6E5B9F6C02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792E816-522F-46A7-90B0-47A3BCA0B55B}" type="doc">
      <dgm:prSet loTypeId="urn:microsoft.com/office/officeart/2008/layout/SquareAccen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4420F15-BAE3-4F9E-A4EE-27D91A92FE58}">
      <dgm:prSet phldrT="[Text]" custT="1"/>
      <dgm:spPr/>
      <dgm:t>
        <a:bodyPr/>
        <a:lstStyle/>
        <a:p>
          <a:pPr algn="l"/>
          <a:r>
            <a:rPr lang="en-US" sz="2000" b="1" dirty="0">
              <a:solidFill>
                <a:srgbClr val="FFC000"/>
              </a:solidFill>
            </a:rPr>
            <a:t>	</a:t>
          </a:r>
          <a:r>
            <a:rPr lang="en-US" sz="2000" b="1" dirty="0" err="1">
              <a:solidFill>
                <a:srgbClr val="EF9F38"/>
              </a:solidFill>
            </a:rPr>
            <a:t>THỊ</a:t>
          </a:r>
          <a:r>
            <a:rPr lang="en-US" sz="2000" b="1" dirty="0">
              <a:solidFill>
                <a:srgbClr val="EF9F38"/>
              </a:solidFill>
            </a:rPr>
            <a:t> </a:t>
          </a:r>
          <a:r>
            <a:rPr lang="en-US" sz="2000" b="1" dirty="0" err="1">
              <a:solidFill>
                <a:srgbClr val="EF9F38"/>
              </a:solidFill>
            </a:rPr>
            <a:t>TRƯỜNG</a:t>
          </a:r>
          <a:endParaRPr lang="en-US" sz="2000" b="1" dirty="0">
            <a:solidFill>
              <a:srgbClr val="EF9F38"/>
            </a:solidFill>
          </a:endParaRPr>
        </a:p>
      </dgm:t>
    </dgm:pt>
    <dgm:pt modelId="{1A7881CC-6DED-46DC-9C95-3E7D7DAA4BC2}" type="parTrans" cxnId="{51869920-4CD8-4A74-8DAA-4066AD4BA5DF}">
      <dgm:prSet/>
      <dgm:spPr/>
      <dgm:t>
        <a:bodyPr/>
        <a:lstStyle/>
        <a:p>
          <a:endParaRPr lang="en-US"/>
        </a:p>
      </dgm:t>
    </dgm:pt>
    <dgm:pt modelId="{82694D3B-864D-4D1F-9340-2E2C8C39C223}" type="sibTrans" cxnId="{51869920-4CD8-4A74-8DAA-4066AD4BA5DF}">
      <dgm:prSet/>
      <dgm:spPr/>
      <dgm:t>
        <a:bodyPr/>
        <a:lstStyle/>
        <a:p>
          <a:endParaRPr lang="en-US"/>
        </a:p>
      </dgm:t>
    </dgm:pt>
    <dgm:pt modelId="{BA7066D3-D93E-4DF7-8528-31556CBC6D7D}">
      <dgm:prSet phldrT="[Text]"/>
      <dgm:spPr/>
      <dgm:t>
        <a:bodyPr/>
        <a:lstStyle/>
        <a:p>
          <a:pPr algn="just"/>
          <a:r>
            <a:rPr lang="en-US" b="1" dirty="0" err="1">
              <a:solidFill>
                <a:srgbClr val="063420"/>
              </a:solidFill>
            </a:rPr>
            <a:t>GÓP</a:t>
          </a:r>
          <a:r>
            <a:rPr lang="en-US" b="1" dirty="0">
              <a:solidFill>
                <a:srgbClr val="063420"/>
              </a:solidFill>
            </a:rPr>
            <a:t> </a:t>
          </a:r>
          <a:r>
            <a:rPr lang="en-US" b="1" dirty="0" err="1">
              <a:solidFill>
                <a:srgbClr val="063420"/>
              </a:solidFill>
            </a:rPr>
            <a:t>PHẦN</a:t>
          </a:r>
          <a:r>
            <a:rPr lang="en-US" b="1" dirty="0">
              <a:solidFill>
                <a:srgbClr val="063420"/>
              </a:solidFill>
            </a:rPr>
            <a:t> </a:t>
          </a:r>
          <a:r>
            <a:rPr lang="en-US" b="1" dirty="0" err="1">
              <a:solidFill>
                <a:srgbClr val="063420"/>
              </a:solidFill>
            </a:rPr>
            <a:t>TTCK</a:t>
          </a:r>
          <a:r>
            <a:rPr lang="en-US" b="1" dirty="0">
              <a:solidFill>
                <a:srgbClr val="063420"/>
              </a:solidFill>
            </a:rPr>
            <a:t> </a:t>
          </a:r>
          <a:r>
            <a:rPr lang="en-US" b="1" dirty="0" err="1">
              <a:solidFill>
                <a:srgbClr val="063420"/>
              </a:solidFill>
            </a:rPr>
            <a:t>HIỆU</a:t>
          </a:r>
          <a:r>
            <a:rPr lang="en-US" b="1" dirty="0">
              <a:solidFill>
                <a:srgbClr val="063420"/>
              </a:solidFill>
            </a:rPr>
            <a:t> </a:t>
          </a:r>
          <a:r>
            <a:rPr lang="en-US" b="1" dirty="0" err="1">
              <a:solidFill>
                <a:srgbClr val="063420"/>
              </a:solidFill>
            </a:rPr>
            <a:t>QUẢ</a:t>
          </a:r>
          <a:r>
            <a:rPr lang="en-US" b="1" dirty="0">
              <a:solidFill>
                <a:srgbClr val="063420"/>
              </a:solidFill>
            </a:rPr>
            <a:t>, </a:t>
          </a:r>
          <a:r>
            <a:rPr lang="en-US" b="1" dirty="0" err="1">
              <a:solidFill>
                <a:srgbClr val="063420"/>
              </a:solidFill>
            </a:rPr>
            <a:t>ỔN</a:t>
          </a:r>
          <a:r>
            <a:rPr lang="en-US" b="1" dirty="0">
              <a:solidFill>
                <a:srgbClr val="063420"/>
              </a:solidFill>
            </a:rPr>
            <a:t> </a:t>
          </a:r>
          <a:r>
            <a:rPr lang="en-US" b="1" dirty="0" err="1">
              <a:solidFill>
                <a:srgbClr val="063420"/>
              </a:solidFill>
            </a:rPr>
            <a:t>ĐỊNH</a:t>
          </a:r>
          <a:endParaRPr lang="en-US" b="1" dirty="0">
            <a:solidFill>
              <a:srgbClr val="063420"/>
            </a:solidFill>
          </a:endParaRPr>
        </a:p>
      </dgm:t>
    </dgm:pt>
    <dgm:pt modelId="{280D5571-80A7-479B-9DA1-98093CBDC3DA}" type="parTrans" cxnId="{4D27A2B0-79C7-4420-9FB5-8D8558BF1013}">
      <dgm:prSet/>
      <dgm:spPr/>
      <dgm:t>
        <a:bodyPr/>
        <a:lstStyle/>
        <a:p>
          <a:endParaRPr lang="en-US"/>
        </a:p>
      </dgm:t>
    </dgm:pt>
    <dgm:pt modelId="{65971ECE-1CFC-4840-A705-AC7A53DAE8E1}" type="sibTrans" cxnId="{4D27A2B0-79C7-4420-9FB5-8D8558BF1013}">
      <dgm:prSet/>
      <dgm:spPr/>
      <dgm:t>
        <a:bodyPr/>
        <a:lstStyle/>
        <a:p>
          <a:endParaRPr lang="en-US"/>
        </a:p>
      </dgm:t>
    </dgm:pt>
    <dgm:pt modelId="{840F46FF-4CD7-4DE8-881F-CF69D8ADF4DD}">
      <dgm:prSet phldrT="[Text]"/>
      <dgm:spPr/>
      <dgm:t>
        <a:bodyPr/>
        <a:lstStyle/>
        <a:p>
          <a:pPr algn="just"/>
          <a:r>
            <a:rPr lang="en-US" b="1" dirty="0" err="1">
              <a:solidFill>
                <a:srgbClr val="063420"/>
              </a:solidFill>
            </a:rPr>
            <a:t>TĂNG</a:t>
          </a:r>
          <a:r>
            <a:rPr lang="en-US" b="1" dirty="0">
              <a:solidFill>
                <a:srgbClr val="063420"/>
              </a:solidFill>
            </a:rPr>
            <a:t> </a:t>
          </a:r>
          <a:r>
            <a:rPr lang="en-US" b="1" dirty="0" err="1">
              <a:solidFill>
                <a:srgbClr val="063420"/>
              </a:solidFill>
            </a:rPr>
            <a:t>CUNG-CẦU</a:t>
          </a:r>
          <a:r>
            <a:rPr lang="en-US" b="1" dirty="0">
              <a:solidFill>
                <a:srgbClr val="063420"/>
              </a:solidFill>
            </a:rPr>
            <a:t> </a:t>
          </a:r>
          <a:r>
            <a:rPr lang="en-US" b="1" dirty="0" err="1">
              <a:solidFill>
                <a:srgbClr val="063420"/>
              </a:solidFill>
            </a:rPr>
            <a:t>CHỨNG</a:t>
          </a:r>
          <a:r>
            <a:rPr lang="en-US" b="1" dirty="0">
              <a:solidFill>
                <a:srgbClr val="063420"/>
              </a:solidFill>
            </a:rPr>
            <a:t> </a:t>
          </a:r>
          <a:r>
            <a:rPr lang="en-US" b="1" dirty="0" err="1">
              <a:solidFill>
                <a:srgbClr val="063420"/>
              </a:solidFill>
            </a:rPr>
            <a:t>KHOÁN</a:t>
          </a:r>
          <a:endParaRPr lang="en-US" b="1" dirty="0">
            <a:solidFill>
              <a:srgbClr val="063420"/>
            </a:solidFill>
          </a:endParaRPr>
        </a:p>
      </dgm:t>
    </dgm:pt>
    <dgm:pt modelId="{1B7806A4-65E8-4164-A127-E39CE84CBA3B}" type="parTrans" cxnId="{BA5CE25D-3B5A-4619-AA49-C5C93B122C88}">
      <dgm:prSet/>
      <dgm:spPr/>
      <dgm:t>
        <a:bodyPr/>
        <a:lstStyle/>
        <a:p>
          <a:endParaRPr lang="en-US"/>
        </a:p>
      </dgm:t>
    </dgm:pt>
    <dgm:pt modelId="{0C7CAAFA-1C91-40ED-B44A-54395A635FFE}" type="sibTrans" cxnId="{BA5CE25D-3B5A-4619-AA49-C5C93B122C88}">
      <dgm:prSet/>
      <dgm:spPr/>
      <dgm:t>
        <a:bodyPr/>
        <a:lstStyle/>
        <a:p>
          <a:endParaRPr lang="en-US"/>
        </a:p>
      </dgm:t>
    </dgm:pt>
    <dgm:pt modelId="{0B03DCEA-8899-4625-874F-86CEC93039E2}">
      <dgm:prSet phldrT="[Text]"/>
      <dgm:spPr/>
      <dgm:t>
        <a:bodyPr/>
        <a:lstStyle/>
        <a:p>
          <a:pPr algn="just"/>
          <a:r>
            <a:rPr lang="en-US" b="1" dirty="0" err="1">
              <a:solidFill>
                <a:srgbClr val="063420"/>
              </a:solidFill>
            </a:rPr>
            <a:t>TĂNG</a:t>
          </a:r>
          <a:r>
            <a:rPr lang="en-US" b="1" dirty="0">
              <a:solidFill>
                <a:srgbClr val="063420"/>
              </a:solidFill>
            </a:rPr>
            <a:t> </a:t>
          </a:r>
          <a:r>
            <a:rPr lang="en-US" b="1" dirty="0" err="1">
              <a:solidFill>
                <a:srgbClr val="063420"/>
              </a:solidFill>
            </a:rPr>
            <a:t>CƯỜNG</a:t>
          </a:r>
          <a:r>
            <a:rPr lang="en-US" b="1" dirty="0">
              <a:solidFill>
                <a:srgbClr val="063420"/>
              </a:solidFill>
            </a:rPr>
            <a:t> </a:t>
          </a:r>
          <a:r>
            <a:rPr lang="en-US" b="1" dirty="0" err="1">
              <a:solidFill>
                <a:srgbClr val="063420"/>
              </a:solidFill>
            </a:rPr>
            <a:t>NĂNG</a:t>
          </a:r>
          <a:r>
            <a:rPr lang="en-US" b="1" dirty="0">
              <a:solidFill>
                <a:srgbClr val="063420"/>
              </a:solidFill>
            </a:rPr>
            <a:t> </a:t>
          </a:r>
          <a:r>
            <a:rPr lang="en-US" b="1" dirty="0" err="1">
              <a:solidFill>
                <a:srgbClr val="063420"/>
              </a:solidFill>
            </a:rPr>
            <a:t>LỰC</a:t>
          </a:r>
          <a:r>
            <a:rPr lang="en-US" b="1" dirty="0">
              <a:solidFill>
                <a:srgbClr val="063420"/>
              </a:solidFill>
            </a:rPr>
            <a:t> </a:t>
          </a:r>
          <a:r>
            <a:rPr lang="en-US" b="1" dirty="0" err="1">
              <a:solidFill>
                <a:srgbClr val="063420"/>
              </a:solidFill>
            </a:rPr>
            <a:t>QUẢN</a:t>
          </a:r>
          <a:r>
            <a:rPr lang="en-US" b="1" dirty="0">
              <a:solidFill>
                <a:srgbClr val="063420"/>
              </a:solidFill>
            </a:rPr>
            <a:t> </a:t>
          </a:r>
          <a:r>
            <a:rPr lang="en-US" b="1" dirty="0" err="1">
              <a:solidFill>
                <a:srgbClr val="063420"/>
              </a:solidFill>
            </a:rPr>
            <a:t>TRỊ</a:t>
          </a:r>
          <a:r>
            <a:rPr lang="en-US" b="1" dirty="0">
              <a:solidFill>
                <a:srgbClr val="063420"/>
              </a:solidFill>
            </a:rPr>
            <a:t> </a:t>
          </a:r>
          <a:r>
            <a:rPr lang="en-US" b="1" dirty="0" err="1">
              <a:solidFill>
                <a:srgbClr val="063420"/>
              </a:solidFill>
            </a:rPr>
            <a:t>DOANH</a:t>
          </a:r>
          <a:r>
            <a:rPr lang="en-US" b="1" dirty="0">
              <a:solidFill>
                <a:srgbClr val="063420"/>
              </a:solidFill>
            </a:rPr>
            <a:t> </a:t>
          </a:r>
          <a:r>
            <a:rPr lang="en-US" b="1" dirty="0" err="1">
              <a:solidFill>
                <a:srgbClr val="063420"/>
              </a:solidFill>
            </a:rPr>
            <a:t>NGHIỆP</a:t>
          </a:r>
          <a:endParaRPr lang="en-US" b="1" dirty="0">
            <a:solidFill>
              <a:srgbClr val="063420"/>
            </a:solidFill>
          </a:endParaRPr>
        </a:p>
      </dgm:t>
    </dgm:pt>
    <dgm:pt modelId="{A8CE88A7-A241-4FE5-BF41-CF3A333C73FB}" type="parTrans" cxnId="{B3A8866E-F343-4889-9C96-AD32D34988ED}">
      <dgm:prSet/>
      <dgm:spPr/>
      <dgm:t>
        <a:bodyPr/>
        <a:lstStyle/>
        <a:p>
          <a:endParaRPr lang="en-US"/>
        </a:p>
      </dgm:t>
    </dgm:pt>
    <dgm:pt modelId="{77B88FA6-D816-423D-8139-28E978586F07}" type="sibTrans" cxnId="{B3A8866E-F343-4889-9C96-AD32D34988ED}">
      <dgm:prSet/>
      <dgm:spPr/>
      <dgm:t>
        <a:bodyPr/>
        <a:lstStyle/>
        <a:p>
          <a:endParaRPr lang="en-US"/>
        </a:p>
      </dgm:t>
    </dgm:pt>
    <dgm:pt modelId="{1F4B3CA1-EBA3-4B7D-92B5-80FC31D310F0}">
      <dgm:prSet phldrT="[Text]" custT="1"/>
      <dgm:spPr/>
      <dgm:t>
        <a:bodyPr/>
        <a:lstStyle/>
        <a:p>
          <a:pPr algn="l"/>
          <a:r>
            <a:rPr lang="en-US" sz="2000" b="1" dirty="0">
              <a:solidFill>
                <a:srgbClr val="10924C"/>
              </a:solidFill>
            </a:rPr>
            <a:t>	</a:t>
          </a:r>
          <a:r>
            <a:rPr lang="en-US" sz="2000" b="1" dirty="0" err="1">
              <a:solidFill>
                <a:srgbClr val="10924C"/>
              </a:solidFill>
            </a:rPr>
            <a:t>NHÀ</a:t>
          </a:r>
          <a:r>
            <a:rPr lang="en-US" sz="2000" b="1" dirty="0">
              <a:solidFill>
                <a:srgbClr val="10924C"/>
              </a:solidFill>
            </a:rPr>
            <a:t> </a:t>
          </a:r>
          <a:r>
            <a:rPr lang="en-US" sz="2000" b="1" dirty="0" err="1">
              <a:solidFill>
                <a:srgbClr val="10924C"/>
              </a:solidFill>
            </a:rPr>
            <a:t>ĐẦU</a:t>
          </a:r>
          <a:r>
            <a:rPr lang="en-US" sz="2000" b="1" dirty="0">
              <a:solidFill>
                <a:srgbClr val="10924C"/>
              </a:solidFill>
            </a:rPr>
            <a:t> </a:t>
          </a:r>
          <a:r>
            <a:rPr lang="en-US" sz="2000" b="1" dirty="0" err="1">
              <a:solidFill>
                <a:srgbClr val="10924C"/>
              </a:solidFill>
            </a:rPr>
            <a:t>TƯ</a:t>
          </a:r>
          <a:endParaRPr lang="en-US" sz="2000" b="1" dirty="0">
            <a:solidFill>
              <a:srgbClr val="10924C"/>
            </a:solidFill>
          </a:endParaRPr>
        </a:p>
      </dgm:t>
    </dgm:pt>
    <dgm:pt modelId="{4FB72B42-D063-4F0B-883A-64AC34ADB722}" type="parTrans" cxnId="{554DCE5B-B191-4DF0-9A77-09B89C7B9BD5}">
      <dgm:prSet/>
      <dgm:spPr/>
      <dgm:t>
        <a:bodyPr/>
        <a:lstStyle/>
        <a:p>
          <a:endParaRPr lang="en-US"/>
        </a:p>
      </dgm:t>
    </dgm:pt>
    <dgm:pt modelId="{FED9B034-FA24-4830-A0CC-933ED0DFFD9C}" type="sibTrans" cxnId="{554DCE5B-B191-4DF0-9A77-09B89C7B9BD5}">
      <dgm:prSet/>
      <dgm:spPr/>
      <dgm:t>
        <a:bodyPr/>
        <a:lstStyle/>
        <a:p>
          <a:endParaRPr lang="en-US"/>
        </a:p>
      </dgm:t>
    </dgm:pt>
    <dgm:pt modelId="{365131D1-DF8A-4321-9C8C-715D33351869}">
      <dgm:prSet phldrT="[Text]"/>
      <dgm:spPr/>
      <dgm:t>
        <a:bodyPr/>
        <a:lstStyle/>
        <a:p>
          <a:r>
            <a:rPr lang="en-US" b="1" dirty="0" err="1">
              <a:solidFill>
                <a:srgbClr val="10924C"/>
              </a:solidFill>
            </a:rPr>
            <a:t>PHÂN</a:t>
          </a:r>
          <a:r>
            <a:rPr lang="en-US" b="1" dirty="0">
              <a:solidFill>
                <a:srgbClr val="10924C"/>
              </a:solidFill>
            </a:rPr>
            <a:t> </a:t>
          </a:r>
          <a:r>
            <a:rPr lang="en-US" b="1" dirty="0" err="1">
              <a:solidFill>
                <a:srgbClr val="10924C"/>
              </a:solidFill>
            </a:rPr>
            <a:t>TÁN</a:t>
          </a:r>
          <a:r>
            <a:rPr lang="en-US" b="1" dirty="0">
              <a:solidFill>
                <a:srgbClr val="10924C"/>
              </a:solidFill>
            </a:rPr>
            <a:t> </a:t>
          </a:r>
          <a:r>
            <a:rPr lang="en-US" b="1" dirty="0" err="1">
              <a:solidFill>
                <a:srgbClr val="10924C"/>
              </a:solidFill>
            </a:rPr>
            <a:t>RỦI</a:t>
          </a:r>
          <a:r>
            <a:rPr lang="en-US" b="1" dirty="0">
              <a:solidFill>
                <a:srgbClr val="10924C"/>
              </a:solidFill>
            </a:rPr>
            <a:t> RO</a:t>
          </a:r>
        </a:p>
      </dgm:t>
    </dgm:pt>
    <dgm:pt modelId="{ECDFD705-57FF-4DC3-9046-ADB0DEC9F8A9}" type="parTrans" cxnId="{2329C8F4-58C3-44F0-A328-7FCE75D4021D}">
      <dgm:prSet/>
      <dgm:spPr/>
      <dgm:t>
        <a:bodyPr/>
        <a:lstStyle/>
        <a:p>
          <a:endParaRPr lang="en-US"/>
        </a:p>
      </dgm:t>
    </dgm:pt>
    <dgm:pt modelId="{E654DC5D-2DE9-46EC-9CE5-D44CE0A0CC7B}" type="sibTrans" cxnId="{2329C8F4-58C3-44F0-A328-7FCE75D4021D}">
      <dgm:prSet/>
      <dgm:spPr/>
      <dgm:t>
        <a:bodyPr/>
        <a:lstStyle/>
        <a:p>
          <a:endParaRPr lang="en-US"/>
        </a:p>
      </dgm:t>
    </dgm:pt>
    <dgm:pt modelId="{15697922-FF22-45FD-A429-DD76092FE7CE}">
      <dgm:prSet phldrT="[Text]"/>
      <dgm:spPr/>
      <dgm:t>
        <a:bodyPr/>
        <a:lstStyle/>
        <a:p>
          <a:r>
            <a:rPr lang="en-US" b="1" dirty="0" err="1">
              <a:solidFill>
                <a:srgbClr val="10924C"/>
              </a:solidFill>
            </a:rPr>
            <a:t>TĂNG</a:t>
          </a:r>
          <a:r>
            <a:rPr lang="en-US" b="1" dirty="0">
              <a:solidFill>
                <a:srgbClr val="10924C"/>
              </a:solidFill>
            </a:rPr>
            <a:t> </a:t>
          </a:r>
          <a:r>
            <a:rPr lang="en-US" b="1" dirty="0" err="1">
              <a:solidFill>
                <a:srgbClr val="10924C"/>
              </a:solidFill>
            </a:rPr>
            <a:t>TÍNH</a:t>
          </a:r>
          <a:r>
            <a:rPr lang="en-US" b="1" dirty="0">
              <a:solidFill>
                <a:srgbClr val="10924C"/>
              </a:solidFill>
            </a:rPr>
            <a:t> </a:t>
          </a:r>
          <a:r>
            <a:rPr lang="en-US" b="1" dirty="0" err="1">
              <a:solidFill>
                <a:srgbClr val="10924C"/>
              </a:solidFill>
            </a:rPr>
            <a:t>CHUYÊN</a:t>
          </a:r>
          <a:r>
            <a:rPr lang="en-US" b="1" dirty="0">
              <a:solidFill>
                <a:srgbClr val="10924C"/>
              </a:solidFill>
            </a:rPr>
            <a:t> </a:t>
          </a:r>
          <a:r>
            <a:rPr lang="en-US" b="1" dirty="0" err="1">
              <a:solidFill>
                <a:srgbClr val="10924C"/>
              </a:solidFill>
            </a:rPr>
            <a:t>NGHIỆP</a:t>
          </a:r>
          <a:r>
            <a:rPr lang="en-US" b="1" dirty="0">
              <a:solidFill>
                <a:srgbClr val="10924C"/>
              </a:solidFill>
            </a:rPr>
            <a:t> </a:t>
          </a:r>
          <a:r>
            <a:rPr lang="en-US" b="1" dirty="0" err="1">
              <a:solidFill>
                <a:srgbClr val="10924C"/>
              </a:solidFill>
            </a:rPr>
            <a:t>HOẠT</a:t>
          </a:r>
          <a:r>
            <a:rPr lang="en-US" b="1" dirty="0">
              <a:solidFill>
                <a:srgbClr val="10924C"/>
              </a:solidFill>
            </a:rPr>
            <a:t> </a:t>
          </a:r>
          <a:r>
            <a:rPr lang="en-US" b="1" dirty="0" err="1">
              <a:solidFill>
                <a:srgbClr val="10924C"/>
              </a:solidFill>
            </a:rPr>
            <a:t>ĐỘNG</a:t>
          </a:r>
          <a:r>
            <a:rPr lang="en-US" b="1" dirty="0">
              <a:solidFill>
                <a:srgbClr val="10924C"/>
              </a:solidFill>
            </a:rPr>
            <a:t> </a:t>
          </a:r>
          <a:r>
            <a:rPr lang="en-US" b="1" dirty="0" err="1">
              <a:solidFill>
                <a:srgbClr val="10924C"/>
              </a:solidFill>
            </a:rPr>
            <a:t>ĐÂU</a:t>
          </a:r>
          <a:r>
            <a:rPr lang="en-US" b="1" dirty="0">
              <a:solidFill>
                <a:srgbClr val="10924C"/>
              </a:solidFill>
            </a:rPr>
            <a:t> </a:t>
          </a:r>
          <a:r>
            <a:rPr lang="en-US" b="1" dirty="0" err="1">
              <a:solidFill>
                <a:srgbClr val="10924C"/>
              </a:solidFill>
            </a:rPr>
            <a:t>TƯ</a:t>
          </a:r>
          <a:endParaRPr lang="en-US" b="1" dirty="0">
            <a:solidFill>
              <a:srgbClr val="10924C"/>
            </a:solidFill>
          </a:endParaRPr>
        </a:p>
      </dgm:t>
    </dgm:pt>
    <dgm:pt modelId="{8F9CDABA-7CFE-4075-942D-E0AB4917E01E}" type="parTrans" cxnId="{B49D547B-5E67-4AA4-A9F5-DCA8B69FF69D}">
      <dgm:prSet/>
      <dgm:spPr/>
      <dgm:t>
        <a:bodyPr/>
        <a:lstStyle/>
        <a:p>
          <a:endParaRPr lang="en-US"/>
        </a:p>
      </dgm:t>
    </dgm:pt>
    <dgm:pt modelId="{6E7C71A1-09D1-4AD4-BB6A-3924D300408F}" type="sibTrans" cxnId="{B49D547B-5E67-4AA4-A9F5-DCA8B69FF69D}">
      <dgm:prSet/>
      <dgm:spPr/>
      <dgm:t>
        <a:bodyPr/>
        <a:lstStyle/>
        <a:p>
          <a:endParaRPr lang="en-US"/>
        </a:p>
      </dgm:t>
    </dgm:pt>
    <dgm:pt modelId="{44738A79-E6CF-435E-946A-10A7DE66ADC4}">
      <dgm:prSet phldrT="[Text]"/>
      <dgm:spPr/>
      <dgm:t>
        <a:bodyPr/>
        <a:lstStyle/>
        <a:p>
          <a:r>
            <a:rPr lang="en-US" b="1" dirty="0" err="1">
              <a:solidFill>
                <a:srgbClr val="10924C"/>
              </a:solidFill>
            </a:rPr>
            <a:t>GIẢM</a:t>
          </a:r>
          <a:r>
            <a:rPr lang="en-US" b="1" dirty="0">
              <a:solidFill>
                <a:srgbClr val="10924C"/>
              </a:solidFill>
            </a:rPr>
            <a:t> CHI </a:t>
          </a:r>
          <a:r>
            <a:rPr lang="en-US" b="1" dirty="0" err="1">
              <a:solidFill>
                <a:srgbClr val="10924C"/>
              </a:solidFill>
            </a:rPr>
            <a:t>PHÍ</a:t>
          </a:r>
          <a:endParaRPr lang="en-US" b="1" dirty="0">
            <a:solidFill>
              <a:srgbClr val="10924C"/>
            </a:solidFill>
          </a:endParaRPr>
        </a:p>
      </dgm:t>
    </dgm:pt>
    <dgm:pt modelId="{7B0AEACB-865F-4CE1-8B84-FBBBA192B12D}" type="parTrans" cxnId="{9F5D148E-4DAA-445D-A4AC-9FFD0A216ECD}">
      <dgm:prSet/>
      <dgm:spPr/>
      <dgm:t>
        <a:bodyPr/>
        <a:lstStyle/>
        <a:p>
          <a:endParaRPr lang="en-US"/>
        </a:p>
      </dgm:t>
    </dgm:pt>
    <dgm:pt modelId="{A2E0FB61-FCA2-4738-8046-E6F44C66BDE4}" type="sibTrans" cxnId="{9F5D148E-4DAA-445D-A4AC-9FFD0A216ECD}">
      <dgm:prSet/>
      <dgm:spPr/>
      <dgm:t>
        <a:bodyPr/>
        <a:lstStyle/>
        <a:p>
          <a:endParaRPr lang="en-US"/>
        </a:p>
      </dgm:t>
    </dgm:pt>
    <dgm:pt modelId="{3EE6ABF8-9A70-44C9-B9A2-9D88753A5DBC}">
      <dgm:prSet phldrT="[Text]"/>
      <dgm:spPr/>
      <dgm:t>
        <a:bodyPr/>
        <a:lstStyle/>
        <a:p>
          <a:pPr algn="just"/>
          <a:r>
            <a:rPr lang="en-US" b="1" dirty="0" err="1">
              <a:solidFill>
                <a:srgbClr val="063420"/>
              </a:solidFill>
            </a:rPr>
            <a:t>THÚC</a:t>
          </a:r>
          <a:r>
            <a:rPr lang="en-US" b="1" dirty="0">
              <a:solidFill>
                <a:srgbClr val="063420"/>
              </a:solidFill>
            </a:rPr>
            <a:t> </a:t>
          </a:r>
          <a:r>
            <a:rPr lang="en-US" b="1" dirty="0" err="1">
              <a:solidFill>
                <a:srgbClr val="063420"/>
              </a:solidFill>
            </a:rPr>
            <a:t>ĐẨY</a:t>
          </a:r>
          <a:r>
            <a:rPr lang="en-US" b="1" dirty="0">
              <a:solidFill>
                <a:srgbClr val="063420"/>
              </a:solidFill>
            </a:rPr>
            <a:t> </a:t>
          </a:r>
          <a:r>
            <a:rPr lang="en-US" b="1" dirty="0" err="1">
              <a:solidFill>
                <a:srgbClr val="063420"/>
              </a:solidFill>
            </a:rPr>
            <a:t>TIẾT</a:t>
          </a:r>
          <a:r>
            <a:rPr lang="en-US" b="1" dirty="0">
              <a:solidFill>
                <a:srgbClr val="063420"/>
              </a:solidFill>
            </a:rPr>
            <a:t> </a:t>
          </a:r>
          <a:r>
            <a:rPr lang="en-US" b="1" dirty="0" err="1">
              <a:solidFill>
                <a:srgbClr val="063420"/>
              </a:solidFill>
            </a:rPr>
            <a:t>KIỆM</a:t>
          </a:r>
          <a:r>
            <a:rPr lang="en-US" b="1" dirty="0">
              <a:solidFill>
                <a:srgbClr val="063420"/>
              </a:solidFill>
            </a:rPr>
            <a:t> </a:t>
          </a:r>
          <a:r>
            <a:rPr lang="en-US" b="1" dirty="0" err="1">
              <a:solidFill>
                <a:srgbClr val="063420"/>
              </a:solidFill>
            </a:rPr>
            <a:t>CÁ</a:t>
          </a:r>
          <a:r>
            <a:rPr lang="en-US" b="1" dirty="0">
              <a:solidFill>
                <a:srgbClr val="063420"/>
              </a:solidFill>
            </a:rPr>
            <a:t> </a:t>
          </a:r>
          <a:r>
            <a:rPr lang="en-US" b="1" dirty="0" err="1">
              <a:solidFill>
                <a:srgbClr val="063420"/>
              </a:solidFill>
            </a:rPr>
            <a:t>NHÂN</a:t>
          </a:r>
          <a:endParaRPr lang="en-US" b="1" dirty="0">
            <a:solidFill>
              <a:srgbClr val="063420"/>
            </a:solidFill>
          </a:endParaRPr>
        </a:p>
      </dgm:t>
    </dgm:pt>
    <dgm:pt modelId="{AECFA9E8-BDB0-4CC0-AC23-B52527793F80}" type="parTrans" cxnId="{33F3B2D3-A40A-4FBB-99F2-B2FD40D72050}">
      <dgm:prSet/>
      <dgm:spPr/>
      <dgm:t>
        <a:bodyPr/>
        <a:lstStyle/>
        <a:p>
          <a:endParaRPr lang="en-US"/>
        </a:p>
      </dgm:t>
    </dgm:pt>
    <dgm:pt modelId="{F013E686-8147-4C7F-94B1-FC437C6C328F}" type="sibTrans" cxnId="{33F3B2D3-A40A-4FBB-99F2-B2FD40D72050}">
      <dgm:prSet/>
      <dgm:spPr/>
      <dgm:t>
        <a:bodyPr/>
        <a:lstStyle/>
        <a:p>
          <a:endParaRPr lang="en-US"/>
        </a:p>
      </dgm:t>
    </dgm:pt>
    <dgm:pt modelId="{C391955E-48CF-4D84-AB3C-859A0AB27195}">
      <dgm:prSet phldrT="[Text]"/>
      <dgm:spPr>
        <a:ln>
          <a:noFill/>
        </a:ln>
      </dgm:spPr>
      <dgm:t>
        <a:bodyPr/>
        <a:lstStyle/>
        <a:p>
          <a:pPr algn="just"/>
          <a:r>
            <a:rPr lang="en-US" b="1" dirty="0" err="1">
              <a:solidFill>
                <a:srgbClr val="063420"/>
              </a:solidFill>
            </a:rPr>
            <a:t>NÂNG</a:t>
          </a:r>
          <a:r>
            <a:rPr lang="en-US" b="1" dirty="0">
              <a:solidFill>
                <a:srgbClr val="063420"/>
              </a:solidFill>
            </a:rPr>
            <a:t> CAO </a:t>
          </a:r>
          <a:r>
            <a:rPr lang="en-US" b="1" dirty="0" err="1">
              <a:solidFill>
                <a:srgbClr val="063420"/>
              </a:solidFill>
            </a:rPr>
            <a:t>CHUẨN</a:t>
          </a:r>
          <a:r>
            <a:rPr lang="en-US" b="1" dirty="0">
              <a:solidFill>
                <a:srgbClr val="063420"/>
              </a:solidFill>
            </a:rPr>
            <a:t> </a:t>
          </a:r>
          <a:r>
            <a:rPr lang="en-US" b="1" dirty="0" err="1">
              <a:solidFill>
                <a:srgbClr val="063420"/>
              </a:solidFill>
            </a:rPr>
            <a:t>MỰC</a:t>
          </a:r>
          <a:r>
            <a:rPr lang="en-US" b="1" dirty="0">
              <a:solidFill>
                <a:srgbClr val="063420"/>
              </a:solidFill>
            </a:rPr>
            <a:t>, </a:t>
          </a:r>
          <a:r>
            <a:rPr lang="en-US" b="1" dirty="0" err="1">
              <a:solidFill>
                <a:srgbClr val="063420"/>
              </a:solidFill>
            </a:rPr>
            <a:t>CHẤT</a:t>
          </a:r>
          <a:r>
            <a:rPr lang="en-US" b="1" dirty="0">
              <a:solidFill>
                <a:srgbClr val="063420"/>
              </a:solidFill>
            </a:rPr>
            <a:t> </a:t>
          </a:r>
          <a:r>
            <a:rPr lang="en-US" b="1" dirty="0" err="1">
              <a:solidFill>
                <a:srgbClr val="063420"/>
              </a:solidFill>
            </a:rPr>
            <a:t>LƯỢNG</a:t>
          </a:r>
          <a:r>
            <a:rPr lang="en-US" b="1" dirty="0">
              <a:solidFill>
                <a:srgbClr val="063420"/>
              </a:solidFill>
            </a:rPr>
            <a:t> </a:t>
          </a:r>
          <a:r>
            <a:rPr lang="en-US" b="1" dirty="0" err="1">
              <a:solidFill>
                <a:srgbClr val="063420"/>
              </a:solidFill>
            </a:rPr>
            <a:t>ĐẦU</a:t>
          </a:r>
          <a:r>
            <a:rPr lang="en-US" b="1" dirty="0">
              <a:solidFill>
                <a:srgbClr val="063420"/>
              </a:solidFill>
            </a:rPr>
            <a:t> </a:t>
          </a:r>
          <a:r>
            <a:rPr lang="en-US" b="1" dirty="0" err="1">
              <a:solidFill>
                <a:srgbClr val="063420"/>
              </a:solidFill>
            </a:rPr>
            <a:t>TƯ</a:t>
          </a:r>
          <a:endParaRPr lang="en-US" b="1" dirty="0">
            <a:solidFill>
              <a:srgbClr val="063420"/>
            </a:solidFill>
          </a:endParaRPr>
        </a:p>
      </dgm:t>
    </dgm:pt>
    <dgm:pt modelId="{A29F51CB-8A97-4EAE-A44B-391AF7708E7A}" type="parTrans" cxnId="{E4B7F37F-3CE7-4FDB-96E8-6327C9798EF7}">
      <dgm:prSet/>
      <dgm:spPr/>
      <dgm:t>
        <a:bodyPr/>
        <a:lstStyle/>
        <a:p>
          <a:endParaRPr lang="en-US"/>
        </a:p>
      </dgm:t>
    </dgm:pt>
    <dgm:pt modelId="{AD3176E7-FC6E-48E3-8A55-62FE8690788E}" type="sibTrans" cxnId="{E4B7F37F-3CE7-4FDB-96E8-6327C9798EF7}">
      <dgm:prSet/>
      <dgm:spPr/>
      <dgm:t>
        <a:bodyPr/>
        <a:lstStyle/>
        <a:p>
          <a:endParaRPr lang="en-US"/>
        </a:p>
      </dgm:t>
    </dgm:pt>
    <dgm:pt modelId="{589A9309-C211-40BB-9ADB-54083CFCECD0}">
      <dgm:prSet phldrT="[Text]"/>
      <dgm:spPr/>
      <dgm:t>
        <a:bodyPr/>
        <a:lstStyle/>
        <a:p>
          <a:r>
            <a:rPr lang="en-US" b="1" dirty="0" err="1">
              <a:solidFill>
                <a:srgbClr val="10924C"/>
              </a:solidFill>
            </a:rPr>
            <a:t>BẢO</a:t>
          </a:r>
          <a:r>
            <a:rPr lang="en-US" b="1" dirty="0">
              <a:solidFill>
                <a:srgbClr val="10924C"/>
              </a:solidFill>
            </a:rPr>
            <a:t> </a:t>
          </a:r>
          <a:r>
            <a:rPr lang="en-US" b="1" dirty="0" err="1">
              <a:solidFill>
                <a:srgbClr val="10924C"/>
              </a:solidFill>
            </a:rPr>
            <a:t>VỆ</a:t>
          </a:r>
          <a:r>
            <a:rPr lang="en-US" b="1" dirty="0">
              <a:solidFill>
                <a:srgbClr val="10924C"/>
              </a:solidFill>
            </a:rPr>
            <a:t> </a:t>
          </a:r>
          <a:r>
            <a:rPr lang="en-US" b="1" dirty="0" err="1">
              <a:solidFill>
                <a:srgbClr val="10924C"/>
              </a:solidFill>
            </a:rPr>
            <a:t>QUYỀN</a:t>
          </a:r>
          <a:r>
            <a:rPr lang="en-US" b="1" dirty="0">
              <a:solidFill>
                <a:srgbClr val="10924C"/>
              </a:solidFill>
            </a:rPr>
            <a:t> </a:t>
          </a:r>
          <a:r>
            <a:rPr lang="en-US" b="1" dirty="0" err="1">
              <a:solidFill>
                <a:srgbClr val="10924C"/>
              </a:solidFill>
            </a:rPr>
            <a:t>LỢI</a:t>
          </a:r>
          <a:r>
            <a:rPr lang="en-US" b="1" dirty="0">
              <a:solidFill>
                <a:srgbClr val="10924C"/>
              </a:solidFill>
            </a:rPr>
            <a:t> </a:t>
          </a:r>
          <a:r>
            <a:rPr lang="en-US" b="1" dirty="0" err="1">
              <a:solidFill>
                <a:srgbClr val="10924C"/>
              </a:solidFill>
            </a:rPr>
            <a:t>NHÀ</a:t>
          </a:r>
          <a:r>
            <a:rPr lang="en-US" b="1" dirty="0">
              <a:solidFill>
                <a:srgbClr val="10924C"/>
              </a:solidFill>
            </a:rPr>
            <a:t> </a:t>
          </a:r>
          <a:r>
            <a:rPr lang="en-US" b="1" dirty="0" err="1">
              <a:solidFill>
                <a:srgbClr val="10924C"/>
              </a:solidFill>
            </a:rPr>
            <a:t>ĐẦU</a:t>
          </a:r>
          <a:r>
            <a:rPr lang="en-US" b="1" dirty="0">
              <a:solidFill>
                <a:srgbClr val="10924C"/>
              </a:solidFill>
            </a:rPr>
            <a:t> </a:t>
          </a:r>
          <a:r>
            <a:rPr lang="en-US" b="1" dirty="0" err="1">
              <a:solidFill>
                <a:srgbClr val="10924C"/>
              </a:solidFill>
            </a:rPr>
            <a:t>TƯ</a:t>
          </a:r>
          <a:r>
            <a:rPr lang="en-US" b="1" dirty="0">
              <a:solidFill>
                <a:srgbClr val="10924C"/>
              </a:solidFill>
            </a:rPr>
            <a:t> </a:t>
          </a:r>
          <a:r>
            <a:rPr lang="en-US" b="1" dirty="0" err="1">
              <a:solidFill>
                <a:srgbClr val="10924C"/>
              </a:solidFill>
            </a:rPr>
            <a:t>TỐT</a:t>
          </a:r>
          <a:r>
            <a:rPr lang="en-US" b="1" dirty="0">
              <a:solidFill>
                <a:srgbClr val="10924C"/>
              </a:solidFill>
            </a:rPr>
            <a:t> </a:t>
          </a:r>
          <a:r>
            <a:rPr lang="en-US" b="1" dirty="0" err="1">
              <a:solidFill>
                <a:srgbClr val="10924C"/>
              </a:solidFill>
            </a:rPr>
            <a:t>HƠN</a:t>
          </a:r>
          <a:endParaRPr lang="en-US" b="1" dirty="0">
            <a:solidFill>
              <a:srgbClr val="10924C"/>
            </a:solidFill>
          </a:endParaRPr>
        </a:p>
      </dgm:t>
    </dgm:pt>
    <dgm:pt modelId="{6E01DFB1-CC79-49DC-BEBC-72BADB3DE583}" type="parTrans" cxnId="{9152AE51-CEA2-4FB5-9427-56742A937885}">
      <dgm:prSet/>
      <dgm:spPr/>
      <dgm:t>
        <a:bodyPr/>
        <a:lstStyle/>
        <a:p>
          <a:endParaRPr lang="en-US"/>
        </a:p>
      </dgm:t>
    </dgm:pt>
    <dgm:pt modelId="{2BBA839C-AF1F-40E8-890D-EFD0AA8F8F6A}" type="sibTrans" cxnId="{9152AE51-CEA2-4FB5-9427-56742A937885}">
      <dgm:prSet/>
      <dgm:spPr/>
      <dgm:t>
        <a:bodyPr/>
        <a:lstStyle/>
        <a:p>
          <a:endParaRPr lang="en-US"/>
        </a:p>
      </dgm:t>
    </dgm:pt>
    <dgm:pt modelId="{40F7CF62-DDB3-419A-9D60-7636174AAE24}">
      <dgm:prSet phldrT="[Text]"/>
      <dgm:spPr/>
      <dgm:t>
        <a:bodyPr/>
        <a:lstStyle/>
        <a:p>
          <a:pPr algn="just"/>
          <a:r>
            <a:rPr lang="en-US" b="1" dirty="0" err="1">
              <a:solidFill>
                <a:srgbClr val="063420"/>
              </a:solidFill>
            </a:rPr>
            <a:t>TĂNG</a:t>
          </a:r>
          <a:r>
            <a:rPr lang="en-US" b="1" dirty="0">
              <a:solidFill>
                <a:srgbClr val="063420"/>
              </a:solidFill>
            </a:rPr>
            <a:t> </a:t>
          </a:r>
          <a:r>
            <a:rPr lang="en-US" b="1" dirty="0" err="1">
              <a:solidFill>
                <a:srgbClr val="063420"/>
              </a:solidFill>
            </a:rPr>
            <a:t>LƯỢNG</a:t>
          </a:r>
          <a:r>
            <a:rPr lang="en-US" b="1" dirty="0">
              <a:solidFill>
                <a:srgbClr val="063420"/>
              </a:solidFill>
            </a:rPr>
            <a:t> </a:t>
          </a:r>
          <a:r>
            <a:rPr lang="en-US" b="1" dirty="0" err="1">
              <a:solidFill>
                <a:srgbClr val="063420"/>
              </a:solidFill>
            </a:rPr>
            <a:t>TIỀN</a:t>
          </a:r>
          <a:r>
            <a:rPr lang="en-US" b="1" dirty="0">
              <a:solidFill>
                <a:srgbClr val="063420"/>
              </a:solidFill>
            </a:rPr>
            <a:t> </a:t>
          </a:r>
          <a:r>
            <a:rPr lang="en-US" b="1" dirty="0" err="1">
              <a:solidFill>
                <a:srgbClr val="063420"/>
              </a:solidFill>
            </a:rPr>
            <a:t>ĐẦU</a:t>
          </a:r>
          <a:r>
            <a:rPr lang="en-US" b="1" dirty="0">
              <a:solidFill>
                <a:srgbClr val="063420"/>
              </a:solidFill>
            </a:rPr>
            <a:t> </a:t>
          </a:r>
          <a:r>
            <a:rPr lang="en-US" b="1" dirty="0" err="1">
              <a:solidFill>
                <a:srgbClr val="063420"/>
              </a:solidFill>
            </a:rPr>
            <a:t>TƯ</a:t>
          </a:r>
          <a:endParaRPr lang="en-US" b="1" dirty="0">
            <a:solidFill>
              <a:srgbClr val="063420"/>
            </a:solidFill>
          </a:endParaRPr>
        </a:p>
      </dgm:t>
    </dgm:pt>
    <dgm:pt modelId="{14D4BC2B-D1B1-4D98-BB9A-82A2DF0B04AD}" type="parTrans" cxnId="{DD728A13-8908-47CF-8815-B6728A002960}">
      <dgm:prSet/>
      <dgm:spPr/>
      <dgm:t>
        <a:bodyPr/>
        <a:lstStyle/>
        <a:p>
          <a:endParaRPr lang="en-US"/>
        </a:p>
      </dgm:t>
    </dgm:pt>
    <dgm:pt modelId="{F2122670-7218-4818-920C-4219F456EA51}" type="sibTrans" cxnId="{DD728A13-8908-47CF-8815-B6728A002960}">
      <dgm:prSet/>
      <dgm:spPr/>
      <dgm:t>
        <a:bodyPr/>
        <a:lstStyle/>
        <a:p>
          <a:endParaRPr lang="en-US"/>
        </a:p>
      </dgm:t>
    </dgm:pt>
    <dgm:pt modelId="{6CF2AC15-278D-424F-80F5-707EFA1AF62E}" type="pres">
      <dgm:prSet presAssocID="{3792E816-522F-46A7-90B0-47A3BCA0B55B}" presName="layout" presStyleCnt="0">
        <dgm:presLayoutVars>
          <dgm:chMax/>
          <dgm:chPref/>
          <dgm:dir/>
          <dgm:resizeHandles/>
        </dgm:presLayoutVars>
      </dgm:prSet>
      <dgm:spPr/>
    </dgm:pt>
    <dgm:pt modelId="{66BF73B4-F1AC-4F90-BC75-C7C77771EEB3}" type="pres">
      <dgm:prSet presAssocID="{C4420F15-BAE3-4F9E-A4EE-27D91A92FE58}" presName="root" presStyleCnt="0">
        <dgm:presLayoutVars>
          <dgm:chMax/>
          <dgm:chPref/>
        </dgm:presLayoutVars>
      </dgm:prSet>
      <dgm:spPr/>
    </dgm:pt>
    <dgm:pt modelId="{76F556B1-B43E-4C63-A069-BB111C003259}" type="pres">
      <dgm:prSet presAssocID="{C4420F15-BAE3-4F9E-A4EE-27D91A92FE58}" presName="rootComposite" presStyleCnt="0">
        <dgm:presLayoutVars/>
      </dgm:prSet>
      <dgm:spPr/>
    </dgm:pt>
    <dgm:pt modelId="{912D5571-D9B6-4116-909E-D9C610D1B709}" type="pres">
      <dgm:prSet presAssocID="{C4420F15-BAE3-4F9E-A4EE-27D91A92FE58}" presName="ParentAccent" presStyleLbl="alignNode1" presStyleIdx="0" presStyleCnt="2" custLinFactNeighborX="-1419" custLinFactNeighborY="3016"/>
      <dgm:spPr>
        <a:solidFill>
          <a:srgbClr val="EF9F38"/>
        </a:solidFill>
        <a:ln>
          <a:solidFill>
            <a:schemeClr val="bg1"/>
          </a:solidFill>
        </a:ln>
      </dgm:spPr>
    </dgm:pt>
    <dgm:pt modelId="{11B2F490-17F6-4C2F-A137-AC0FB8E0D406}" type="pres">
      <dgm:prSet presAssocID="{C4420F15-BAE3-4F9E-A4EE-27D91A92FE58}" presName="ParentSmallAccent" presStyleLbl="fgAcc1" presStyleIdx="0" presStyleCnt="2"/>
      <dgm:spPr>
        <a:ln>
          <a:solidFill>
            <a:srgbClr val="FFC000"/>
          </a:solidFill>
        </a:ln>
      </dgm:spPr>
    </dgm:pt>
    <dgm:pt modelId="{C52CD61D-9DEE-424C-9737-EC8D2F34CE35}" type="pres">
      <dgm:prSet presAssocID="{C4420F15-BAE3-4F9E-A4EE-27D91A92FE58}" presName="Parent" presStyleLbl="revTx" presStyleIdx="0" presStyleCnt="12">
        <dgm:presLayoutVars>
          <dgm:chMax/>
          <dgm:chPref val="4"/>
          <dgm:bulletEnabled val="1"/>
        </dgm:presLayoutVars>
      </dgm:prSet>
      <dgm:spPr/>
    </dgm:pt>
    <dgm:pt modelId="{AFB3B2E7-47FA-4EFD-A480-DBA2B27FEAD8}" type="pres">
      <dgm:prSet presAssocID="{C4420F15-BAE3-4F9E-A4EE-27D91A92FE58}" presName="childShape" presStyleCnt="0">
        <dgm:presLayoutVars>
          <dgm:chMax val="0"/>
          <dgm:chPref val="0"/>
        </dgm:presLayoutVars>
      </dgm:prSet>
      <dgm:spPr/>
    </dgm:pt>
    <dgm:pt modelId="{3C9A5681-06D2-4CE7-9C07-F4A1E6CE5B99}" type="pres">
      <dgm:prSet presAssocID="{BA7066D3-D93E-4DF7-8528-31556CBC6D7D}" presName="childComposite" presStyleCnt="0">
        <dgm:presLayoutVars>
          <dgm:chMax val="0"/>
          <dgm:chPref val="0"/>
        </dgm:presLayoutVars>
      </dgm:prSet>
      <dgm:spPr/>
    </dgm:pt>
    <dgm:pt modelId="{F55D57D2-8F99-455F-BACE-0077F7B50F45}" type="pres">
      <dgm:prSet presAssocID="{BA7066D3-D93E-4DF7-8528-31556CBC6D7D}" presName="ChildAccent" presStyleLbl="solidFgAcc1" presStyleIdx="0" presStyleCnt="10"/>
      <dgm:spPr>
        <a:ln>
          <a:solidFill>
            <a:srgbClr val="EF9F38"/>
          </a:solidFill>
        </a:ln>
      </dgm:spPr>
    </dgm:pt>
    <dgm:pt modelId="{93923574-00F8-4809-9CEF-A4426D76750C}" type="pres">
      <dgm:prSet presAssocID="{BA7066D3-D93E-4DF7-8528-31556CBC6D7D}" presName="Child" presStyleLbl="revTx" presStyleIdx="1" presStyleCnt="12">
        <dgm:presLayoutVars>
          <dgm:chMax val="0"/>
          <dgm:chPref val="0"/>
          <dgm:bulletEnabled val="1"/>
        </dgm:presLayoutVars>
      </dgm:prSet>
      <dgm:spPr/>
    </dgm:pt>
    <dgm:pt modelId="{192176E5-E205-4A06-A784-5022C3573381}" type="pres">
      <dgm:prSet presAssocID="{840F46FF-4CD7-4DE8-881F-CF69D8ADF4DD}" presName="childComposite" presStyleCnt="0">
        <dgm:presLayoutVars>
          <dgm:chMax val="0"/>
          <dgm:chPref val="0"/>
        </dgm:presLayoutVars>
      </dgm:prSet>
      <dgm:spPr/>
    </dgm:pt>
    <dgm:pt modelId="{83E5EB89-F2A8-432D-8347-5A87E3E3907C}" type="pres">
      <dgm:prSet presAssocID="{840F46FF-4CD7-4DE8-881F-CF69D8ADF4DD}" presName="ChildAccent" presStyleLbl="solidFgAcc1" presStyleIdx="1" presStyleCnt="10"/>
      <dgm:spPr>
        <a:solidFill>
          <a:srgbClr val="EF9F38"/>
        </a:solidFill>
        <a:ln>
          <a:solidFill>
            <a:srgbClr val="FFC000"/>
          </a:solidFill>
        </a:ln>
      </dgm:spPr>
    </dgm:pt>
    <dgm:pt modelId="{69F7AEB6-BD92-4D82-8CEB-261B3783E9CE}" type="pres">
      <dgm:prSet presAssocID="{840F46FF-4CD7-4DE8-881F-CF69D8ADF4DD}" presName="Child" presStyleLbl="revTx" presStyleIdx="2" presStyleCnt="12">
        <dgm:presLayoutVars>
          <dgm:chMax val="0"/>
          <dgm:chPref val="0"/>
          <dgm:bulletEnabled val="1"/>
        </dgm:presLayoutVars>
      </dgm:prSet>
      <dgm:spPr/>
    </dgm:pt>
    <dgm:pt modelId="{AE0BDD2E-DE3C-405F-98CC-B2DBDB212D4E}" type="pres">
      <dgm:prSet presAssocID="{0B03DCEA-8899-4625-874F-86CEC93039E2}" presName="childComposite" presStyleCnt="0">
        <dgm:presLayoutVars>
          <dgm:chMax val="0"/>
          <dgm:chPref val="0"/>
        </dgm:presLayoutVars>
      </dgm:prSet>
      <dgm:spPr/>
    </dgm:pt>
    <dgm:pt modelId="{11E15D83-A679-4B3D-907B-32B7FB9A0DB4}" type="pres">
      <dgm:prSet presAssocID="{0B03DCEA-8899-4625-874F-86CEC93039E2}" presName="ChildAccent" presStyleLbl="solidFgAcc1" presStyleIdx="2" presStyleCnt="10"/>
      <dgm:spPr>
        <a:ln>
          <a:solidFill>
            <a:srgbClr val="EF9F38"/>
          </a:solidFill>
        </a:ln>
      </dgm:spPr>
    </dgm:pt>
    <dgm:pt modelId="{5F294C0E-5DFB-465A-950C-56386D0BA2A6}" type="pres">
      <dgm:prSet presAssocID="{0B03DCEA-8899-4625-874F-86CEC93039E2}" presName="Child" presStyleLbl="revTx" presStyleIdx="3" presStyleCnt="12">
        <dgm:presLayoutVars>
          <dgm:chMax val="0"/>
          <dgm:chPref val="0"/>
          <dgm:bulletEnabled val="1"/>
        </dgm:presLayoutVars>
      </dgm:prSet>
      <dgm:spPr/>
    </dgm:pt>
    <dgm:pt modelId="{4994D667-EDA8-407A-B814-E623902B057A}" type="pres">
      <dgm:prSet presAssocID="{3EE6ABF8-9A70-44C9-B9A2-9D88753A5DBC}" presName="childComposite" presStyleCnt="0">
        <dgm:presLayoutVars>
          <dgm:chMax val="0"/>
          <dgm:chPref val="0"/>
        </dgm:presLayoutVars>
      </dgm:prSet>
      <dgm:spPr/>
    </dgm:pt>
    <dgm:pt modelId="{0A435FBD-7E11-42DE-AB9D-61BB21A5E257}" type="pres">
      <dgm:prSet presAssocID="{3EE6ABF8-9A70-44C9-B9A2-9D88753A5DBC}" presName="ChildAccent" presStyleLbl="solidFgAcc1" presStyleIdx="3" presStyleCnt="10"/>
      <dgm:spPr>
        <a:solidFill>
          <a:srgbClr val="EF9F38"/>
        </a:solidFill>
        <a:ln>
          <a:solidFill>
            <a:schemeClr val="bg1"/>
          </a:solidFill>
        </a:ln>
      </dgm:spPr>
    </dgm:pt>
    <dgm:pt modelId="{1FA98ADC-0650-4B0F-8630-1BF19951AE10}" type="pres">
      <dgm:prSet presAssocID="{3EE6ABF8-9A70-44C9-B9A2-9D88753A5DBC}" presName="Child" presStyleLbl="revTx" presStyleIdx="4" presStyleCnt="12">
        <dgm:presLayoutVars>
          <dgm:chMax val="0"/>
          <dgm:chPref val="0"/>
          <dgm:bulletEnabled val="1"/>
        </dgm:presLayoutVars>
      </dgm:prSet>
      <dgm:spPr/>
    </dgm:pt>
    <dgm:pt modelId="{CEFBABEA-BD73-4912-93B9-1A1EAAF8081F}" type="pres">
      <dgm:prSet presAssocID="{C391955E-48CF-4D84-AB3C-859A0AB27195}" presName="childComposite" presStyleCnt="0">
        <dgm:presLayoutVars>
          <dgm:chMax val="0"/>
          <dgm:chPref val="0"/>
        </dgm:presLayoutVars>
      </dgm:prSet>
      <dgm:spPr/>
    </dgm:pt>
    <dgm:pt modelId="{81FC227B-1A00-48BB-93FB-81E725A46588}" type="pres">
      <dgm:prSet presAssocID="{C391955E-48CF-4D84-AB3C-859A0AB27195}" presName="ChildAccent" presStyleLbl="solidFgAcc1" presStyleIdx="4" presStyleCnt="10" custLinFactNeighborX="8825" custLinFactNeighborY="4616"/>
      <dgm:spPr>
        <a:ln>
          <a:solidFill>
            <a:srgbClr val="EF9F38"/>
          </a:solidFill>
        </a:ln>
      </dgm:spPr>
    </dgm:pt>
    <dgm:pt modelId="{9F76C9F7-A66F-44DF-B6D5-83B02786E28C}" type="pres">
      <dgm:prSet presAssocID="{C391955E-48CF-4D84-AB3C-859A0AB27195}" presName="Child" presStyleLbl="revTx" presStyleIdx="5" presStyleCnt="12">
        <dgm:presLayoutVars>
          <dgm:chMax val="0"/>
          <dgm:chPref val="0"/>
          <dgm:bulletEnabled val="1"/>
        </dgm:presLayoutVars>
      </dgm:prSet>
      <dgm:spPr/>
    </dgm:pt>
    <dgm:pt modelId="{E92E571E-0DA4-40A4-9C4E-BC316CE97B77}" type="pres">
      <dgm:prSet presAssocID="{40F7CF62-DDB3-419A-9D60-7636174AAE24}" presName="childComposite" presStyleCnt="0">
        <dgm:presLayoutVars>
          <dgm:chMax val="0"/>
          <dgm:chPref val="0"/>
        </dgm:presLayoutVars>
      </dgm:prSet>
      <dgm:spPr/>
    </dgm:pt>
    <dgm:pt modelId="{F5316641-D734-4953-A995-1C1E290C89AB}" type="pres">
      <dgm:prSet presAssocID="{40F7CF62-DDB3-419A-9D60-7636174AAE24}" presName="ChildAccent" presStyleLbl="solidFgAcc1" presStyleIdx="5" presStyleCnt="10"/>
      <dgm:spPr>
        <a:ln>
          <a:solidFill>
            <a:srgbClr val="EF9F38"/>
          </a:solidFill>
        </a:ln>
      </dgm:spPr>
    </dgm:pt>
    <dgm:pt modelId="{83C03696-7205-4A5B-A59F-9025301CBC70}" type="pres">
      <dgm:prSet presAssocID="{40F7CF62-DDB3-419A-9D60-7636174AAE24}" presName="Child" presStyleLbl="revTx" presStyleIdx="6" presStyleCnt="12">
        <dgm:presLayoutVars>
          <dgm:chMax val="0"/>
          <dgm:chPref val="0"/>
          <dgm:bulletEnabled val="1"/>
        </dgm:presLayoutVars>
      </dgm:prSet>
      <dgm:spPr/>
    </dgm:pt>
    <dgm:pt modelId="{84D1055C-567D-4256-9075-02C9124CC69F}" type="pres">
      <dgm:prSet presAssocID="{1F4B3CA1-EBA3-4B7D-92B5-80FC31D310F0}" presName="root" presStyleCnt="0">
        <dgm:presLayoutVars>
          <dgm:chMax/>
          <dgm:chPref/>
        </dgm:presLayoutVars>
      </dgm:prSet>
      <dgm:spPr/>
    </dgm:pt>
    <dgm:pt modelId="{2BFB170C-0138-4E9B-A6AC-0F19D9936DA3}" type="pres">
      <dgm:prSet presAssocID="{1F4B3CA1-EBA3-4B7D-92B5-80FC31D310F0}" presName="rootComposite" presStyleCnt="0">
        <dgm:presLayoutVars/>
      </dgm:prSet>
      <dgm:spPr/>
    </dgm:pt>
    <dgm:pt modelId="{A62474BA-C903-4D4C-907A-0117C21CC874}" type="pres">
      <dgm:prSet presAssocID="{1F4B3CA1-EBA3-4B7D-92B5-80FC31D310F0}" presName="ParentAccent" presStyleLbl="alignNode1" presStyleIdx="1" presStyleCnt="2"/>
      <dgm:spPr>
        <a:solidFill>
          <a:srgbClr val="42A048"/>
        </a:solidFill>
      </dgm:spPr>
    </dgm:pt>
    <dgm:pt modelId="{138F75D7-96E1-44AB-B0FB-A069AD64F562}" type="pres">
      <dgm:prSet presAssocID="{1F4B3CA1-EBA3-4B7D-92B5-80FC31D310F0}" presName="ParentSmallAccent" presStyleLbl="fgAcc1" presStyleIdx="1" presStyleCnt="2"/>
      <dgm:spPr>
        <a:ln>
          <a:solidFill>
            <a:srgbClr val="42A048"/>
          </a:solidFill>
        </a:ln>
      </dgm:spPr>
    </dgm:pt>
    <dgm:pt modelId="{8C804FE4-C94D-4BEC-AEDA-24856843B098}" type="pres">
      <dgm:prSet presAssocID="{1F4B3CA1-EBA3-4B7D-92B5-80FC31D310F0}" presName="Parent" presStyleLbl="revTx" presStyleIdx="7" presStyleCnt="12">
        <dgm:presLayoutVars>
          <dgm:chMax/>
          <dgm:chPref val="4"/>
          <dgm:bulletEnabled val="1"/>
        </dgm:presLayoutVars>
      </dgm:prSet>
      <dgm:spPr/>
    </dgm:pt>
    <dgm:pt modelId="{EB856738-C458-4594-A672-A975F9642DE1}" type="pres">
      <dgm:prSet presAssocID="{1F4B3CA1-EBA3-4B7D-92B5-80FC31D310F0}" presName="childShape" presStyleCnt="0">
        <dgm:presLayoutVars>
          <dgm:chMax val="0"/>
          <dgm:chPref val="0"/>
        </dgm:presLayoutVars>
      </dgm:prSet>
      <dgm:spPr/>
    </dgm:pt>
    <dgm:pt modelId="{A3B44F05-948F-46A4-9D39-A3E6190C27DA}" type="pres">
      <dgm:prSet presAssocID="{365131D1-DF8A-4321-9C8C-715D33351869}" presName="childComposite" presStyleCnt="0">
        <dgm:presLayoutVars>
          <dgm:chMax val="0"/>
          <dgm:chPref val="0"/>
        </dgm:presLayoutVars>
      </dgm:prSet>
      <dgm:spPr/>
    </dgm:pt>
    <dgm:pt modelId="{5AB1539C-3C51-4734-BFA3-20FD46423464}" type="pres">
      <dgm:prSet presAssocID="{365131D1-DF8A-4321-9C8C-715D33351869}" presName="ChildAccent" presStyleLbl="solidFgAcc1" presStyleIdx="6" presStyleCnt="10"/>
      <dgm:spPr>
        <a:ln>
          <a:solidFill>
            <a:srgbClr val="42A048"/>
          </a:solidFill>
        </a:ln>
      </dgm:spPr>
    </dgm:pt>
    <dgm:pt modelId="{C846E55E-7501-4A8B-9884-55137DAC0A12}" type="pres">
      <dgm:prSet presAssocID="{365131D1-DF8A-4321-9C8C-715D33351869}" presName="Child" presStyleLbl="revTx" presStyleIdx="8" presStyleCnt="12">
        <dgm:presLayoutVars>
          <dgm:chMax val="0"/>
          <dgm:chPref val="0"/>
          <dgm:bulletEnabled val="1"/>
        </dgm:presLayoutVars>
      </dgm:prSet>
      <dgm:spPr/>
    </dgm:pt>
    <dgm:pt modelId="{88AFF973-62F3-4436-A4D7-CCB43321E31E}" type="pres">
      <dgm:prSet presAssocID="{15697922-FF22-45FD-A429-DD76092FE7CE}" presName="childComposite" presStyleCnt="0">
        <dgm:presLayoutVars>
          <dgm:chMax val="0"/>
          <dgm:chPref val="0"/>
        </dgm:presLayoutVars>
      </dgm:prSet>
      <dgm:spPr/>
    </dgm:pt>
    <dgm:pt modelId="{882C05E1-6FE1-434C-9D36-975B469F28E3}" type="pres">
      <dgm:prSet presAssocID="{15697922-FF22-45FD-A429-DD76092FE7CE}" presName="ChildAccent" presStyleLbl="solidFgAcc1" presStyleIdx="7" presStyleCnt="10"/>
      <dgm:spPr>
        <a:solidFill>
          <a:srgbClr val="10924C"/>
        </a:solidFill>
        <a:ln>
          <a:solidFill>
            <a:srgbClr val="42A048"/>
          </a:solidFill>
        </a:ln>
      </dgm:spPr>
    </dgm:pt>
    <dgm:pt modelId="{5EDE1B76-051E-40C8-9400-D10DBE50E09D}" type="pres">
      <dgm:prSet presAssocID="{15697922-FF22-45FD-A429-DD76092FE7CE}" presName="Child" presStyleLbl="revTx" presStyleIdx="9" presStyleCnt="12">
        <dgm:presLayoutVars>
          <dgm:chMax val="0"/>
          <dgm:chPref val="0"/>
          <dgm:bulletEnabled val="1"/>
        </dgm:presLayoutVars>
      </dgm:prSet>
      <dgm:spPr/>
    </dgm:pt>
    <dgm:pt modelId="{FFFBAB34-6C69-4091-B263-F8981464FBE7}" type="pres">
      <dgm:prSet presAssocID="{44738A79-E6CF-435E-946A-10A7DE66ADC4}" presName="childComposite" presStyleCnt="0">
        <dgm:presLayoutVars>
          <dgm:chMax val="0"/>
          <dgm:chPref val="0"/>
        </dgm:presLayoutVars>
      </dgm:prSet>
      <dgm:spPr/>
    </dgm:pt>
    <dgm:pt modelId="{73C1C515-673A-4B02-9F2F-E683C0BD71ED}" type="pres">
      <dgm:prSet presAssocID="{44738A79-E6CF-435E-946A-10A7DE66ADC4}" presName="ChildAccent" presStyleLbl="solidFgAcc1" presStyleIdx="8" presStyleCnt="10"/>
      <dgm:spPr>
        <a:ln>
          <a:solidFill>
            <a:srgbClr val="42A048"/>
          </a:solidFill>
        </a:ln>
      </dgm:spPr>
    </dgm:pt>
    <dgm:pt modelId="{0A7C1246-CD65-41F7-8864-69F145B589F8}" type="pres">
      <dgm:prSet presAssocID="{44738A79-E6CF-435E-946A-10A7DE66ADC4}" presName="Child" presStyleLbl="revTx" presStyleIdx="10" presStyleCnt="12">
        <dgm:presLayoutVars>
          <dgm:chMax val="0"/>
          <dgm:chPref val="0"/>
          <dgm:bulletEnabled val="1"/>
        </dgm:presLayoutVars>
      </dgm:prSet>
      <dgm:spPr/>
    </dgm:pt>
    <dgm:pt modelId="{5FBFA296-3898-423F-B1F6-924E9BBB7BF8}" type="pres">
      <dgm:prSet presAssocID="{589A9309-C211-40BB-9ADB-54083CFCECD0}" presName="childComposite" presStyleCnt="0">
        <dgm:presLayoutVars>
          <dgm:chMax val="0"/>
          <dgm:chPref val="0"/>
        </dgm:presLayoutVars>
      </dgm:prSet>
      <dgm:spPr/>
    </dgm:pt>
    <dgm:pt modelId="{2CF66E2C-AFFB-4898-89CF-41E6A7DC6E3F}" type="pres">
      <dgm:prSet presAssocID="{589A9309-C211-40BB-9ADB-54083CFCECD0}" presName="ChildAccent" presStyleLbl="solidFgAcc1" presStyleIdx="9" presStyleCnt="10"/>
      <dgm:spPr>
        <a:solidFill>
          <a:srgbClr val="10924C"/>
        </a:solidFill>
        <a:ln>
          <a:solidFill>
            <a:srgbClr val="42A048"/>
          </a:solidFill>
        </a:ln>
      </dgm:spPr>
    </dgm:pt>
    <dgm:pt modelId="{F94AC6CB-D128-4611-B725-1BBD4691FA30}" type="pres">
      <dgm:prSet presAssocID="{589A9309-C211-40BB-9ADB-54083CFCECD0}" presName="Child" presStyleLbl="revTx" presStyleIdx="11" presStyleCnt="12">
        <dgm:presLayoutVars>
          <dgm:chMax val="0"/>
          <dgm:chPref val="0"/>
          <dgm:bulletEnabled val="1"/>
        </dgm:presLayoutVars>
      </dgm:prSet>
      <dgm:spPr/>
    </dgm:pt>
  </dgm:ptLst>
  <dgm:cxnLst>
    <dgm:cxn modelId="{4AEB9B06-1D3E-4436-9B70-30C16831F1F3}" type="presOf" srcId="{840F46FF-4CD7-4DE8-881F-CF69D8ADF4DD}" destId="{69F7AEB6-BD92-4D82-8CEB-261B3783E9CE}" srcOrd="0" destOrd="0" presId="urn:microsoft.com/office/officeart/2008/layout/SquareAccentList"/>
    <dgm:cxn modelId="{048D600A-03F9-4D25-AA1E-E7EB917EF29A}" type="presOf" srcId="{40F7CF62-DDB3-419A-9D60-7636174AAE24}" destId="{83C03696-7205-4A5B-A59F-9025301CBC70}" srcOrd="0" destOrd="0" presId="urn:microsoft.com/office/officeart/2008/layout/SquareAccentList"/>
    <dgm:cxn modelId="{DD728A13-8908-47CF-8815-B6728A002960}" srcId="{C4420F15-BAE3-4F9E-A4EE-27D91A92FE58}" destId="{40F7CF62-DDB3-419A-9D60-7636174AAE24}" srcOrd="5" destOrd="0" parTransId="{14D4BC2B-D1B1-4D98-BB9A-82A2DF0B04AD}" sibTransId="{F2122670-7218-4818-920C-4219F456EA51}"/>
    <dgm:cxn modelId="{69A47615-4853-44C9-BF48-9192FAEE8C6F}" type="presOf" srcId="{0B03DCEA-8899-4625-874F-86CEC93039E2}" destId="{5F294C0E-5DFB-465A-950C-56386D0BA2A6}" srcOrd="0" destOrd="0" presId="urn:microsoft.com/office/officeart/2008/layout/SquareAccentList"/>
    <dgm:cxn modelId="{51869920-4CD8-4A74-8DAA-4066AD4BA5DF}" srcId="{3792E816-522F-46A7-90B0-47A3BCA0B55B}" destId="{C4420F15-BAE3-4F9E-A4EE-27D91A92FE58}" srcOrd="0" destOrd="0" parTransId="{1A7881CC-6DED-46DC-9C95-3E7D7DAA4BC2}" sibTransId="{82694D3B-864D-4D1F-9340-2E2C8C39C223}"/>
    <dgm:cxn modelId="{13B61626-726A-43EB-92DA-4F2301DCD955}" type="presOf" srcId="{1F4B3CA1-EBA3-4B7D-92B5-80FC31D310F0}" destId="{8C804FE4-C94D-4BEC-AEDA-24856843B098}" srcOrd="0" destOrd="0" presId="urn:microsoft.com/office/officeart/2008/layout/SquareAccentList"/>
    <dgm:cxn modelId="{5753D238-3303-4B08-8F82-EDEAD8412190}" type="presOf" srcId="{15697922-FF22-45FD-A429-DD76092FE7CE}" destId="{5EDE1B76-051E-40C8-9400-D10DBE50E09D}" srcOrd="0" destOrd="0" presId="urn:microsoft.com/office/officeart/2008/layout/SquareAccentList"/>
    <dgm:cxn modelId="{6CBB663C-D364-4E54-B69A-AD920BEFE61B}" type="presOf" srcId="{BA7066D3-D93E-4DF7-8528-31556CBC6D7D}" destId="{93923574-00F8-4809-9CEF-A4426D76750C}" srcOrd="0" destOrd="0" presId="urn:microsoft.com/office/officeart/2008/layout/SquareAccentList"/>
    <dgm:cxn modelId="{554DCE5B-B191-4DF0-9A77-09B89C7B9BD5}" srcId="{3792E816-522F-46A7-90B0-47A3BCA0B55B}" destId="{1F4B3CA1-EBA3-4B7D-92B5-80FC31D310F0}" srcOrd="1" destOrd="0" parTransId="{4FB72B42-D063-4F0B-883A-64AC34ADB722}" sibTransId="{FED9B034-FA24-4830-A0CC-933ED0DFFD9C}"/>
    <dgm:cxn modelId="{BA5CE25D-3B5A-4619-AA49-C5C93B122C88}" srcId="{C4420F15-BAE3-4F9E-A4EE-27D91A92FE58}" destId="{840F46FF-4CD7-4DE8-881F-CF69D8ADF4DD}" srcOrd="1" destOrd="0" parTransId="{1B7806A4-65E8-4164-A127-E39CE84CBA3B}" sibTransId="{0C7CAAFA-1C91-40ED-B44A-54395A635FFE}"/>
    <dgm:cxn modelId="{D0083F6B-4355-4CAA-816F-01880D84B455}" type="presOf" srcId="{589A9309-C211-40BB-9ADB-54083CFCECD0}" destId="{F94AC6CB-D128-4611-B725-1BBD4691FA30}" srcOrd="0" destOrd="0" presId="urn:microsoft.com/office/officeart/2008/layout/SquareAccentList"/>
    <dgm:cxn modelId="{22F9566B-B0BD-4C63-905E-54A85FD56393}" type="presOf" srcId="{365131D1-DF8A-4321-9C8C-715D33351869}" destId="{C846E55E-7501-4A8B-9884-55137DAC0A12}" srcOrd="0" destOrd="0" presId="urn:microsoft.com/office/officeart/2008/layout/SquareAccentList"/>
    <dgm:cxn modelId="{BBB3156E-9913-482D-8761-C16872E7BB09}" type="presOf" srcId="{3792E816-522F-46A7-90B0-47A3BCA0B55B}" destId="{6CF2AC15-278D-424F-80F5-707EFA1AF62E}" srcOrd="0" destOrd="0" presId="urn:microsoft.com/office/officeart/2008/layout/SquareAccentList"/>
    <dgm:cxn modelId="{B3A8866E-F343-4889-9C96-AD32D34988ED}" srcId="{C4420F15-BAE3-4F9E-A4EE-27D91A92FE58}" destId="{0B03DCEA-8899-4625-874F-86CEC93039E2}" srcOrd="2" destOrd="0" parTransId="{A8CE88A7-A241-4FE5-BF41-CF3A333C73FB}" sibTransId="{77B88FA6-D816-423D-8139-28E978586F07}"/>
    <dgm:cxn modelId="{9152AE51-CEA2-4FB5-9427-56742A937885}" srcId="{1F4B3CA1-EBA3-4B7D-92B5-80FC31D310F0}" destId="{589A9309-C211-40BB-9ADB-54083CFCECD0}" srcOrd="3" destOrd="0" parTransId="{6E01DFB1-CC79-49DC-BEBC-72BADB3DE583}" sibTransId="{2BBA839C-AF1F-40E8-890D-EFD0AA8F8F6A}"/>
    <dgm:cxn modelId="{B49D547B-5E67-4AA4-A9F5-DCA8B69FF69D}" srcId="{1F4B3CA1-EBA3-4B7D-92B5-80FC31D310F0}" destId="{15697922-FF22-45FD-A429-DD76092FE7CE}" srcOrd="1" destOrd="0" parTransId="{8F9CDABA-7CFE-4075-942D-E0AB4917E01E}" sibTransId="{6E7C71A1-09D1-4AD4-BB6A-3924D300408F}"/>
    <dgm:cxn modelId="{E4B7F37F-3CE7-4FDB-96E8-6327C9798EF7}" srcId="{C4420F15-BAE3-4F9E-A4EE-27D91A92FE58}" destId="{C391955E-48CF-4D84-AB3C-859A0AB27195}" srcOrd="4" destOrd="0" parTransId="{A29F51CB-8A97-4EAE-A44B-391AF7708E7A}" sibTransId="{AD3176E7-FC6E-48E3-8A55-62FE8690788E}"/>
    <dgm:cxn modelId="{9F5D148E-4DAA-445D-A4AC-9FFD0A216ECD}" srcId="{1F4B3CA1-EBA3-4B7D-92B5-80FC31D310F0}" destId="{44738A79-E6CF-435E-946A-10A7DE66ADC4}" srcOrd="2" destOrd="0" parTransId="{7B0AEACB-865F-4CE1-8B84-FBBBA192B12D}" sibTransId="{A2E0FB61-FCA2-4738-8046-E6F44C66BDE4}"/>
    <dgm:cxn modelId="{E04F2B93-7D96-4DF9-ABE3-A265BBF24FDE}" type="presOf" srcId="{3EE6ABF8-9A70-44C9-B9A2-9D88753A5DBC}" destId="{1FA98ADC-0650-4B0F-8630-1BF19951AE10}" srcOrd="0" destOrd="0" presId="urn:microsoft.com/office/officeart/2008/layout/SquareAccentList"/>
    <dgm:cxn modelId="{ECDE9FA9-0FC4-4648-8B43-E44F561C11E8}" type="presOf" srcId="{C4420F15-BAE3-4F9E-A4EE-27D91A92FE58}" destId="{C52CD61D-9DEE-424C-9737-EC8D2F34CE35}" srcOrd="0" destOrd="0" presId="urn:microsoft.com/office/officeart/2008/layout/SquareAccentList"/>
    <dgm:cxn modelId="{4D27A2B0-79C7-4420-9FB5-8D8558BF1013}" srcId="{C4420F15-BAE3-4F9E-A4EE-27D91A92FE58}" destId="{BA7066D3-D93E-4DF7-8528-31556CBC6D7D}" srcOrd="0" destOrd="0" parTransId="{280D5571-80A7-479B-9DA1-98093CBDC3DA}" sibTransId="{65971ECE-1CFC-4840-A705-AC7A53DAE8E1}"/>
    <dgm:cxn modelId="{33F3B2D3-A40A-4FBB-99F2-B2FD40D72050}" srcId="{C4420F15-BAE3-4F9E-A4EE-27D91A92FE58}" destId="{3EE6ABF8-9A70-44C9-B9A2-9D88753A5DBC}" srcOrd="3" destOrd="0" parTransId="{AECFA9E8-BDB0-4CC0-AC23-B52527793F80}" sibTransId="{F013E686-8147-4C7F-94B1-FC437C6C328F}"/>
    <dgm:cxn modelId="{69914CE4-64CA-4B4B-BAEA-414F1C27A578}" type="presOf" srcId="{44738A79-E6CF-435E-946A-10A7DE66ADC4}" destId="{0A7C1246-CD65-41F7-8864-69F145B589F8}" srcOrd="0" destOrd="0" presId="urn:microsoft.com/office/officeart/2008/layout/SquareAccentList"/>
    <dgm:cxn modelId="{CB3E46E7-A392-4ACD-A6CF-D88641C737D9}" type="presOf" srcId="{C391955E-48CF-4D84-AB3C-859A0AB27195}" destId="{9F76C9F7-A66F-44DF-B6D5-83B02786E28C}" srcOrd="0" destOrd="0" presId="urn:microsoft.com/office/officeart/2008/layout/SquareAccentList"/>
    <dgm:cxn modelId="{2329C8F4-58C3-44F0-A328-7FCE75D4021D}" srcId="{1F4B3CA1-EBA3-4B7D-92B5-80FC31D310F0}" destId="{365131D1-DF8A-4321-9C8C-715D33351869}" srcOrd="0" destOrd="0" parTransId="{ECDFD705-57FF-4DC3-9046-ADB0DEC9F8A9}" sibTransId="{E654DC5D-2DE9-46EC-9CE5-D44CE0A0CC7B}"/>
    <dgm:cxn modelId="{87482121-A70B-46CA-9EE0-C0B4A545540D}" type="presParOf" srcId="{6CF2AC15-278D-424F-80F5-707EFA1AF62E}" destId="{66BF73B4-F1AC-4F90-BC75-C7C77771EEB3}" srcOrd="0" destOrd="0" presId="urn:microsoft.com/office/officeart/2008/layout/SquareAccentList"/>
    <dgm:cxn modelId="{36173AC0-CB4A-4FD6-8096-365D12F01C34}" type="presParOf" srcId="{66BF73B4-F1AC-4F90-BC75-C7C77771EEB3}" destId="{76F556B1-B43E-4C63-A069-BB111C003259}" srcOrd="0" destOrd="0" presId="urn:microsoft.com/office/officeart/2008/layout/SquareAccentList"/>
    <dgm:cxn modelId="{928299A1-EE05-4169-83B9-09A5B00789DB}" type="presParOf" srcId="{76F556B1-B43E-4C63-A069-BB111C003259}" destId="{912D5571-D9B6-4116-909E-D9C610D1B709}" srcOrd="0" destOrd="0" presId="urn:microsoft.com/office/officeart/2008/layout/SquareAccentList"/>
    <dgm:cxn modelId="{C2AB58DC-BF2D-4B64-B95F-A84FE345D83F}" type="presParOf" srcId="{76F556B1-B43E-4C63-A069-BB111C003259}" destId="{11B2F490-17F6-4C2F-A137-AC0FB8E0D406}" srcOrd="1" destOrd="0" presId="urn:microsoft.com/office/officeart/2008/layout/SquareAccentList"/>
    <dgm:cxn modelId="{C2CD8DEC-5644-4DC5-8560-36D9BE292A8B}" type="presParOf" srcId="{76F556B1-B43E-4C63-A069-BB111C003259}" destId="{C52CD61D-9DEE-424C-9737-EC8D2F34CE35}" srcOrd="2" destOrd="0" presId="urn:microsoft.com/office/officeart/2008/layout/SquareAccentList"/>
    <dgm:cxn modelId="{77D5D137-7534-409E-A0D0-5E1F91B7C4A9}" type="presParOf" srcId="{66BF73B4-F1AC-4F90-BC75-C7C77771EEB3}" destId="{AFB3B2E7-47FA-4EFD-A480-DBA2B27FEAD8}" srcOrd="1" destOrd="0" presId="urn:microsoft.com/office/officeart/2008/layout/SquareAccentList"/>
    <dgm:cxn modelId="{25DBB0D5-38C2-4C65-A684-5F3DEA5504CA}" type="presParOf" srcId="{AFB3B2E7-47FA-4EFD-A480-DBA2B27FEAD8}" destId="{3C9A5681-06D2-4CE7-9C07-F4A1E6CE5B99}" srcOrd="0" destOrd="0" presId="urn:microsoft.com/office/officeart/2008/layout/SquareAccentList"/>
    <dgm:cxn modelId="{F66D3F63-AC3E-4E74-BA47-57211E037750}" type="presParOf" srcId="{3C9A5681-06D2-4CE7-9C07-F4A1E6CE5B99}" destId="{F55D57D2-8F99-455F-BACE-0077F7B50F45}" srcOrd="0" destOrd="0" presId="urn:microsoft.com/office/officeart/2008/layout/SquareAccentList"/>
    <dgm:cxn modelId="{6A233425-31CB-4489-B316-2A43A3A9256F}" type="presParOf" srcId="{3C9A5681-06D2-4CE7-9C07-F4A1E6CE5B99}" destId="{93923574-00F8-4809-9CEF-A4426D76750C}" srcOrd="1" destOrd="0" presId="urn:microsoft.com/office/officeart/2008/layout/SquareAccentList"/>
    <dgm:cxn modelId="{D2FB277D-187E-4E87-A9C5-9117162BF5FA}" type="presParOf" srcId="{AFB3B2E7-47FA-4EFD-A480-DBA2B27FEAD8}" destId="{192176E5-E205-4A06-A784-5022C3573381}" srcOrd="1" destOrd="0" presId="urn:microsoft.com/office/officeart/2008/layout/SquareAccentList"/>
    <dgm:cxn modelId="{E353A902-1C0B-4C6D-93EC-1435FB71843F}" type="presParOf" srcId="{192176E5-E205-4A06-A784-5022C3573381}" destId="{83E5EB89-F2A8-432D-8347-5A87E3E3907C}" srcOrd="0" destOrd="0" presId="urn:microsoft.com/office/officeart/2008/layout/SquareAccentList"/>
    <dgm:cxn modelId="{801C1036-8BDB-487E-83FA-687F4171F6F6}" type="presParOf" srcId="{192176E5-E205-4A06-A784-5022C3573381}" destId="{69F7AEB6-BD92-4D82-8CEB-261B3783E9CE}" srcOrd="1" destOrd="0" presId="urn:microsoft.com/office/officeart/2008/layout/SquareAccentList"/>
    <dgm:cxn modelId="{EB9DE837-4414-4EDC-9DD9-01E7D783503A}" type="presParOf" srcId="{AFB3B2E7-47FA-4EFD-A480-DBA2B27FEAD8}" destId="{AE0BDD2E-DE3C-405F-98CC-B2DBDB212D4E}" srcOrd="2" destOrd="0" presId="urn:microsoft.com/office/officeart/2008/layout/SquareAccentList"/>
    <dgm:cxn modelId="{1EBBA167-7206-4830-A598-F41CACE0970F}" type="presParOf" srcId="{AE0BDD2E-DE3C-405F-98CC-B2DBDB212D4E}" destId="{11E15D83-A679-4B3D-907B-32B7FB9A0DB4}" srcOrd="0" destOrd="0" presId="urn:microsoft.com/office/officeart/2008/layout/SquareAccentList"/>
    <dgm:cxn modelId="{BE48C6A2-19B9-4E91-B59A-5C54AF70DDA1}" type="presParOf" srcId="{AE0BDD2E-DE3C-405F-98CC-B2DBDB212D4E}" destId="{5F294C0E-5DFB-465A-950C-56386D0BA2A6}" srcOrd="1" destOrd="0" presId="urn:microsoft.com/office/officeart/2008/layout/SquareAccentList"/>
    <dgm:cxn modelId="{701F2B4A-3FC3-4D12-BE0B-89CF253510AB}" type="presParOf" srcId="{AFB3B2E7-47FA-4EFD-A480-DBA2B27FEAD8}" destId="{4994D667-EDA8-407A-B814-E623902B057A}" srcOrd="3" destOrd="0" presId="urn:microsoft.com/office/officeart/2008/layout/SquareAccentList"/>
    <dgm:cxn modelId="{FD193E71-1EDA-4349-8229-16ECA99A9842}" type="presParOf" srcId="{4994D667-EDA8-407A-B814-E623902B057A}" destId="{0A435FBD-7E11-42DE-AB9D-61BB21A5E257}" srcOrd="0" destOrd="0" presId="urn:microsoft.com/office/officeart/2008/layout/SquareAccentList"/>
    <dgm:cxn modelId="{9C5A45A9-4E90-4BD0-A282-2973D6D2BA04}" type="presParOf" srcId="{4994D667-EDA8-407A-B814-E623902B057A}" destId="{1FA98ADC-0650-4B0F-8630-1BF19951AE10}" srcOrd="1" destOrd="0" presId="urn:microsoft.com/office/officeart/2008/layout/SquareAccentList"/>
    <dgm:cxn modelId="{44B7443F-4BE6-4EE8-9E1E-B4CFA7662D47}" type="presParOf" srcId="{AFB3B2E7-47FA-4EFD-A480-DBA2B27FEAD8}" destId="{CEFBABEA-BD73-4912-93B9-1A1EAAF8081F}" srcOrd="4" destOrd="0" presId="urn:microsoft.com/office/officeart/2008/layout/SquareAccentList"/>
    <dgm:cxn modelId="{D153C565-3907-44CE-B332-A3945A77CD5C}" type="presParOf" srcId="{CEFBABEA-BD73-4912-93B9-1A1EAAF8081F}" destId="{81FC227B-1A00-48BB-93FB-81E725A46588}" srcOrd="0" destOrd="0" presId="urn:microsoft.com/office/officeart/2008/layout/SquareAccentList"/>
    <dgm:cxn modelId="{E34E2A33-CCD9-449A-B16F-B3045C00749F}" type="presParOf" srcId="{CEFBABEA-BD73-4912-93B9-1A1EAAF8081F}" destId="{9F76C9F7-A66F-44DF-B6D5-83B02786E28C}" srcOrd="1" destOrd="0" presId="urn:microsoft.com/office/officeart/2008/layout/SquareAccentList"/>
    <dgm:cxn modelId="{4517F2F0-38B1-4620-AB19-F8DF1BC06140}" type="presParOf" srcId="{AFB3B2E7-47FA-4EFD-A480-DBA2B27FEAD8}" destId="{E92E571E-0DA4-40A4-9C4E-BC316CE97B77}" srcOrd="5" destOrd="0" presId="urn:microsoft.com/office/officeart/2008/layout/SquareAccentList"/>
    <dgm:cxn modelId="{306A356E-4230-4414-B1B6-CF4594C3CE45}" type="presParOf" srcId="{E92E571E-0DA4-40A4-9C4E-BC316CE97B77}" destId="{F5316641-D734-4953-A995-1C1E290C89AB}" srcOrd="0" destOrd="0" presId="urn:microsoft.com/office/officeart/2008/layout/SquareAccentList"/>
    <dgm:cxn modelId="{B7EF89CF-237E-483A-B5BD-962B749ABF0D}" type="presParOf" srcId="{E92E571E-0DA4-40A4-9C4E-BC316CE97B77}" destId="{83C03696-7205-4A5B-A59F-9025301CBC70}" srcOrd="1" destOrd="0" presId="urn:microsoft.com/office/officeart/2008/layout/SquareAccentList"/>
    <dgm:cxn modelId="{5B505502-B2FB-4C1E-AEBB-865A0B1969A9}" type="presParOf" srcId="{6CF2AC15-278D-424F-80F5-707EFA1AF62E}" destId="{84D1055C-567D-4256-9075-02C9124CC69F}" srcOrd="1" destOrd="0" presId="urn:microsoft.com/office/officeart/2008/layout/SquareAccentList"/>
    <dgm:cxn modelId="{9D831630-1CC8-4D94-844D-792B49B89F71}" type="presParOf" srcId="{84D1055C-567D-4256-9075-02C9124CC69F}" destId="{2BFB170C-0138-4E9B-A6AC-0F19D9936DA3}" srcOrd="0" destOrd="0" presId="urn:microsoft.com/office/officeart/2008/layout/SquareAccentList"/>
    <dgm:cxn modelId="{A0A5C2CA-9998-4DCC-9EA8-115828EFC505}" type="presParOf" srcId="{2BFB170C-0138-4E9B-A6AC-0F19D9936DA3}" destId="{A62474BA-C903-4D4C-907A-0117C21CC874}" srcOrd="0" destOrd="0" presId="urn:microsoft.com/office/officeart/2008/layout/SquareAccentList"/>
    <dgm:cxn modelId="{DF23568D-BBB1-4BF6-8488-96BF8902E83B}" type="presParOf" srcId="{2BFB170C-0138-4E9B-A6AC-0F19D9936DA3}" destId="{138F75D7-96E1-44AB-B0FB-A069AD64F562}" srcOrd="1" destOrd="0" presId="urn:microsoft.com/office/officeart/2008/layout/SquareAccentList"/>
    <dgm:cxn modelId="{76F83C74-BE56-4763-9274-DFFA13B8F519}" type="presParOf" srcId="{2BFB170C-0138-4E9B-A6AC-0F19D9936DA3}" destId="{8C804FE4-C94D-4BEC-AEDA-24856843B098}" srcOrd="2" destOrd="0" presId="urn:microsoft.com/office/officeart/2008/layout/SquareAccentList"/>
    <dgm:cxn modelId="{0B8910F2-EDA3-43B9-B376-E4178AA785B4}" type="presParOf" srcId="{84D1055C-567D-4256-9075-02C9124CC69F}" destId="{EB856738-C458-4594-A672-A975F9642DE1}" srcOrd="1" destOrd="0" presId="urn:microsoft.com/office/officeart/2008/layout/SquareAccentList"/>
    <dgm:cxn modelId="{7778F279-9F76-4377-BF6C-B6BB8EE86CD7}" type="presParOf" srcId="{EB856738-C458-4594-A672-A975F9642DE1}" destId="{A3B44F05-948F-46A4-9D39-A3E6190C27DA}" srcOrd="0" destOrd="0" presId="urn:microsoft.com/office/officeart/2008/layout/SquareAccentList"/>
    <dgm:cxn modelId="{7BF4BC8C-B805-4FC9-92EF-4C3EBB1E77FB}" type="presParOf" srcId="{A3B44F05-948F-46A4-9D39-A3E6190C27DA}" destId="{5AB1539C-3C51-4734-BFA3-20FD46423464}" srcOrd="0" destOrd="0" presId="urn:microsoft.com/office/officeart/2008/layout/SquareAccentList"/>
    <dgm:cxn modelId="{DE93ADC2-48B5-4D5F-BB68-8069F7CF8311}" type="presParOf" srcId="{A3B44F05-948F-46A4-9D39-A3E6190C27DA}" destId="{C846E55E-7501-4A8B-9884-55137DAC0A12}" srcOrd="1" destOrd="0" presId="urn:microsoft.com/office/officeart/2008/layout/SquareAccentList"/>
    <dgm:cxn modelId="{2A054487-0FDB-4BDB-9ACF-5BA0772793FE}" type="presParOf" srcId="{EB856738-C458-4594-A672-A975F9642DE1}" destId="{88AFF973-62F3-4436-A4D7-CCB43321E31E}" srcOrd="1" destOrd="0" presId="urn:microsoft.com/office/officeart/2008/layout/SquareAccentList"/>
    <dgm:cxn modelId="{08EFA37F-6746-463A-8DE2-4DD0404ADC41}" type="presParOf" srcId="{88AFF973-62F3-4436-A4D7-CCB43321E31E}" destId="{882C05E1-6FE1-434C-9D36-975B469F28E3}" srcOrd="0" destOrd="0" presId="urn:microsoft.com/office/officeart/2008/layout/SquareAccentList"/>
    <dgm:cxn modelId="{092FED98-DAA6-4019-BD12-E7A0EC01A490}" type="presParOf" srcId="{88AFF973-62F3-4436-A4D7-CCB43321E31E}" destId="{5EDE1B76-051E-40C8-9400-D10DBE50E09D}" srcOrd="1" destOrd="0" presId="urn:microsoft.com/office/officeart/2008/layout/SquareAccentList"/>
    <dgm:cxn modelId="{B969CFAC-0579-428E-B7F8-127EB6EEAD8C}" type="presParOf" srcId="{EB856738-C458-4594-A672-A975F9642DE1}" destId="{FFFBAB34-6C69-4091-B263-F8981464FBE7}" srcOrd="2" destOrd="0" presId="urn:microsoft.com/office/officeart/2008/layout/SquareAccentList"/>
    <dgm:cxn modelId="{88CECA71-B885-4D5E-AE63-493CFAA428DA}" type="presParOf" srcId="{FFFBAB34-6C69-4091-B263-F8981464FBE7}" destId="{73C1C515-673A-4B02-9F2F-E683C0BD71ED}" srcOrd="0" destOrd="0" presId="urn:microsoft.com/office/officeart/2008/layout/SquareAccentList"/>
    <dgm:cxn modelId="{90276D19-F563-4DE5-9C8B-B9399237C94F}" type="presParOf" srcId="{FFFBAB34-6C69-4091-B263-F8981464FBE7}" destId="{0A7C1246-CD65-41F7-8864-69F145B589F8}" srcOrd="1" destOrd="0" presId="urn:microsoft.com/office/officeart/2008/layout/SquareAccentList"/>
    <dgm:cxn modelId="{F5A968BF-38EF-4CF7-83E0-B3CAD4CF9C3F}" type="presParOf" srcId="{EB856738-C458-4594-A672-A975F9642DE1}" destId="{5FBFA296-3898-423F-B1F6-924E9BBB7BF8}" srcOrd="3" destOrd="0" presId="urn:microsoft.com/office/officeart/2008/layout/SquareAccentList"/>
    <dgm:cxn modelId="{93556AD2-8F3D-454B-A0EA-C5F5216BE6A3}" type="presParOf" srcId="{5FBFA296-3898-423F-B1F6-924E9BBB7BF8}" destId="{2CF66E2C-AFFB-4898-89CF-41E6A7DC6E3F}" srcOrd="0" destOrd="0" presId="urn:microsoft.com/office/officeart/2008/layout/SquareAccentList"/>
    <dgm:cxn modelId="{B0090450-F857-4153-8A14-ED804D12A801}" type="presParOf" srcId="{5FBFA296-3898-423F-B1F6-924E9BBB7BF8}" destId="{F94AC6CB-D128-4611-B725-1BBD4691FA30}" srcOrd="1" destOrd="0" presId="urn:microsoft.com/office/officeart/2008/layout/Square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E360275-8E56-4B71-9EF4-89F0D1E9DBE0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E14943F-CF09-4B63-8A3B-46FFE5439F56}">
      <dgm:prSet phldrT="[Text]" custT="1"/>
      <dgm:spPr>
        <a:solidFill>
          <a:srgbClr val="35874C"/>
        </a:solidFill>
      </dgm:spPr>
      <dgm:t>
        <a:bodyPr/>
        <a:lstStyle/>
        <a:p>
          <a:r>
            <a:rPr lang="en-US" sz="2000" b="1" dirty="0" err="1"/>
            <a:t>QUỸ</a:t>
          </a:r>
          <a:r>
            <a:rPr lang="en-US" sz="2000" b="1" dirty="0"/>
            <a:t> </a:t>
          </a:r>
          <a:r>
            <a:rPr lang="en-US" sz="2000" b="1" dirty="0" err="1"/>
            <a:t>ĐẦU</a:t>
          </a:r>
          <a:r>
            <a:rPr lang="en-US" sz="2000" b="1" dirty="0"/>
            <a:t> </a:t>
          </a:r>
          <a:r>
            <a:rPr lang="en-US" sz="2000" b="1" dirty="0" err="1"/>
            <a:t>TƯ</a:t>
          </a:r>
          <a:r>
            <a:rPr lang="en-US" sz="2000" b="1" dirty="0"/>
            <a:t> </a:t>
          </a:r>
          <a:r>
            <a:rPr lang="en-US" sz="2000" b="1" dirty="0" err="1"/>
            <a:t>CHỨNG</a:t>
          </a:r>
          <a:r>
            <a:rPr lang="en-US" sz="2000" b="1" dirty="0"/>
            <a:t> </a:t>
          </a:r>
          <a:r>
            <a:rPr lang="en-US" sz="2000" b="1" dirty="0" err="1"/>
            <a:t>KHOÁN</a:t>
          </a:r>
          <a:endParaRPr lang="en-US" sz="2000" b="1" dirty="0"/>
        </a:p>
      </dgm:t>
    </dgm:pt>
    <dgm:pt modelId="{2CC79D8F-7495-468F-850D-23295F6D5DDE}" type="parTrans" cxnId="{625C3A7F-E323-4D4C-B603-D34FE2BF1B4F}">
      <dgm:prSet/>
      <dgm:spPr/>
      <dgm:t>
        <a:bodyPr/>
        <a:lstStyle/>
        <a:p>
          <a:endParaRPr lang="en-US"/>
        </a:p>
      </dgm:t>
    </dgm:pt>
    <dgm:pt modelId="{852D723E-D96B-4588-99C8-C4DB1405E3C3}" type="sibTrans" cxnId="{625C3A7F-E323-4D4C-B603-D34FE2BF1B4F}">
      <dgm:prSet/>
      <dgm:spPr/>
      <dgm:t>
        <a:bodyPr/>
        <a:lstStyle/>
        <a:p>
          <a:endParaRPr lang="en-US"/>
        </a:p>
      </dgm:t>
    </dgm:pt>
    <dgm:pt modelId="{D49ABF8D-3A82-4CED-8326-3BD81D5D6B9F}">
      <dgm:prSet phldrT="[Text]" custT="1"/>
      <dgm:spPr>
        <a:solidFill>
          <a:schemeClr val="accent6">
            <a:lumMod val="75000"/>
          </a:schemeClr>
        </a:solidFill>
      </dgm:spPr>
      <dgm:t>
        <a:bodyPr anchor="ctr"/>
        <a:lstStyle/>
        <a:p>
          <a:r>
            <a:rPr lang="en-US" sz="1100" b="1" dirty="0" err="1"/>
            <a:t>MÔ</a:t>
          </a:r>
          <a:r>
            <a:rPr lang="en-US" sz="1100" b="1" dirty="0"/>
            <a:t> </a:t>
          </a:r>
          <a:r>
            <a:rPr lang="en-US" sz="1100" b="1" dirty="0" err="1"/>
            <a:t>HÌNH</a:t>
          </a:r>
          <a:r>
            <a:rPr lang="en-US" sz="1100" b="1" dirty="0"/>
            <a:t> </a:t>
          </a:r>
          <a:r>
            <a:rPr lang="en-US" sz="1100" b="1" dirty="0" err="1"/>
            <a:t>TỔ</a:t>
          </a:r>
          <a:r>
            <a:rPr lang="en-US" sz="1100" b="1" dirty="0"/>
            <a:t> </a:t>
          </a:r>
          <a:r>
            <a:rPr lang="en-US" sz="1100" b="1" dirty="0" err="1"/>
            <a:t>CHỨC</a:t>
          </a:r>
          <a:r>
            <a:rPr lang="en-US" sz="1100" b="1" dirty="0"/>
            <a:t> </a:t>
          </a:r>
          <a:r>
            <a:rPr lang="en-US" sz="1100" b="1" dirty="0" err="1"/>
            <a:t>VÀ</a:t>
          </a:r>
          <a:r>
            <a:rPr lang="en-US" sz="1100" b="1" dirty="0"/>
            <a:t> </a:t>
          </a:r>
          <a:r>
            <a:rPr lang="en-US" sz="1100" b="1" dirty="0" err="1"/>
            <a:t>HOẠT</a:t>
          </a:r>
          <a:r>
            <a:rPr lang="en-US" sz="1100" b="1" dirty="0"/>
            <a:t> </a:t>
          </a:r>
          <a:r>
            <a:rPr lang="en-US" sz="1100" b="1" dirty="0" err="1"/>
            <a:t>ĐỘNG</a:t>
          </a:r>
          <a:endParaRPr lang="en-US" sz="1100" b="1" dirty="0"/>
        </a:p>
      </dgm:t>
    </dgm:pt>
    <dgm:pt modelId="{3EBDECCE-5F78-48FD-A0F6-4393E89D452E}" type="parTrans" cxnId="{415AA048-01A0-46F7-87A3-4351326F7165}">
      <dgm:prSet/>
      <dgm:spPr>
        <a:ln>
          <a:solidFill>
            <a:srgbClr val="063420"/>
          </a:solidFill>
        </a:ln>
      </dgm:spPr>
      <dgm:t>
        <a:bodyPr/>
        <a:lstStyle/>
        <a:p>
          <a:endParaRPr lang="en-US"/>
        </a:p>
      </dgm:t>
    </dgm:pt>
    <dgm:pt modelId="{E91A004C-91CD-4A53-9033-F0C7F3152051}" type="sibTrans" cxnId="{415AA048-01A0-46F7-87A3-4351326F7165}">
      <dgm:prSet/>
      <dgm:spPr/>
      <dgm:t>
        <a:bodyPr/>
        <a:lstStyle/>
        <a:p>
          <a:endParaRPr lang="en-US"/>
        </a:p>
      </dgm:t>
    </dgm:pt>
    <dgm:pt modelId="{6692459C-C882-4E5C-9B51-D8372A25D592}">
      <dgm:prSet/>
      <dgm:spPr>
        <a:solidFill>
          <a:schemeClr val="accent6">
            <a:lumMod val="75000"/>
            <a:alpha val="80000"/>
          </a:schemeClr>
        </a:solidFill>
      </dgm:spPr>
      <dgm:t>
        <a:bodyPr/>
        <a:lstStyle/>
        <a:p>
          <a:r>
            <a:rPr lang="en-US" dirty="0" err="1"/>
            <a:t>Quỹ</a:t>
          </a:r>
          <a:r>
            <a:rPr lang="en-US" dirty="0"/>
            <a:t> </a:t>
          </a:r>
          <a:r>
            <a:rPr lang="en-US" dirty="0" err="1"/>
            <a:t>dạng</a:t>
          </a:r>
          <a:r>
            <a:rPr lang="en-US" dirty="0"/>
            <a:t> </a:t>
          </a:r>
          <a:r>
            <a:rPr lang="en-US" dirty="0" err="1"/>
            <a:t>công</a:t>
          </a:r>
          <a:r>
            <a:rPr lang="en-US" dirty="0"/>
            <a:t> ty</a:t>
          </a:r>
        </a:p>
      </dgm:t>
    </dgm:pt>
    <dgm:pt modelId="{7C6F19EC-A290-44D7-9326-F10E528EB0F7}" type="parTrans" cxnId="{EDA1D096-02D0-4098-A474-54926B25E12E}">
      <dgm:prSet/>
      <dgm:spPr>
        <a:ln>
          <a:solidFill>
            <a:srgbClr val="42A048"/>
          </a:solidFill>
        </a:ln>
      </dgm:spPr>
      <dgm:t>
        <a:bodyPr/>
        <a:lstStyle/>
        <a:p>
          <a:endParaRPr lang="en-US"/>
        </a:p>
      </dgm:t>
    </dgm:pt>
    <dgm:pt modelId="{6C0621D3-B227-4062-8E8F-21C6C0F6041C}" type="sibTrans" cxnId="{EDA1D096-02D0-4098-A474-54926B25E12E}">
      <dgm:prSet/>
      <dgm:spPr/>
      <dgm:t>
        <a:bodyPr/>
        <a:lstStyle/>
        <a:p>
          <a:endParaRPr lang="en-US"/>
        </a:p>
      </dgm:t>
    </dgm:pt>
    <dgm:pt modelId="{37E06BC7-B319-4B36-A68D-4B13EF3716C4}">
      <dgm:prSet/>
      <dgm:spPr>
        <a:solidFill>
          <a:schemeClr val="accent6">
            <a:lumMod val="75000"/>
            <a:alpha val="80000"/>
          </a:schemeClr>
        </a:solidFill>
      </dgm:spPr>
      <dgm:t>
        <a:bodyPr/>
        <a:lstStyle/>
        <a:p>
          <a:r>
            <a:rPr lang="en-US" dirty="0" err="1"/>
            <a:t>Quỹ</a:t>
          </a:r>
          <a:r>
            <a:rPr lang="en-US" dirty="0"/>
            <a:t> </a:t>
          </a:r>
          <a:r>
            <a:rPr lang="en-US" dirty="0" err="1"/>
            <a:t>đầu</a:t>
          </a:r>
          <a:r>
            <a:rPr lang="en-US" dirty="0"/>
            <a:t> </a:t>
          </a:r>
          <a:r>
            <a:rPr lang="en-US" dirty="0" err="1"/>
            <a:t>tư</a:t>
          </a:r>
          <a:r>
            <a:rPr lang="en-US" dirty="0"/>
            <a:t> </a:t>
          </a:r>
          <a:r>
            <a:rPr lang="en-US" dirty="0" err="1"/>
            <a:t>hợp</a:t>
          </a:r>
          <a:r>
            <a:rPr lang="en-US" dirty="0"/>
            <a:t> </a:t>
          </a:r>
          <a:r>
            <a:rPr lang="en-US" dirty="0" err="1"/>
            <a:t>danh</a:t>
          </a:r>
          <a:endParaRPr lang="en-US" dirty="0"/>
        </a:p>
      </dgm:t>
    </dgm:pt>
    <dgm:pt modelId="{8D9DCBDB-A421-49B9-A0B4-8054BC331A5E}" type="parTrans" cxnId="{DB8E8169-F66E-4665-8E13-3C1C4D33AD1D}">
      <dgm:prSet/>
      <dgm:spPr>
        <a:ln>
          <a:solidFill>
            <a:srgbClr val="42A048"/>
          </a:solidFill>
        </a:ln>
      </dgm:spPr>
      <dgm:t>
        <a:bodyPr/>
        <a:lstStyle/>
        <a:p>
          <a:endParaRPr lang="en-US"/>
        </a:p>
      </dgm:t>
    </dgm:pt>
    <dgm:pt modelId="{D704D940-6CB9-4368-88C0-9154FDCE3BF0}" type="sibTrans" cxnId="{DB8E8169-F66E-4665-8E13-3C1C4D33AD1D}">
      <dgm:prSet/>
      <dgm:spPr/>
      <dgm:t>
        <a:bodyPr/>
        <a:lstStyle/>
        <a:p>
          <a:endParaRPr lang="en-US"/>
        </a:p>
      </dgm:t>
    </dgm:pt>
    <dgm:pt modelId="{73724421-A3F2-4779-BE25-CD141E5302DE}">
      <dgm:prSet/>
      <dgm:spPr>
        <a:solidFill>
          <a:schemeClr val="accent6">
            <a:lumMod val="75000"/>
            <a:alpha val="80000"/>
          </a:schemeClr>
        </a:solidFill>
      </dgm:spPr>
      <dgm:t>
        <a:bodyPr/>
        <a:lstStyle/>
        <a:p>
          <a:r>
            <a:rPr lang="en-US" dirty="0" err="1"/>
            <a:t>Quỹ</a:t>
          </a:r>
          <a:r>
            <a:rPr lang="en-US" dirty="0"/>
            <a:t> </a:t>
          </a:r>
          <a:r>
            <a:rPr lang="en-US" dirty="0" err="1"/>
            <a:t>dạng</a:t>
          </a:r>
          <a:r>
            <a:rPr lang="en-US" dirty="0"/>
            <a:t> </a:t>
          </a:r>
          <a:r>
            <a:rPr lang="en-US" dirty="0" err="1"/>
            <a:t>hợp</a:t>
          </a:r>
          <a:r>
            <a:rPr lang="en-US" dirty="0"/>
            <a:t> </a:t>
          </a:r>
          <a:r>
            <a:rPr lang="en-US" dirty="0" err="1"/>
            <a:t>đồng</a:t>
          </a:r>
          <a:endParaRPr lang="en-US" dirty="0"/>
        </a:p>
      </dgm:t>
    </dgm:pt>
    <dgm:pt modelId="{2E5D4A15-BC9D-4DEE-B408-D0C1056EAEEB}" type="parTrans" cxnId="{71689434-61AA-48D3-9E5A-4516E0DF7D04}">
      <dgm:prSet/>
      <dgm:spPr>
        <a:ln>
          <a:solidFill>
            <a:srgbClr val="42A048"/>
          </a:solidFill>
        </a:ln>
      </dgm:spPr>
      <dgm:t>
        <a:bodyPr/>
        <a:lstStyle/>
        <a:p>
          <a:endParaRPr lang="en-US"/>
        </a:p>
      </dgm:t>
    </dgm:pt>
    <dgm:pt modelId="{B23D0C4F-8BE8-438F-8ACD-9121C1C4EC22}" type="sibTrans" cxnId="{71689434-61AA-48D3-9E5A-4516E0DF7D04}">
      <dgm:prSet/>
      <dgm:spPr/>
      <dgm:t>
        <a:bodyPr/>
        <a:lstStyle/>
        <a:p>
          <a:endParaRPr lang="en-US"/>
        </a:p>
      </dgm:t>
    </dgm:pt>
    <dgm:pt modelId="{0D24915F-D7E3-4F05-AC83-5CB6C334C5A0}">
      <dgm:prSet custT="1"/>
      <dgm:spPr>
        <a:solidFill>
          <a:srgbClr val="EF9F38"/>
        </a:solidFill>
      </dgm:spPr>
      <dgm:t>
        <a:bodyPr anchor="ctr"/>
        <a:lstStyle/>
        <a:p>
          <a:r>
            <a:rPr lang="en-US" sz="1100" b="1" dirty="0"/>
            <a:t>CƠ CHẾ HOẠT ĐỘNG</a:t>
          </a:r>
        </a:p>
      </dgm:t>
    </dgm:pt>
    <dgm:pt modelId="{B4384A67-548C-4DE1-A412-A43AF4C5C4C2}" type="parTrans" cxnId="{3F995947-8EF1-4D91-AD4B-4B7C3AEDF402}">
      <dgm:prSet/>
      <dgm:spPr>
        <a:solidFill>
          <a:srgbClr val="FFC000"/>
        </a:solidFill>
      </dgm:spPr>
      <dgm:t>
        <a:bodyPr/>
        <a:lstStyle/>
        <a:p>
          <a:endParaRPr lang="en-US"/>
        </a:p>
      </dgm:t>
    </dgm:pt>
    <dgm:pt modelId="{29C54339-713E-4F27-BB67-FC78D2605AAF}" type="sibTrans" cxnId="{3F995947-8EF1-4D91-AD4B-4B7C3AEDF402}">
      <dgm:prSet/>
      <dgm:spPr/>
      <dgm:t>
        <a:bodyPr/>
        <a:lstStyle/>
        <a:p>
          <a:endParaRPr lang="en-US"/>
        </a:p>
      </dgm:t>
    </dgm:pt>
    <dgm:pt modelId="{FD635CCD-BA1D-4123-AFD9-8A4703365345}">
      <dgm:prSet/>
      <dgm:spPr>
        <a:solidFill>
          <a:schemeClr val="accent4">
            <a:lumMod val="75000"/>
            <a:alpha val="70000"/>
          </a:schemeClr>
        </a:solidFill>
        <a:ln>
          <a:solidFill>
            <a:schemeClr val="accent4">
              <a:lumMod val="20000"/>
              <a:lumOff val="80000"/>
            </a:schemeClr>
          </a:solidFill>
        </a:ln>
      </dgm:spPr>
      <dgm:t>
        <a:bodyPr/>
        <a:lstStyle/>
        <a:p>
          <a:r>
            <a:rPr lang="en-US" dirty="0" err="1"/>
            <a:t>Quỹ</a:t>
          </a:r>
          <a:r>
            <a:rPr lang="en-US" dirty="0"/>
            <a:t> </a:t>
          </a:r>
          <a:r>
            <a:rPr lang="en-US" dirty="0" err="1"/>
            <a:t>dạng</a:t>
          </a:r>
          <a:r>
            <a:rPr lang="en-US" dirty="0"/>
            <a:t> </a:t>
          </a:r>
          <a:r>
            <a:rPr lang="en-US" dirty="0" err="1"/>
            <a:t>mở</a:t>
          </a:r>
          <a:endParaRPr lang="en-US" dirty="0"/>
        </a:p>
      </dgm:t>
    </dgm:pt>
    <dgm:pt modelId="{A84C7A47-EE8E-4563-9A07-605677C98D42}" type="parTrans" cxnId="{27800228-DEB2-4C16-9AFC-4EB8F114AA7F}">
      <dgm:prSet/>
      <dgm:spPr>
        <a:ln>
          <a:solidFill>
            <a:srgbClr val="FFC000"/>
          </a:solidFill>
        </a:ln>
      </dgm:spPr>
      <dgm:t>
        <a:bodyPr/>
        <a:lstStyle/>
        <a:p>
          <a:endParaRPr lang="en-US"/>
        </a:p>
      </dgm:t>
    </dgm:pt>
    <dgm:pt modelId="{B2F96EF1-FBF4-4069-865C-7E92FB1A8E12}" type="sibTrans" cxnId="{27800228-DEB2-4C16-9AFC-4EB8F114AA7F}">
      <dgm:prSet/>
      <dgm:spPr/>
      <dgm:t>
        <a:bodyPr/>
        <a:lstStyle/>
        <a:p>
          <a:endParaRPr lang="en-US"/>
        </a:p>
      </dgm:t>
    </dgm:pt>
    <dgm:pt modelId="{64EEE9EF-F324-4BF4-AB52-176FD3EB9480}">
      <dgm:prSet/>
      <dgm:spPr>
        <a:solidFill>
          <a:schemeClr val="accent4">
            <a:lumMod val="75000"/>
            <a:alpha val="70000"/>
          </a:schemeClr>
        </a:solidFill>
      </dgm:spPr>
      <dgm:t>
        <a:bodyPr/>
        <a:lstStyle/>
        <a:p>
          <a:r>
            <a:rPr lang="en-US" dirty="0" err="1"/>
            <a:t>Quỹ</a:t>
          </a:r>
          <a:r>
            <a:rPr lang="en-US" dirty="0"/>
            <a:t> </a:t>
          </a:r>
          <a:r>
            <a:rPr lang="en-US" dirty="0" err="1"/>
            <a:t>dạng</a:t>
          </a:r>
          <a:r>
            <a:rPr lang="en-US" dirty="0"/>
            <a:t> </a:t>
          </a:r>
          <a:r>
            <a:rPr lang="en-US" dirty="0" err="1"/>
            <a:t>đóng</a:t>
          </a:r>
          <a:endParaRPr lang="en-US" dirty="0"/>
        </a:p>
      </dgm:t>
    </dgm:pt>
    <dgm:pt modelId="{1A8289AF-53D8-441E-8909-F2F2A8EAE1C6}" type="parTrans" cxnId="{8F39B90A-0467-4D2A-B061-D20562CB9AEE}">
      <dgm:prSet/>
      <dgm:spPr>
        <a:ln>
          <a:solidFill>
            <a:srgbClr val="FFC000"/>
          </a:solidFill>
        </a:ln>
      </dgm:spPr>
      <dgm:t>
        <a:bodyPr/>
        <a:lstStyle/>
        <a:p>
          <a:endParaRPr lang="en-US"/>
        </a:p>
      </dgm:t>
    </dgm:pt>
    <dgm:pt modelId="{B58B801F-3D06-42D0-9CF9-93B2D363CD1E}" type="sibTrans" cxnId="{8F39B90A-0467-4D2A-B061-D20562CB9AEE}">
      <dgm:prSet/>
      <dgm:spPr/>
      <dgm:t>
        <a:bodyPr/>
        <a:lstStyle/>
        <a:p>
          <a:endParaRPr lang="en-US"/>
        </a:p>
      </dgm:t>
    </dgm:pt>
    <dgm:pt modelId="{458B8B2C-75EF-43A8-A160-C6B27AFD059F}">
      <dgm:prSet/>
      <dgm:spPr>
        <a:solidFill>
          <a:schemeClr val="accent4">
            <a:lumMod val="75000"/>
            <a:alpha val="70000"/>
          </a:schemeClr>
        </a:solidFill>
      </dgm:spPr>
      <dgm:t>
        <a:bodyPr/>
        <a:lstStyle/>
        <a:p>
          <a:r>
            <a:rPr lang="en-US" dirty="0" err="1"/>
            <a:t>Quỹ</a:t>
          </a:r>
          <a:r>
            <a:rPr lang="en-US" dirty="0"/>
            <a:t> </a:t>
          </a:r>
          <a:r>
            <a:rPr lang="en-US" dirty="0" err="1"/>
            <a:t>kết</a:t>
          </a:r>
          <a:r>
            <a:rPr lang="en-US" dirty="0"/>
            <a:t> </a:t>
          </a:r>
          <a:r>
            <a:rPr lang="en-US" dirty="0" err="1"/>
            <a:t>hợp</a:t>
          </a:r>
          <a:r>
            <a:rPr lang="en-US" dirty="0"/>
            <a:t> </a:t>
          </a:r>
          <a:r>
            <a:rPr lang="en-US" dirty="0" err="1"/>
            <a:t>vừa</a:t>
          </a:r>
          <a:r>
            <a:rPr lang="en-US" dirty="0"/>
            <a:t> “</a:t>
          </a:r>
          <a:r>
            <a:rPr lang="en-US" dirty="0" err="1"/>
            <a:t>đóng</a:t>
          </a:r>
          <a:r>
            <a:rPr lang="en-US" dirty="0"/>
            <a:t>” </a:t>
          </a:r>
          <a:r>
            <a:rPr lang="en-US" dirty="0" err="1"/>
            <a:t>vừa</a:t>
          </a:r>
          <a:r>
            <a:rPr lang="en-US" dirty="0"/>
            <a:t> “</a:t>
          </a:r>
          <a:r>
            <a:rPr lang="en-US" dirty="0" err="1"/>
            <a:t>mở</a:t>
          </a:r>
          <a:r>
            <a:rPr lang="en-US" dirty="0"/>
            <a:t>”</a:t>
          </a:r>
        </a:p>
      </dgm:t>
    </dgm:pt>
    <dgm:pt modelId="{D9EB3E7C-12FB-47DA-8068-E5C6624F7D0D}" type="parTrans" cxnId="{C78AD942-4689-4280-998E-59D37B29B17F}">
      <dgm:prSet/>
      <dgm:spPr>
        <a:ln>
          <a:solidFill>
            <a:srgbClr val="FFC000"/>
          </a:solidFill>
        </a:ln>
      </dgm:spPr>
      <dgm:t>
        <a:bodyPr/>
        <a:lstStyle/>
        <a:p>
          <a:endParaRPr lang="en-US"/>
        </a:p>
      </dgm:t>
    </dgm:pt>
    <dgm:pt modelId="{B232F259-160C-40A6-A2E3-77EC86617BF6}" type="sibTrans" cxnId="{C78AD942-4689-4280-998E-59D37B29B17F}">
      <dgm:prSet/>
      <dgm:spPr/>
      <dgm:t>
        <a:bodyPr/>
        <a:lstStyle/>
        <a:p>
          <a:endParaRPr lang="en-US"/>
        </a:p>
      </dgm:t>
    </dgm:pt>
    <dgm:pt modelId="{687642B0-D0AB-4251-BC5A-00B03B70C3A8}">
      <dgm:prSet custT="1"/>
      <dgm:spPr>
        <a:solidFill>
          <a:srgbClr val="10924C"/>
        </a:solidFill>
      </dgm:spPr>
      <dgm:t>
        <a:bodyPr anchor="ctr"/>
        <a:lstStyle/>
        <a:p>
          <a:r>
            <a:rPr lang="en-US" sz="1100" b="1" dirty="0" err="1"/>
            <a:t>ĐỐI</a:t>
          </a:r>
          <a:r>
            <a:rPr lang="en-US" sz="1100" b="1" dirty="0"/>
            <a:t> </a:t>
          </a:r>
          <a:r>
            <a:rPr lang="en-US" sz="1100" b="1" dirty="0" err="1"/>
            <a:t>TƯỢNG</a:t>
          </a:r>
          <a:r>
            <a:rPr lang="en-US" sz="1100" b="1" dirty="0"/>
            <a:t> </a:t>
          </a:r>
          <a:r>
            <a:rPr lang="en-US" sz="1100" b="1" dirty="0" err="1"/>
            <a:t>NĐT</a:t>
          </a:r>
          <a:r>
            <a:rPr lang="en-US" sz="1100" b="1" dirty="0"/>
            <a:t> </a:t>
          </a:r>
          <a:r>
            <a:rPr lang="en-US" sz="1100" b="1" dirty="0" err="1"/>
            <a:t>GÓP</a:t>
          </a:r>
          <a:r>
            <a:rPr lang="en-US" sz="1100" b="1" dirty="0"/>
            <a:t> </a:t>
          </a:r>
          <a:r>
            <a:rPr lang="en-US" sz="1100" b="1" dirty="0" err="1"/>
            <a:t>VỐN</a:t>
          </a:r>
          <a:endParaRPr lang="en-US" sz="1100" b="1" dirty="0"/>
        </a:p>
      </dgm:t>
    </dgm:pt>
    <dgm:pt modelId="{11FC60C4-E6E7-4FF1-8F5A-22A8018B4050}" type="parTrans" cxnId="{68683AA7-41D6-44F0-8E73-44457BC9104D}">
      <dgm:prSet/>
      <dgm:spPr/>
      <dgm:t>
        <a:bodyPr/>
        <a:lstStyle/>
        <a:p>
          <a:endParaRPr lang="en-US"/>
        </a:p>
      </dgm:t>
    </dgm:pt>
    <dgm:pt modelId="{88D96E84-E542-40D3-AE33-C74EBD350EC0}" type="sibTrans" cxnId="{68683AA7-41D6-44F0-8E73-44457BC9104D}">
      <dgm:prSet/>
      <dgm:spPr/>
      <dgm:t>
        <a:bodyPr/>
        <a:lstStyle/>
        <a:p>
          <a:endParaRPr lang="en-US"/>
        </a:p>
      </dgm:t>
    </dgm:pt>
    <dgm:pt modelId="{9D09B7B5-3D69-4BF9-8AE9-CDAE47EBFB57}">
      <dgm:prSet/>
      <dgm:spPr>
        <a:solidFill>
          <a:srgbClr val="10924C">
            <a:alpha val="70000"/>
          </a:srgbClr>
        </a:solidFill>
      </dgm:spPr>
      <dgm:t>
        <a:bodyPr/>
        <a:lstStyle/>
        <a:p>
          <a:r>
            <a:rPr lang="en-US" dirty="0" err="1"/>
            <a:t>Quỹ</a:t>
          </a:r>
          <a:r>
            <a:rPr lang="en-US" dirty="0"/>
            <a:t> </a:t>
          </a:r>
          <a:r>
            <a:rPr lang="en-US" dirty="0" err="1"/>
            <a:t>đại</a:t>
          </a:r>
          <a:r>
            <a:rPr lang="en-US" dirty="0"/>
            <a:t> </a:t>
          </a:r>
          <a:r>
            <a:rPr lang="en-US" dirty="0" err="1"/>
            <a:t>chúng</a:t>
          </a:r>
          <a:endParaRPr lang="en-US" dirty="0"/>
        </a:p>
      </dgm:t>
    </dgm:pt>
    <dgm:pt modelId="{B53C887C-0D16-4EED-BFDC-791807CE7E6E}" type="parTrans" cxnId="{9E199305-9845-42BD-8E25-06F52699C37A}">
      <dgm:prSet/>
      <dgm:spPr>
        <a:ln>
          <a:solidFill>
            <a:srgbClr val="10924C"/>
          </a:solidFill>
        </a:ln>
      </dgm:spPr>
      <dgm:t>
        <a:bodyPr/>
        <a:lstStyle/>
        <a:p>
          <a:endParaRPr lang="en-US"/>
        </a:p>
      </dgm:t>
    </dgm:pt>
    <dgm:pt modelId="{B2CA8B84-0C86-414A-954E-0259E609391D}" type="sibTrans" cxnId="{9E199305-9845-42BD-8E25-06F52699C37A}">
      <dgm:prSet/>
      <dgm:spPr/>
      <dgm:t>
        <a:bodyPr/>
        <a:lstStyle/>
        <a:p>
          <a:endParaRPr lang="en-US"/>
        </a:p>
      </dgm:t>
    </dgm:pt>
    <dgm:pt modelId="{8F21C80E-413C-49FB-A6AA-5F620619388A}">
      <dgm:prSet/>
      <dgm:spPr>
        <a:solidFill>
          <a:srgbClr val="10924C">
            <a:alpha val="70000"/>
          </a:srgbClr>
        </a:solidFill>
      </dgm:spPr>
      <dgm:t>
        <a:bodyPr/>
        <a:lstStyle/>
        <a:p>
          <a:r>
            <a:rPr lang="en-US" dirty="0" err="1"/>
            <a:t>Quỹ</a:t>
          </a:r>
          <a:r>
            <a:rPr lang="en-US" dirty="0"/>
            <a:t> </a:t>
          </a:r>
          <a:r>
            <a:rPr lang="en-US" dirty="0" err="1"/>
            <a:t>thành</a:t>
          </a:r>
          <a:r>
            <a:rPr lang="en-US" dirty="0"/>
            <a:t> </a:t>
          </a:r>
          <a:r>
            <a:rPr lang="en-US" dirty="0" err="1"/>
            <a:t>viên</a:t>
          </a:r>
          <a:endParaRPr lang="en-US" dirty="0"/>
        </a:p>
      </dgm:t>
    </dgm:pt>
    <dgm:pt modelId="{329582B8-C3D9-4A3B-A5D7-4728B1B1ED73}" type="parTrans" cxnId="{C3614B1C-3861-48F1-A711-998391E0DAE4}">
      <dgm:prSet/>
      <dgm:spPr>
        <a:ln>
          <a:solidFill>
            <a:srgbClr val="10924C"/>
          </a:solidFill>
        </a:ln>
      </dgm:spPr>
      <dgm:t>
        <a:bodyPr/>
        <a:lstStyle/>
        <a:p>
          <a:endParaRPr lang="en-US"/>
        </a:p>
      </dgm:t>
    </dgm:pt>
    <dgm:pt modelId="{5148650C-AF4F-4841-95E3-E4CA22EF4F83}" type="sibTrans" cxnId="{C3614B1C-3861-48F1-A711-998391E0DAE4}">
      <dgm:prSet/>
      <dgm:spPr/>
      <dgm:t>
        <a:bodyPr/>
        <a:lstStyle/>
        <a:p>
          <a:endParaRPr lang="en-US"/>
        </a:p>
      </dgm:t>
    </dgm:pt>
    <dgm:pt modelId="{4C7CD516-AA4B-4E96-9CC7-2E000814AB8C}">
      <dgm:prSet custT="1"/>
      <dgm:spPr>
        <a:solidFill>
          <a:srgbClr val="DF7D26"/>
        </a:solidFill>
      </dgm:spPr>
      <dgm:t>
        <a:bodyPr anchor="ctr"/>
        <a:lstStyle/>
        <a:p>
          <a:r>
            <a:rPr lang="en-US" sz="1100" b="1" dirty="0" err="1"/>
            <a:t>TÀI</a:t>
          </a:r>
          <a:r>
            <a:rPr lang="en-US" sz="1100" b="1" dirty="0"/>
            <a:t> </a:t>
          </a:r>
          <a:r>
            <a:rPr lang="en-US" sz="1100" b="1" dirty="0" err="1"/>
            <a:t>SẢN</a:t>
          </a:r>
          <a:r>
            <a:rPr lang="en-US" sz="1100" b="1" dirty="0"/>
            <a:t> </a:t>
          </a:r>
          <a:r>
            <a:rPr lang="en-US" sz="1100" b="1" dirty="0" err="1"/>
            <a:t>ĐẦU</a:t>
          </a:r>
          <a:r>
            <a:rPr lang="en-US" sz="1100" b="1" dirty="0"/>
            <a:t> </a:t>
          </a:r>
          <a:r>
            <a:rPr lang="en-US" sz="1100" b="1" dirty="0" err="1"/>
            <a:t>TƯ</a:t>
          </a:r>
          <a:endParaRPr lang="en-US" sz="1100" b="1" dirty="0"/>
        </a:p>
      </dgm:t>
    </dgm:pt>
    <dgm:pt modelId="{03BC441A-EF7D-4C12-80C3-0F8E5BB8AF19}" type="parTrans" cxnId="{25651202-EFF4-436E-9160-3319E2C01E71}">
      <dgm:prSet/>
      <dgm:spPr>
        <a:ln>
          <a:solidFill>
            <a:srgbClr val="063420"/>
          </a:solidFill>
        </a:ln>
      </dgm:spPr>
      <dgm:t>
        <a:bodyPr/>
        <a:lstStyle/>
        <a:p>
          <a:endParaRPr lang="en-US"/>
        </a:p>
      </dgm:t>
    </dgm:pt>
    <dgm:pt modelId="{DE268AE6-0F53-4BE8-B2AC-A4EB7ECC03B3}" type="sibTrans" cxnId="{25651202-EFF4-436E-9160-3319E2C01E71}">
      <dgm:prSet/>
      <dgm:spPr/>
      <dgm:t>
        <a:bodyPr/>
        <a:lstStyle/>
        <a:p>
          <a:endParaRPr lang="en-US"/>
        </a:p>
      </dgm:t>
    </dgm:pt>
    <dgm:pt modelId="{3C734403-3F9A-4E24-A38F-2D06C6DFDBD5}">
      <dgm:prSet/>
      <dgm:spPr>
        <a:solidFill>
          <a:srgbClr val="DF7D26">
            <a:alpha val="70000"/>
          </a:srgbClr>
        </a:solidFill>
      </dgm:spPr>
      <dgm:t>
        <a:bodyPr/>
        <a:lstStyle/>
        <a:p>
          <a:r>
            <a:rPr lang="en-US" dirty="0" err="1"/>
            <a:t>Quỹ</a:t>
          </a:r>
          <a:r>
            <a:rPr lang="en-US" dirty="0"/>
            <a:t> </a:t>
          </a:r>
          <a:r>
            <a:rPr lang="en-US" dirty="0" err="1"/>
            <a:t>cổ</a:t>
          </a:r>
          <a:r>
            <a:rPr lang="en-US" dirty="0"/>
            <a:t> </a:t>
          </a:r>
          <a:r>
            <a:rPr lang="en-US" dirty="0" err="1"/>
            <a:t>phiếu</a:t>
          </a:r>
          <a:endParaRPr lang="en-US" dirty="0"/>
        </a:p>
      </dgm:t>
    </dgm:pt>
    <dgm:pt modelId="{0317C0C7-36D1-46C4-8ACB-A9E9AD1C0610}" type="parTrans" cxnId="{8B5F7849-815F-4683-AB5A-61A353A885E2}">
      <dgm:prSet/>
      <dgm:spPr>
        <a:ln>
          <a:solidFill>
            <a:srgbClr val="DF7D26"/>
          </a:solidFill>
        </a:ln>
      </dgm:spPr>
      <dgm:t>
        <a:bodyPr/>
        <a:lstStyle/>
        <a:p>
          <a:endParaRPr lang="en-US"/>
        </a:p>
      </dgm:t>
    </dgm:pt>
    <dgm:pt modelId="{2EA1D42B-999E-4DB7-8EEE-3A8492F94250}" type="sibTrans" cxnId="{8B5F7849-815F-4683-AB5A-61A353A885E2}">
      <dgm:prSet/>
      <dgm:spPr/>
      <dgm:t>
        <a:bodyPr/>
        <a:lstStyle/>
        <a:p>
          <a:endParaRPr lang="en-US"/>
        </a:p>
      </dgm:t>
    </dgm:pt>
    <dgm:pt modelId="{7E0B7EDC-70A0-48A9-8D34-10F3143B4175}">
      <dgm:prSet/>
      <dgm:spPr>
        <a:solidFill>
          <a:srgbClr val="DF7D26">
            <a:alpha val="70000"/>
          </a:srgbClr>
        </a:solidFill>
      </dgm:spPr>
      <dgm:t>
        <a:bodyPr/>
        <a:lstStyle/>
        <a:p>
          <a:r>
            <a:rPr lang="en-US" dirty="0" err="1"/>
            <a:t>Quỹ</a:t>
          </a:r>
          <a:r>
            <a:rPr lang="en-US" dirty="0"/>
            <a:t> </a:t>
          </a:r>
          <a:r>
            <a:rPr lang="en-US" dirty="0" err="1"/>
            <a:t>trái</a:t>
          </a:r>
          <a:r>
            <a:rPr lang="en-US" dirty="0"/>
            <a:t> </a:t>
          </a:r>
          <a:r>
            <a:rPr lang="en-US" dirty="0" err="1"/>
            <a:t>phiếu</a:t>
          </a:r>
          <a:endParaRPr lang="en-US" dirty="0"/>
        </a:p>
      </dgm:t>
    </dgm:pt>
    <dgm:pt modelId="{054A064F-A40E-4391-864B-F00D70DC892F}" type="parTrans" cxnId="{44D8CD74-0464-449A-A9FC-0B5F4AA1B69A}">
      <dgm:prSet/>
      <dgm:spPr>
        <a:ln>
          <a:solidFill>
            <a:srgbClr val="DF7D26"/>
          </a:solidFill>
        </a:ln>
      </dgm:spPr>
      <dgm:t>
        <a:bodyPr/>
        <a:lstStyle/>
        <a:p>
          <a:endParaRPr lang="en-US"/>
        </a:p>
      </dgm:t>
    </dgm:pt>
    <dgm:pt modelId="{BFC71FCB-4817-42D8-A26D-0E65A9438EB1}" type="sibTrans" cxnId="{44D8CD74-0464-449A-A9FC-0B5F4AA1B69A}">
      <dgm:prSet/>
      <dgm:spPr/>
      <dgm:t>
        <a:bodyPr/>
        <a:lstStyle/>
        <a:p>
          <a:endParaRPr lang="en-US"/>
        </a:p>
      </dgm:t>
    </dgm:pt>
    <dgm:pt modelId="{5C4EED55-D04D-434B-9480-7402BBFAF754}">
      <dgm:prSet/>
      <dgm:spPr>
        <a:solidFill>
          <a:srgbClr val="DF7D26">
            <a:alpha val="70000"/>
          </a:srgbClr>
        </a:solidFill>
      </dgm:spPr>
      <dgm:t>
        <a:bodyPr/>
        <a:lstStyle/>
        <a:p>
          <a:r>
            <a:rPr lang="en-US" dirty="0" err="1"/>
            <a:t>Quỹ</a:t>
          </a:r>
          <a:r>
            <a:rPr lang="en-US" dirty="0"/>
            <a:t> </a:t>
          </a:r>
          <a:r>
            <a:rPr lang="en-US" dirty="0" err="1"/>
            <a:t>cân</a:t>
          </a:r>
          <a:r>
            <a:rPr lang="en-US" dirty="0"/>
            <a:t> </a:t>
          </a:r>
          <a:r>
            <a:rPr lang="en-US" dirty="0" err="1"/>
            <a:t>bằng</a:t>
          </a:r>
          <a:endParaRPr lang="en-US" dirty="0"/>
        </a:p>
      </dgm:t>
    </dgm:pt>
    <dgm:pt modelId="{BC24966E-2699-431C-BF08-3796488CCEF2}" type="parTrans" cxnId="{38F05DD0-BE0F-4365-AC2D-DFF785B269B9}">
      <dgm:prSet/>
      <dgm:spPr>
        <a:ln>
          <a:solidFill>
            <a:srgbClr val="DF7D26"/>
          </a:solidFill>
        </a:ln>
      </dgm:spPr>
      <dgm:t>
        <a:bodyPr/>
        <a:lstStyle/>
        <a:p>
          <a:endParaRPr lang="en-US"/>
        </a:p>
      </dgm:t>
    </dgm:pt>
    <dgm:pt modelId="{2B10C485-4DA3-425A-805A-000B4564D351}" type="sibTrans" cxnId="{38F05DD0-BE0F-4365-AC2D-DFF785B269B9}">
      <dgm:prSet/>
      <dgm:spPr/>
      <dgm:t>
        <a:bodyPr/>
        <a:lstStyle/>
        <a:p>
          <a:endParaRPr lang="en-US"/>
        </a:p>
      </dgm:t>
    </dgm:pt>
    <dgm:pt modelId="{CE303A0D-4E34-40D9-800F-374CDFE27E77}">
      <dgm:prSet/>
      <dgm:spPr>
        <a:solidFill>
          <a:srgbClr val="DF7D26">
            <a:alpha val="70000"/>
          </a:srgbClr>
        </a:solidFill>
      </dgm:spPr>
      <dgm:t>
        <a:bodyPr/>
        <a:lstStyle/>
        <a:p>
          <a:r>
            <a:rPr lang="en-US" dirty="0" err="1"/>
            <a:t>Quỹ</a:t>
          </a:r>
          <a:r>
            <a:rPr lang="en-US" dirty="0"/>
            <a:t> </a:t>
          </a:r>
          <a:r>
            <a:rPr lang="en-US" dirty="0" err="1"/>
            <a:t>thị</a:t>
          </a:r>
          <a:r>
            <a:rPr lang="en-US" dirty="0"/>
            <a:t> </a:t>
          </a:r>
          <a:r>
            <a:rPr lang="en-US" dirty="0" err="1"/>
            <a:t>trường</a:t>
          </a:r>
          <a:r>
            <a:rPr lang="en-US" dirty="0"/>
            <a:t> </a:t>
          </a:r>
          <a:r>
            <a:rPr lang="en-US" dirty="0" err="1"/>
            <a:t>tiền</a:t>
          </a:r>
          <a:r>
            <a:rPr lang="en-US" dirty="0"/>
            <a:t> </a:t>
          </a:r>
          <a:r>
            <a:rPr lang="en-US" dirty="0" err="1"/>
            <a:t>tệ</a:t>
          </a:r>
          <a:endParaRPr lang="en-US" dirty="0"/>
        </a:p>
      </dgm:t>
    </dgm:pt>
    <dgm:pt modelId="{4AD8CD61-A88B-4CD3-A587-EA91F611EA7E}" type="parTrans" cxnId="{5B18C7EF-864B-43E7-8864-12AC59401536}">
      <dgm:prSet/>
      <dgm:spPr>
        <a:solidFill>
          <a:srgbClr val="DF7D26"/>
        </a:solidFill>
        <a:ln>
          <a:solidFill>
            <a:srgbClr val="DF7D26"/>
          </a:solidFill>
        </a:ln>
      </dgm:spPr>
      <dgm:t>
        <a:bodyPr/>
        <a:lstStyle/>
        <a:p>
          <a:endParaRPr lang="en-US"/>
        </a:p>
      </dgm:t>
    </dgm:pt>
    <dgm:pt modelId="{F0BD78DD-E1AC-429E-BAA1-1958994DA329}" type="sibTrans" cxnId="{5B18C7EF-864B-43E7-8864-12AC59401536}">
      <dgm:prSet/>
      <dgm:spPr/>
      <dgm:t>
        <a:bodyPr/>
        <a:lstStyle/>
        <a:p>
          <a:endParaRPr lang="en-US"/>
        </a:p>
      </dgm:t>
    </dgm:pt>
    <dgm:pt modelId="{87D61B7B-1C3A-46FC-84DE-002CA8D4CE70}">
      <dgm:prSet/>
      <dgm:spPr>
        <a:solidFill>
          <a:srgbClr val="DF7D26">
            <a:alpha val="70000"/>
          </a:srgbClr>
        </a:solidFill>
      </dgm:spPr>
      <dgm:t>
        <a:bodyPr/>
        <a:lstStyle/>
        <a:p>
          <a:r>
            <a:rPr lang="en-US" dirty="0" err="1"/>
            <a:t>Quỹ</a:t>
          </a:r>
          <a:r>
            <a:rPr lang="en-US" dirty="0"/>
            <a:t> </a:t>
          </a:r>
          <a:r>
            <a:rPr lang="en-US" dirty="0" err="1"/>
            <a:t>đầu</a:t>
          </a:r>
          <a:r>
            <a:rPr lang="en-US" dirty="0"/>
            <a:t> </a:t>
          </a:r>
          <a:r>
            <a:rPr lang="en-US" dirty="0" err="1"/>
            <a:t>tư</a:t>
          </a:r>
          <a:r>
            <a:rPr lang="en-US" dirty="0"/>
            <a:t> </a:t>
          </a:r>
          <a:r>
            <a:rPr lang="en-US" dirty="0" err="1"/>
            <a:t>bất</a:t>
          </a:r>
          <a:r>
            <a:rPr lang="en-US" dirty="0"/>
            <a:t> </a:t>
          </a:r>
          <a:r>
            <a:rPr lang="en-US" dirty="0" err="1"/>
            <a:t>động</a:t>
          </a:r>
          <a:r>
            <a:rPr lang="en-US" dirty="0"/>
            <a:t> </a:t>
          </a:r>
          <a:r>
            <a:rPr lang="en-US" dirty="0" err="1"/>
            <a:t>sản</a:t>
          </a:r>
          <a:endParaRPr lang="en-US" dirty="0"/>
        </a:p>
      </dgm:t>
    </dgm:pt>
    <dgm:pt modelId="{F058928D-D0D1-4235-A594-713F980955EA}" type="parTrans" cxnId="{EC963BDD-D948-4BE2-97A0-96FA118C4E80}">
      <dgm:prSet/>
      <dgm:spPr>
        <a:ln>
          <a:solidFill>
            <a:srgbClr val="DF7D26"/>
          </a:solidFill>
        </a:ln>
      </dgm:spPr>
      <dgm:t>
        <a:bodyPr/>
        <a:lstStyle/>
        <a:p>
          <a:endParaRPr lang="en-US"/>
        </a:p>
      </dgm:t>
    </dgm:pt>
    <dgm:pt modelId="{D877B34E-8C36-4248-A888-07456534514B}" type="sibTrans" cxnId="{EC963BDD-D948-4BE2-97A0-96FA118C4E80}">
      <dgm:prSet/>
      <dgm:spPr/>
      <dgm:t>
        <a:bodyPr/>
        <a:lstStyle/>
        <a:p>
          <a:endParaRPr lang="en-US"/>
        </a:p>
      </dgm:t>
    </dgm:pt>
    <dgm:pt modelId="{5495EC92-76AB-470B-B25D-41BF0C31BD38}">
      <dgm:prSet custT="1"/>
      <dgm:spPr>
        <a:solidFill>
          <a:schemeClr val="accent1">
            <a:lumMod val="75000"/>
          </a:schemeClr>
        </a:solidFill>
      </dgm:spPr>
      <dgm:t>
        <a:bodyPr anchor="ctr"/>
        <a:lstStyle/>
        <a:p>
          <a:r>
            <a:rPr lang="en-US" sz="1100" b="1" dirty="0" err="1"/>
            <a:t>HÌNH</a:t>
          </a:r>
          <a:r>
            <a:rPr lang="en-US" sz="1100" b="1" dirty="0"/>
            <a:t> </a:t>
          </a:r>
          <a:r>
            <a:rPr lang="en-US" sz="1100" b="1" dirty="0" err="1"/>
            <a:t>THỨC</a:t>
          </a:r>
          <a:r>
            <a:rPr lang="en-US" sz="1100" b="1" dirty="0"/>
            <a:t> </a:t>
          </a:r>
          <a:r>
            <a:rPr lang="en-US" sz="1100" b="1" dirty="0" err="1"/>
            <a:t>SỞ</a:t>
          </a:r>
          <a:r>
            <a:rPr lang="en-US" sz="1100" b="1" dirty="0"/>
            <a:t> </a:t>
          </a:r>
          <a:r>
            <a:rPr lang="en-US" sz="1100" b="1" dirty="0" err="1"/>
            <a:t>HỮU</a:t>
          </a:r>
          <a:endParaRPr lang="en-US" sz="1100" b="1" dirty="0"/>
        </a:p>
      </dgm:t>
    </dgm:pt>
    <dgm:pt modelId="{5571C840-1CF1-483E-85CC-B66F8771FB99}" type="parTrans" cxnId="{EB71ED89-75AB-4AA9-9772-DE1D32CBDC20}">
      <dgm:prSet/>
      <dgm:spPr>
        <a:ln>
          <a:solidFill>
            <a:srgbClr val="063420"/>
          </a:solidFill>
        </a:ln>
      </dgm:spPr>
      <dgm:t>
        <a:bodyPr/>
        <a:lstStyle/>
        <a:p>
          <a:endParaRPr lang="en-US"/>
        </a:p>
      </dgm:t>
    </dgm:pt>
    <dgm:pt modelId="{8AA9CA26-5CC3-486D-B1B6-395C9C8D2FA2}" type="sibTrans" cxnId="{EB71ED89-75AB-4AA9-9772-DE1D32CBDC20}">
      <dgm:prSet/>
      <dgm:spPr/>
      <dgm:t>
        <a:bodyPr/>
        <a:lstStyle/>
        <a:p>
          <a:endParaRPr lang="en-US"/>
        </a:p>
      </dgm:t>
    </dgm:pt>
    <dgm:pt modelId="{8EB9C666-229F-42AA-B5CB-404793C06921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en-US" dirty="0" err="1"/>
            <a:t>Quỹ</a:t>
          </a:r>
          <a:r>
            <a:rPr lang="en-US" dirty="0"/>
            <a:t> </a:t>
          </a:r>
          <a:r>
            <a:rPr lang="en-US" dirty="0" err="1"/>
            <a:t>đầu</a:t>
          </a:r>
          <a:r>
            <a:rPr lang="en-US" dirty="0"/>
            <a:t> </a:t>
          </a:r>
          <a:r>
            <a:rPr lang="en-US" dirty="0" err="1"/>
            <a:t>tư</a:t>
          </a:r>
          <a:r>
            <a:rPr lang="en-US" dirty="0"/>
            <a:t> </a:t>
          </a:r>
          <a:r>
            <a:rPr lang="en-US" dirty="0" err="1"/>
            <a:t>nhà</a:t>
          </a:r>
          <a:r>
            <a:rPr lang="en-US" dirty="0"/>
            <a:t> </a:t>
          </a:r>
          <a:r>
            <a:rPr lang="en-US" dirty="0" err="1"/>
            <a:t>nước</a:t>
          </a:r>
          <a:endParaRPr lang="en-US" dirty="0"/>
        </a:p>
      </dgm:t>
    </dgm:pt>
    <dgm:pt modelId="{27E72AF9-666B-48B0-B21B-D6753E4BF5B3}" type="parTrans" cxnId="{0E14DC12-F74F-40D0-A1F2-45BEF6A0FA3E}">
      <dgm:prSet/>
      <dgm:spPr>
        <a:ln>
          <a:solidFill>
            <a:schemeClr val="accent1">
              <a:lumMod val="75000"/>
            </a:schemeClr>
          </a:solidFill>
        </a:ln>
      </dgm:spPr>
      <dgm:t>
        <a:bodyPr/>
        <a:lstStyle/>
        <a:p>
          <a:endParaRPr lang="en-US"/>
        </a:p>
      </dgm:t>
    </dgm:pt>
    <dgm:pt modelId="{8077A7A7-3AB3-4AA7-BA69-C84B147C8071}" type="sibTrans" cxnId="{0E14DC12-F74F-40D0-A1F2-45BEF6A0FA3E}">
      <dgm:prSet/>
      <dgm:spPr/>
      <dgm:t>
        <a:bodyPr/>
        <a:lstStyle/>
        <a:p>
          <a:endParaRPr lang="en-US"/>
        </a:p>
      </dgm:t>
    </dgm:pt>
    <dgm:pt modelId="{EAEEC322-41E4-403A-9739-8406254023AC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en-US" dirty="0" err="1"/>
            <a:t>Quỹ</a:t>
          </a:r>
          <a:r>
            <a:rPr lang="en-US" dirty="0"/>
            <a:t> </a:t>
          </a:r>
          <a:r>
            <a:rPr lang="en-US" dirty="0" err="1"/>
            <a:t>đầu</a:t>
          </a:r>
          <a:r>
            <a:rPr lang="en-US" dirty="0"/>
            <a:t> </a:t>
          </a:r>
          <a:r>
            <a:rPr lang="en-US" dirty="0" err="1"/>
            <a:t>tư</a:t>
          </a:r>
          <a:r>
            <a:rPr lang="en-US" dirty="0"/>
            <a:t> </a:t>
          </a:r>
          <a:r>
            <a:rPr lang="en-US" dirty="0" err="1"/>
            <a:t>thuộc</a:t>
          </a:r>
          <a:r>
            <a:rPr lang="en-US" dirty="0"/>
            <a:t> </a:t>
          </a:r>
          <a:r>
            <a:rPr lang="en-US" dirty="0" err="1"/>
            <a:t>khu</a:t>
          </a:r>
          <a:r>
            <a:rPr lang="en-US" dirty="0"/>
            <a:t> </a:t>
          </a:r>
          <a:r>
            <a:rPr lang="en-US" dirty="0" err="1"/>
            <a:t>vực</a:t>
          </a:r>
          <a:r>
            <a:rPr lang="en-US" dirty="0"/>
            <a:t> </a:t>
          </a:r>
          <a:r>
            <a:rPr lang="en-US" dirty="0" err="1"/>
            <a:t>tư</a:t>
          </a:r>
          <a:r>
            <a:rPr lang="en-US" dirty="0"/>
            <a:t> </a:t>
          </a:r>
          <a:r>
            <a:rPr lang="en-US" dirty="0" err="1"/>
            <a:t>nhân</a:t>
          </a:r>
          <a:endParaRPr lang="en-US" dirty="0"/>
        </a:p>
      </dgm:t>
    </dgm:pt>
    <dgm:pt modelId="{E4AB6731-A8FC-41B6-BCD1-CEC5C72EDB1B}" type="parTrans" cxnId="{9C2EA7FB-9FC3-4DFC-B471-86992F73DCC2}">
      <dgm:prSet/>
      <dgm:spPr>
        <a:ln>
          <a:solidFill>
            <a:schemeClr val="accent1">
              <a:lumMod val="75000"/>
            </a:schemeClr>
          </a:solidFill>
        </a:ln>
      </dgm:spPr>
      <dgm:t>
        <a:bodyPr/>
        <a:lstStyle/>
        <a:p>
          <a:endParaRPr lang="en-US"/>
        </a:p>
      </dgm:t>
    </dgm:pt>
    <dgm:pt modelId="{168045DE-8113-492E-B45C-BA29E165CCB1}" type="sibTrans" cxnId="{9C2EA7FB-9FC3-4DFC-B471-86992F73DCC2}">
      <dgm:prSet/>
      <dgm:spPr/>
      <dgm:t>
        <a:bodyPr/>
        <a:lstStyle/>
        <a:p>
          <a:endParaRPr lang="en-US"/>
        </a:p>
      </dgm:t>
    </dgm:pt>
    <dgm:pt modelId="{85E8C027-3EF2-48DF-8165-514755BD06A1}">
      <dgm:prSet custT="1"/>
      <dgm:spPr>
        <a:solidFill>
          <a:srgbClr val="D65B2A"/>
        </a:solidFill>
      </dgm:spPr>
      <dgm:t>
        <a:bodyPr anchor="ctr"/>
        <a:lstStyle/>
        <a:p>
          <a:r>
            <a:rPr lang="en-US" sz="1100" b="1" dirty="0" err="1"/>
            <a:t>PHONG</a:t>
          </a:r>
          <a:r>
            <a:rPr lang="en-US" sz="1100" b="1" dirty="0"/>
            <a:t> </a:t>
          </a:r>
          <a:r>
            <a:rPr lang="en-US" sz="1100" b="1" dirty="0" err="1"/>
            <a:t>CÁCH</a:t>
          </a:r>
          <a:r>
            <a:rPr lang="en-US" sz="1100" b="1" dirty="0"/>
            <a:t> </a:t>
          </a:r>
          <a:r>
            <a:rPr lang="en-US" sz="1100" b="1" dirty="0" err="1"/>
            <a:t>ĐẦU</a:t>
          </a:r>
          <a:r>
            <a:rPr lang="en-US" sz="1100" b="1" dirty="0"/>
            <a:t> </a:t>
          </a:r>
          <a:r>
            <a:rPr lang="en-US" sz="1100" b="1" dirty="0" err="1"/>
            <a:t>TƯ</a:t>
          </a:r>
          <a:endParaRPr lang="en-US" sz="1100" b="1" dirty="0"/>
        </a:p>
      </dgm:t>
    </dgm:pt>
    <dgm:pt modelId="{C6B613EE-34CB-47BC-97A0-E2B5DA2916E3}" type="parTrans" cxnId="{12E75B1A-1F12-4A19-B8AB-5E20DFA9103A}">
      <dgm:prSet/>
      <dgm:spPr>
        <a:ln>
          <a:solidFill>
            <a:srgbClr val="063420"/>
          </a:solidFill>
        </a:ln>
      </dgm:spPr>
      <dgm:t>
        <a:bodyPr/>
        <a:lstStyle/>
        <a:p>
          <a:endParaRPr lang="en-US"/>
        </a:p>
      </dgm:t>
    </dgm:pt>
    <dgm:pt modelId="{E243E9D1-0E27-4AD8-A0C3-4FA96BEE3110}" type="sibTrans" cxnId="{12E75B1A-1F12-4A19-B8AB-5E20DFA9103A}">
      <dgm:prSet/>
      <dgm:spPr/>
      <dgm:t>
        <a:bodyPr/>
        <a:lstStyle/>
        <a:p>
          <a:endParaRPr lang="en-US"/>
        </a:p>
      </dgm:t>
    </dgm:pt>
    <dgm:pt modelId="{7C7ED266-ABEC-4C06-BA36-6ECC91900DDA}">
      <dgm:prSet/>
      <dgm:spPr>
        <a:solidFill>
          <a:srgbClr val="D65B2A">
            <a:alpha val="70000"/>
          </a:srgbClr>
        </a:solidFill>
      </dgm:spPr>
      <dgm:t>
        <a:bodyPr/>
        <a:lstStyle/>
        <a:p>
          <a:r>
            <a:rPr lang="en-US" dirty="0" err="1"/>
            <a:t>Quỹ</a:t>
          </a:r>
          <a:r>
            <a:rPr lang="en-US" dirty="0"/>
            <a:t> </a:t>
          </a:r>
          <a:r>
            <a:rPr lang="en-US" dirty="0" err="1"/>
            <a:t>đầu</a:t>
          </a:r>
          <a:r>
            <a:rPr lang="en-US" dirty="0"/>
            <a:t> </a:t>
          </a:r>
          <a:r>
            <a:rPr lang="en-US" dirty="0" err="1"/>
            <a:t>tư</a:t>
          </a:r>
          <a:r>
            <a:rPr lang="en-US" dirty="0"/>
            <a:t> </a:t>
          </a:r>
          <a:r>
            <a:rPr lang="en-US" dirty="0" err="1"/>
            <a:t>tăng</a:t>
          </a:r>
          <a:r>
            <a:rPr lang="en-US" dirty="0"/>
            <a:t> </a:t>
          </a:r>
          <a:r>
            <a:rPr lang="en-US" dirty="0" err="1"/>
            <a:t>trưởng</a:t>
          </a:r>
          <a:endParaRPr lang="en-US" dirty="0"/>
        </a:p>
      </dgm:t>
    </dgm:pt>
    <dgm:pt modelId="{17806C26-79BD-4FC6-98C1-AECFA06E66F4}" type="parTrans" cxnId="{A0C01350-9BD9-4CA2-B77D-DFB5A584BD90}">
      <dgm:prSet/>
      <dgm:spPr>
        <a:ln>
          <a:solidFill>
            <a:srgbClr val="D65B2A"/>
          </a:solidFill>
        </a:ln>
      </dgm:spPr>
      <dgm:t>
        <a:bodyPr/>
        <a:lstStyle/>
        <a:p>
          <a:endParaRPr lang="en-US"/>
        </a:p>
      </dgm:t>
    </dgm:pt>
    <dgm:pt modelId="{94A76D6F-0485-47A8-A825-B509FC9C170C}" type="sibTrans" cxnId="{A0C01350-9BD9-4CA2-B77D-DFB5A584BD90}">
      <dgm:prSet/>
      <dgm:spPr/>
      <dgm:t>
        <a:bodyPr/>
        <a:lstStyle/>
        <a:p>
          <a:endParaRPr lang="en-US"/>
        </a:p>
      </dgm:t>
    </dgm:pt>
    <dgm:pt modelId="{48067589-D6A5-444E-8539-6D28576C82DF}">
      <dgm:prSet/>
      <dgm:spPr>
        <a:solidFill>
          <a:srgbClr val="D65B2A">
            <a:alpha val="70000"/>
          </a:srgbClr>
        </a:solidFill>
      </dgm:spPr>
      <dgm:t>
        <a:bodyPr/>
        <a:lstStyle/>
        <a:p>
          <a:r>
            <a:rPr lang="en-US" dirty="0" err="1"/>
            <a:t>Quỹ</a:t>
          </a:r>
          <a:r>
            <a:rPr lang="en-US" dirty="0"/>
            <a:t> </a:t>
          </a:r>
          <a:r>
            <a:rPr lang="en-US" dirty="0" err="1"/>
            <a:t>đầu</a:t>
          </a:r>
          <a:r>
            <a:rPr lang="en-US" dirty="0"/>
            <a:t> </a:t>
          </a:r>
          <a:r>
            <a:rPr lang="en-US" dirty="0" err="1"/>
            <a:t>tư</a:t>
          </a:r>
          <a:r>
            <a:rPr lang="en-US" dirty="0"/>
            <a:t> </a:t>
          </a:r>
          <a:r>
            <a:rPr lang="en-US" dirty="0" err="1"/>
            <a:t>thu</a:t>
          </a:r>
          <a:r>
            <a:rPr lang="en-US" dirty="0"/>
            <a:t> </a:t>
          </a:r>
          <a:r>
            <a:rPr lang="en-US" dirty="0" err="1"/>
            <a:t>nhập</a:t>
          </a:r>
          <a:endParaRPr lang="en-US" dirty="0"/>
        </a:p>
      </dgm:t>
    </dgm:pt>
    <dgm:pt modelId="{9A92D119-81F7-450D-BBE7-17112AC30166}" type="parTrans" cxnId="{D4A6A72F-C9CB-43FC-A0CF-7F7AD32BC9D5}">
      <dgm:prSet/>
      <dgm:spPr>
        <a:ln>
          <a:solidFill>
            <a:srgbClr val="D65B2A"/>
          </a:solidFill>
        </a:ln>
      </dgm:spPr>
      <dgm:t>
        <a:bodyPr/>
        <a:lstStyle/>
        <a:p>
          <a:endParaRPr lang="en-US"/>
        </a:p>
      </dgm:t>
    </dgm:pt>
    <dgm:pt modelId="{E4BADD63-0E30-4B9F-BE4A-F71774944B86}" type="sibTrans" cxnId="{D4A6A72F-C9CB-43FC-A0CF-7F7AD32BC9D5}">
      <dgm:prSet/>
      <dgm:spPr/>
      <dgm:t>
        <a:bodyPr/>
        <a:lstStyle/>
        <a:p>
          <a:endParaRPr lang="en-US"/>
        </a:p>
      </dgm:t>
    </dgm:pt>
    <dgm:pt modelId="{1985B121-5816-4C3C-A4AE-CE7FFF02C340}">
      <dgm:prSet/>
      <dgm:spPr>
        <a:solidFill>
          <a:srgbClr val="D65B2A">
            <a:alpha val="70000"/>
          </a:srgbClr>
        </a:solidFill>
      </dgm:spPr>
      <dgm:t>
        <a:bodyPr/>
        <a:lstStyle/>
        <a:p>
          <a:r>
            <a:rPr lang="en-US" dirty="0" err="1"/>
            <a:t>Quỹ</a:t>
          </a:r>
          <a:r>
            <a:rPr lang="en-US" dirty="0"/>
            <a:t> </a:t>
          </a:r>
          <a:r>
            <a:rPr lang="en-US" dirty="0" err="1"/>
            <a:t>chủ</a:t>
          </a:r>
          <a:r>
            <a:rPr lang="en-US" dirty="0"/>
            <a:t> </a:t>
          </a:r>
          <a:r>
            <a:rPr lang="en-US" dirty="0" err="1"/>
            <a:t>động</a:t>
          </a:r>
          <a:endParaRPr lang="en-US" dirty="0"/>
        </a:p>
      </dgm:t>
    </dgm:pt>
    <dgm:pt modelId="{A5A41852-E8A6-4F46-AFF4-04D483F8030E}" type="parTrans" cxnId="{7E661573-41B5-441D-B88B-8AB1137B5D3D}">
      <dgm:prSet/>
      <dgm:spPr>
        <a:ln>
          <a:solidFill>
            <a:srgbClr val="D65B2A"/>
          </a:solidFill>
        </a:ln>
      </dgm:spPr>
      <dgm:t>
        <a:bodyPr/>
        <a:lstStyle/>
        <a:p>
          <a:endParaRPr lang="en-US"/>
        </a:p>
      </dgm:t>
    </dgm:pt>
    <dgm:pt modelId="{59F2FF46-71BD-4FEC-A5A8-7135658B1537}" type="sibTrans" cxnId="{7E661573-41B5-441D-B88B-8AB1137B5D3D}">
      <dgm:prSet/>
      <dgm:spPr/>
      <dgm:t>
        <a:bodyPr/>
        <a:lstStyle/>
        <a:p>
          <a:endParaRPr lang="en-US"/>
        </a:p>
      </dgm:t>
    </dgm:pt>
    <dgm:pt modelId="{FF466442-4754-4364-820A-B34F71CAD2F5}">
      <dgm:prSet/>
      <dgm:spPr>
        <a:solidFill>
          <a:srgbClr val="D65B2A">
            <a:alpha val="70000"/>
          </a:srgbClr>
        </a:solidFill>
      </dgm:spPr>
      <dgm:t>
        <a:bodyPr/>
        <a:lstStyle/>
        <a:p>
          <a:r>
            <a:rPr lang="en-US" dirty="0" err="1"/>
            <a:t>Quỹ</a:t>
          </a:r>
          <a:r>
            <a:rPr lang="en-US" dirty="0"/>
            <a:t> </a:t>
          </a:r>
          <a:r>
            <a:rPr lang="en-US" dirty="0" err="1"/>
            <a:t>thụ</a:t>
          </a:r>
          <a:r>
            <a:rPr lang="en-US" dirty="0"/>
            <a:t> </a:t>
          </a:r>
          <a:r>
            <a:rPr lang="en-US" dirty="0" err="1"/>
            <a:t>động</a:t>
          </a:r>
          <a:endParaRPr lang="en-US" dirty="0"/>
        </a:p>
      </dgm:t>
    </dgm:pt>
    <dgm:pt modelId="{472F6E48-D4F2-4422-81D7-4CD9A3574D2E}" type="parTrans" cxnId="{474A0FEE-5453-451D-8E27-D59803B26AA3}">
      <dgm:prSet/>
      <dgm:spPr>
        <a:ln>
          <a:solidFill>
            <a:srgbClr val="D65B2A"/>
          </a:solidFill>
        </a:ln>
      </dgm:spPr>
      <dgm:t>
        <a:bodyPr/>
        <a:lstStyle/>
        <a:p>
          <a:endParaRPr lang="en-US"/>
        </a:p>
      </dgm:t>
    </dgm:pt>
    <dgm:pt modelId="{9D0185F1-BC2C-4AFC-AE6D-41D1D5A2913A}" type="sibTrans" cxnId="{474A0FEE-5453-451D-8E27-D59803B26AA3}">
      <dgm:prSet/>
      <dgm:spPr/>
      <dgm:t>
        <a:bodyPr/>
        <a:lstStyle/>
        <a:p>
          <a:endParaRPr lang="en-US"/>
        </a:p>
      </dgm:t>
    </dgm:pt>
    <dgm:pt modelId="{353EB3F5-2E78-4900-B32E-FC87E64A3437}">
      <dgm:prSet/>
      <dgm:spPr>
        <a:solidFill>
          <a:schemeClr val="accent6">
            <a:lumMod val="75000"/>
            <a:alpha val="80000"/>
          </a:schemeClr>
        </a:solidFill>
      </dgm:spPr>
      <dgm:t>
        <a:bodyPr/>
        <a:lstStyle/>
        <a:p>
          <a:r>
            <a:rPr lang="en-US" dirty="0" err="1"/>
            <a:t>Quỹ</a:t>
          </a:r>
          <a:r>
            <a:rPr lang="en-US" dirty="0"/>
            <a:t> </a:t>
          </a:r>
          <a:r>
            <a:rPr lang="en-US" dirty="0" err="1"/>
            <a:t>dạng</a:t>
          </a:r>
          <a:r>
            <a:rPr lang="en-US" dirty="0"/>
            <a:t> </a:t>
          </a:r>
          <a:r>
            <a:rPr lang="en-US" dirty="0" err="1"/>
            <a:t>tín</a:t>
          </a:r>
          <a:r>
            <a:rPr lang="en-US" dirty="0"/>
            <a:t> </a:t>
          </a:r>
          <a:r>
            <a:rPr lang="en-US" dirty="0" err="1"/>
            <a:t>thác</a:t>
          </a:r>
          <a:endParaRPr lang="en-US" dirty="0"/>
        </a:p>
      </dgm:t>
    </dgm:pt>
    <dgm:pt modelId="{DF174DAD-D2A7-4683-9A04-48252EEB604B}" type="parTrans" cxnId="{227CB53F-6926-42D5-A91B-8A5DA9052B22}">
      <dgm:prSet/>
      <dgm:spPr/>
      <dgm:t>
        <a:bodyPr/>
        <a:lstStyle/>
        <a:p>
          <a:endParaRPr lang="en-US"/>
        </a:p>
      </dgm:t>
    </dgm:pt>
    <dgm:pt modelId="{B8C5035A-A7D6-4F7D-81A6-CA1554928BA3}" type="sibTrans" cxnId="{227CB53F-6926-42D5-A91B-8A5DA9052B22}">
      <dgm:prSet/>
      <dgm:spPr/>
      <dgm:t>
        <a:bodyPr/>
        <a:lstStyle/>
        <a:p>
          <a:endParaRPr lang="en-US"/>
        </a:p>
      </dgm:t>
    </dgm:pt>
    <dgm:pt modelId="{B1EDB046-C7B8-402E-B218-9684C0AB19A7}">
      <dgm:prSet/>
      <dgm:spPr>
        <a:solidFill>
          <a:schemeClr val="accent6">
            <a:lumMod val="50000"/>
            <a:alpha val="70000"/>
          </a:schemeClr>
        </a:solidFill>
      </dgm:spPr>
      <dgm:t>
        <a:bodyPr/>
        <a:lstStyle/>
        <a:p>
          <a:r>
            <a:rPr lang="en-US" b="1" dirty="0"/>
            <a:t>CƠ CHẾ QUẢN LÝ</a:t>
          </a:r>
        </a:p>
      </dgm:t>
    </dgm:pt>
    <dgm:pt modelId="{391ED9E1-4238-4D53-AAC6-A77740EC1DFF}" type="parTrans" cxnId="{3B42A5D2-2D9C-419B-BC7E-2B32D6B54CF3}">
      <dgm:prSet/>
      <dgm:spPr/>
      <dgm:t>
        <a:bodyPr/>
        <a:lstStyle/>
        <a:p>
          <a:endParaRPr lang="en-US"/>
        </a:p>
      </dgm:t>
    </dgm:pt>
    <dgm:pt modelId="{5DCF3A73-0D76-4C15-B655-E7F997F0087B}" type="sibTrans" cxnId="{3B42A5D2-2D9C-419B-BC7E-2B32D6B54CF3}">
      <dgm:prSet/>
      <dgm:spPr/>
      <dgm:t>
        <a:bodyPr/>
        <a:lstStyle/>
        <a:p>
          <a:endParaRPr lang="en-US"/>
        </a:p>
      </dgm:t>
    </dgm:pt>
    <dgm:pt modelId="{138EED79-FEA9-41F4-A899-BE033A9EFAE7}">
      <dgm:prSet/>
      <dgm:spPr>
        <a:solidFill>
          <a:schemeClr val="accent6">
            <a:lumMod val="75000"/>
            <a:alpha val="70000"/>
          </a:schemeClr>
        </a:solidFill>
      </dgm:spPr>
      <dgm:t>
        <a:bodyPr/>
        <a:lstStyle/>
        <a:p>
          <a:r>
            <a:rPr lang="en-US" dirty="0" err="1"/>
            <a:t>Tự</a:t>
          </a:r>
          <a:r>
            <a:rPr lang="en-US" dirty="0"/>
            <a:t> </a:t>
          </a:r>
          <a:r>
            <a:rPr lang="en-US" dirty="0" err="1"/>
            <a:t>quản</a:t>
          </a:r>
          <a:r>
            <a:rPr lang="en-US" dirty="0"/>
            <a:t> </a:t>
          </a:r>
          <a:r>
            <a:rPr lang="en-US" dirty="0" err="1"/>
            <a:t>lý</a:t>
          </a:r>
          <a:endParaRPr lang="en-US" dirty="0"/>
        </a:p>
      </dgm:t>
    </dgm:pt>
    <dgm:pt modelId="{A1165FCA-F578-4A26-A4A1-BEB90250081B}" type="parTrans" cxnId="{90516C6C-813B-467E-B037-C8167FDF6F84}">
      <dgm:prSet/>
      <dgm:spPr>
        <a:ln>
          <a:solidFill>
            <a:schemeClr val="accent6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B6C7AF46-E6F0-49FB-A892-76FA8A5A7A99}" type="sibTrans" cxnId="{90516C6C-813B-467E-B037-C8167FDF6F84}">
      <dgm:prSet/>
      <dgm:spPr/>
      <dgm:t>
        <a:bodyPr/>
        <a:lstStyle/>
        <a:p>
          <a:endParaRPr lang="en-US"/>
        </a:p>
      </dgm:t>
    </dgm:pt>
    <dgm:pt modelId="{5C329331-898E-4F19-B80C-AA8D9936BB71}">
      <dgm:prSet/>
      <dgm:spPr>
        <a:solidFill>
          <a:schemeClr val="accent6">
            <a:lumMod val="75000"/>
            <a:alpha val="70000"/>
          </a:schemeClr>
        </a:solidFill>
      </dgm:spPr>
      <dgm:t>
        <a:bodyPr/>
        <a:lstStyle/>
        <a:p>
          <a:r>
            <a:rPr lang="en-US" dirty="0" err="1"/>
            <a:t>Thuê</a:t>
          </a:r>
          <a:r>
            <a:rPr lang="en-US" dirty="0"/>
            <a:t> </a:t>
          </a:r>
          <a:r>
            <a:rPr lang="en-US" dirty="0" err="1"/>
            <a:t>quản</a:t>
          </a:r>
          <a:r>
            <a:rPr lang="en-US" dirty="0"/>
            <a:t> </a:t>
          </a:r>
          <a:r>
            <a:rPr lang="en-US" dirty="0" err="1"/>
            <a:t>lý</a:t>
          </a:r>
          <a:endParaRPr lang="en-US" dirty="0"/>
        </a:p>
      </dgm:t>
    </dgm:pt>
    <dgm:pt modelId="{D1B614A8-647B-4B33-B23E-86652EF9FEAE}" type="parTrans" cxnId="{48F2F6EF-5143-4F07-AD03-B39AD2F9CD36}">
      <dgm:prSet/>
      <dgm:spPr>
        <a:ln>
          <a:solidFill>
            <a:schemeClr val="accent6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A85A8152-027E-4C88-B07A-362209BC5A78}" type="sibTrans" cxnId="{48F2F6EF-5143-4F07-AD03-B39AD2F9CD36}">
      <dgm:prSet/>
      <dgm:spPr/>
      <dgm:t>
        <a:bodyPr/>
        <a:lstStyle/>
        <a:p>
          <a:endParaRPr lang="en-US"/>
        </a:p>
      </dgm:t>
    </dgm:pt>
    <dgm:pt modelId="{3C81E088-5197-41EA-88F9-74F9C564FC3C}" type="pres">
      <dgm:prSet presAssocID="{9E360275-8E56-4B71-9EF4-89F0D1E9DBE0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A02B5B00-EFFE-4BEA-B734-813109DECD15}" type="pres">
      <dgm:prSet presAssocID="{0E14943F-CF09-4B63-8A3B-46FFE5439F56}" presName="hierRoot1" presStyleCnt="0">
        <dgm:presLayoutVars>
          <dgm:hierBranch val="init"/>
        </dgm:presLayoutVars>
      </dgm:prSet>
      <dgm:spPr/>
    </dgm:pt>
    <dgm:pt modelId="{B3E1B038-95C4-4A0E-90C5-5D7D332C0455}" type="pres">
      <dgm:prSet presAssocID="{0E14943F-CF09-4B63-8A3B-46FFE5439F56}" presName="rootComposite1" presStyleCnt="0"/>
      <dgm:spPr/>
    </dgm:pt>
    <dgm:pt modelId="{A040FEDD-9972-41FD-8F19-C099E5E97EF5}" type="pres">
      <dgm:prSet presAssocID="{0E14943F-CF09-4B63-8A3B-46FFE5439F56}" presName="rootText1" presStyleLbl="node0" presStyleIdx="0" presStyleCnt="1" custScaleX="312719">
        <dgm:presLayoutVars>
          <dgm:chPref val="3"/>
        </dgm:presLayoutVars>
      </dgm:prSet>
      <dgm:spPr>
        <a:prstGeom prst="roundRect">
          <a:avLst/>
        </a:prstGeom>
      </dgm:spPr>
    </dgm:pt>
    <dgm:pt modelId="{CC5030FE-9A2C-44B9-9449-36055613686C}" type="pres">
      <dgm:prSet presAssocID="{0E14943F-CF09-4B63-8A3B-46FFE5439F56}" presName="rootConnector1" presStyleLbl="node1" presStyleIdx="0" presStyleCnt="0"/>
      <dgm:spPr/>
    </dgm:pt>
    <dgm:pt modelId="{DCD84F06-A71D-4C65-B7E3-663B5DBE49F1}" type="pres">
      <dgm:prSet presAssocID="{0E14943F-CF09-4B63-8A3B-46FFE5439F56}" presName="hierChild2" presStyleCnt="0"/>
      <dgm:spPr/>
    </dgm:pt>
    <dgm:pt modelId="{6B50F52B-864C-4EEF-830B-B3AAC802246F}" type="pres">
      <dgm:prSet presAssocID="{3EBDECCE-5F78-48FD-A0F6-4393E89D452E}" presName="Name37" presStyleLbl="parChTrans1D2" presStyleIdx="0" presStyleCnt="7"/>
      <dgm:spPr/>
    </dgm:pt>
    <dgm:pt modelId="{74451C00-9C75-4AD9-BD7A-625DA348552A}" type="pres">
      <dgm:prSet presAssocID="{D49ABF8D-3A82-4CED-8326-3BD81D5D6B9F}" presName="hierRoot2" presStyleCnt="0">
        <dgm:presLayoutVars>
          <dgm:hierBranch val="init"/>
        </dgm:presLayoutVars>
      </dgm:prSet>
      <dgm:spPr/>
    </dgm:pt>
    <dgm:pt modelId="{47AEA4F1-0A16-4E4B-801C-280DF606F463}" type="pres">
      <dgm:prSet presAssocID="{D49ABF8D-3A82-4CED-8326-3BD81D5D6B9F}" presName="rootComposite" presStyleCnt="0"/>
      <dgm:spPr/>
    </dgm:pt>
    <dgm:pt modelId="{8D8E11A0-0EF9-4B23-A6B7-1865D5C4A54C}" type="pres">
      <dgm:prSet presAssocID="{D49ABF8D-3A82-4CED-8326-3BD81D5D6B9F}" presName="rootText" presStyleLbl="node2" presStyleIdx="0" presStyleCnt="7">
        <dgm:presLayoutVars>
          <dgm:chPref val="3"/>
        </dgm:presLayoutVars>
      </dgm:prSet>
      <dgm:spPr>
        <a:prstGeom prst="roundRect">
          <a:avLst/>
        </a:prstGeom>
      </dgm:spPr>
    </dgm:pt>
    <dgm:pt modelId="{9D771A6C-7EFD-4D20-87D4-1316426F4292}" type="pres">
      <dgm:prSet presAssocID="{D49ABF8D-3A82-4CED-8326-3BD81D5D6B9F}" presName="rootConnector" presStyleLbl="node2" presStyleIdx="0" presStyleCnt="7"/>
      <dgm:spPr/>
    </dgm:pt>
    <dgm:pt modelId="{4954B208-75B5-44AA-B013-4DF112C32684}" type="pres">
      <dgm:prSet presAssocID="{D49ABF8D-3A82-4CED-8326-3BD81D5D6B9F}" presName="hierChild4" presStyleCnt="0"/>
      <dgm:spPr/>
    </dgm:pt>
    <dgm:pt modelId="{0A2241AF-2A94-482C-8DB1-AAC6EF8F4561}" type="pres">
      <dgm:prSet presAssocID="{7C6F19EC-A290-44D7-9326-F10E528EB0F7}" presName="Name37" presStyleLbl="parChTrans1D3" presStyleIdx="0" presStyleCnt="22"/>
      <dgm:spPr/>
    </dgm:pt>
    <dgm:pt modelId="{75B5A1FF-DB4A-464A-BD4C-6AE65CB1EDB8}" type="pres">
      <dgm:prSet presAssocID="{6692459C-C882-4E5C-9B51-D8372A25D592}" presName="hierRoot2" presStyleCnt="0">
        <dgm:presLayoutVars>
          <dgm:hierBranch val="init"/>
        </dgm:presLayoutVars>
      </dgm:prSet>
      <dgm:spPr/>
    </dgm:pt>
    <dgm:pt modelId="{9C033449-E1D0-4FA2-968E-8F500C7E1EEA}" type="pres">
      <dgm:prSet presAssocID="{6692459C-C882-4E5C-9B51-D8372A25D592}" presName="rootComposite" presStyleCnt="0"/>
      <dgm:spPr/>
    </dgm:pt>
    <dgm:pt modelId="{0465EF6B-E29F-43F8-95B1-DEFD393BB95F}" type="pres">
      <dgm:prSet presAssocID="{6692459C-C882-4E5C-9B51-D8372A25D592}" presName="rootText" presStyleLbl="node3" presStyleIdx="0" presStyleCnt="22">
        <dgm:presLayoutVars>
          <dgm:chPref val="3"/>
        </dgm:presLayoutVars>
      </dgm:prSet>
      <dgm:spPr/>
    </dgm:pt>
    <dgm:pt modelId="{8CDBE94A-128C-4207-9FBE-228E9C7F6CCB}" type="pres">
      <dgm:prSet presAssocID="{6692459C-C882-4E5C-9B51-D8372A25D592}" presName="rootConnector" presStyleLbl="node3" presStyleIdx="0" presStyleCnt="22"/>
      <dgm:spPr/>
    </dgm:pt>
    <dgm:pt modelId="{7B34D07C-3706-4764-878F-42733A76BBDD}" type="pres">
      <dgm:prSet presAssocID="{6692459C-C882-4E5C-9B51-D8372A25D592}" presName="hierChild4" presStyleCnt="0"/>
      <dgm:spPr/>
    </dgm:pt>
    <dgm:pt modelId="{58CB785E-317E-402B-B444-6F1F6691BCBF}" type="pres">
      <dgm:prSet presAssocID="{6692459C-C882-4E5C-9B51-D8372A25D592}" presName="hierChild5" presStyleCnt="0"/>
      <dgm:spPr/>
    </dgm:pt>
    <dgm:pt modelId="{997C6AC7-359C-4B8E-867C-78943A7328EB}" type="pres">
      <dgm:prSet presAssocID="{8D9DCBDB-A421-49B9-A0B4-8054BC331A5E}" presName="Name37" presStyleLbl="parChTrans1D3" presStyleIdx="1" presStyleCnt="22"/>
      <dgm:spPr/>
    </dgm:pt>
    <dgm:pt modelId="{5295EB56-F134-483A-AE14-E7115F24CB72}" type="pres">
      <dgm:prSet presAssocID="{37E06BC7-B319-4B36-A68D-4B13EF3716C4}" presName="hierRoot2" presStyleCnt="0">
        <dgm:presLayoutVars>
          <dgm:hierBranch val="init"/>
        </dgm:presLayoutVars>
      </dgm:prSet>
      <dgm:spPr/>
    </dgm:pt>
    <dgm:pt modelId="{F2CCA7DF-81D2-4FD9-AC02-916079472134}" type="pres">
      <dgm:prSet presAssocID="{37E06BC7-B319-4B36-A68D-4B13EF3716C4}" presName="rootComposite" presStyleCnt="0"/>
      <dgm:spPr/>
    </dgm:pt>
    <dgm:pt modelId="{055E5797-CA7B-4CE1-8B1A-23CDD606B6E8}" type="pres">
      <dgm:prSet presAssocID="{37E06BC7-B319-4B36-A68D-4B13EF3716C4}" presName="rootText" presStyleLbl="node3" presStyleIdx="1" presStyleCnt="22">
        <dgm:presLayoutVars>
          <dgm:chPref val="3"/>
        </dgm:presLayoutVars>
      </dgm:prSet>
      <dgm:spPr/>
    </dgm:pt>
    <dgm:pt modelId="{B5044854-077F-40FA-8D2F-A948A496CE72}" type="pres">
      <dgm:prSet presAssocID="{37E06BC7-B319-4B36-A68D-4B13EF3716C4}" presName="rootConnector" presStyleLbl="node3" presStyleIdx="1" presStyleCnt="22"/>
      <dgm:spPr/>
    </dgm:pt>
    <dgm:pt modelId="{F541AD96-8EAE-4162-A42A-F138D67E4B3A}" type="pres">
      <dgm:prSet presAssocID="{37E06BC7-B319-4B36-A68D-4B13EF3716C4}" presName="hierChild4" presStyleCnt="0"/>
      <dgm:spPr/>
    </dgm:pt>
    <dgm:pt modelId="{607B464F-3876-4980-BCAC-1C667C781ABF}" type="pres">
      <dgm:prSet presAssocID="{37E06BC7-B319-4B36-A68D-4B13EF3716C4}" presName="hierChild5" presStyleCnt="0"/>
      <dgm:spPr/>
    </dgm:pt>
    <dgm:pt modelId="{C887D875-D380-411D-A0E2-AEDF62061DAD}" type="pres">
      <dgm:prSet presAssocID="{DF174DAD-D2A7-4683-9A04-48252EEB604B}" presName="Name37" presStyleLbl="parChTrans1D3" presStyleIdx="2" presStyleCnt="22"/>
      <dgm:spPr/>
    </dgm:pt>
    <dgm:pt modelId="{DF259E90-847F-44CD-97A4-BF9683191937}" type="pres">
      <dgm:prSet presAssocID="{353EB3F5-2E78-4900-B32E-FC87E64A3437}" presName="hierRoot2" presStyleCnt="0">
        <dgm:presLayoutVars>
          <dgm:hierBranch val="init"/>
        </dgm:presLayoutVars>
      </dgm:prSet>
      <dgm:spPr/>
    </dgm:pt>
    <dgm:pt modelId="{421B0F73-7552-4A28-9FA3-4D55DDF24420}" type="pres">
      <dgm:prSet presAssocID="{353EB3F5-2E78-4900-B32E-FC87E64A3437}" presName="rootComposite" presStyleCnt="0"/>
      <dgm:spPr/>
    </dgm:pt>
    <dgm:pt modelId="{4EEB5689-0D21-4303-A1F3-897BDEAA43AE}" type="pres">
      <dgm:prSet presAssocID="{353EB3F5-2E78-4900-B32E-FC87E64A3437}" presName="rootText" presStyleLbl="node3" presStyleIdx="2" presStyleCnt="22">
        <dgm:presLayoutVars>
          <dgm:chPref val="3"/>
        </dgm:presLayoutVars>
      </dgm:prSet>
      <dgm:spPr/>
    </dgm:pt>
    <dgm:pt modelId="{392891B9-6C6A-4107-9938-DBC4BB3B03A7}" type="pres">
      <dgm:prSet presAssocID="{353EB3F5-2E78-4900-B32E-FC87E64A3437}" presName="rootConnector" presStyleLbl="node3" presStyleIdx="2" presStyleCnt="22"/>
      <dgm:spPr/>
    </dgm:pt>
    <dgm:pt modelId="{6BC59C36-D5EA-4A93-884B-1D3C870122FB}" type="pres">
      <dgm:prSet presAssocID="{353EB3F5-2E78-4900-B32E-FC87E64A3437}" presName="hierChild4" presStyleCnt="0"/>
      <dgm:spPr/>
    </dgm:pt>
    <dgm:pt modelId="{F5D72DCE-91B1-4631-A870-FB0862CA422E}" type="pres">
      <dgm:prSet presAssocID="{353EB3F5-2E78-4900-B32E-FC87E64A3437}" presName="hierChild5" presStyleCnt="0"/>
      <dgm:spPr/>
    </dgm:pt>
    <dgm:pt modelId="{3F754AD3-C23A-4BF5-B7A4-71092A6A85A0}" type="pres">
      <dgm:prSet presAssocID="{2E5D4A15-BC9D-4DEE-B408-D0C1056EAEEB}" presName="Name37" presStyleLbl="parChTrans1D3" presStyleIdx="3" presStyleCnt="22"/>
      <dgm:spPr/>
    </dgm:pt>
    <dgm:pt modelId="{D0BB183C-328D-4359-A4F4-78779F9051FA}" type="pres">
      <dgm:prSet presAssocID="{73724421-A3F2-4779-BE25-CD141E5302DE}" presName="hierRoot2" presStyleCnt="0">
        <dgm:presLayoutVars>
          <dgm:hierBranch val="init"/>
        </dgm:presLayoutVars>
      </dgm:prSet>
      <dgm:spPr/>
    </dgm:pt>
    <dgm:pt modelId="{30EE1C8A-EBD9-4009-93A5-D56E1E1834BD}" type="pres">
      <dgm:prSet presAssocID="{73724421-A3F2-4779-BE25-CD141E5302DE}" presName="rootComposite" presStyleCnt="0"/>
      <dgm:spPr/>
    </dgm:pt>
    <dgm:pt modelId="{F2F8B624-828B-49DA-981A-0A3D1A5C1A70}" type="pres">
      <dgm:prSet presAssocID="{73724421-A3F2-4779-BE25-CD141E5302DE}" presName="rootText" presStyleLbl="node3" presStyleIdx="3" presStyleCnt="22">
        <dgm:presLayoutVars>
          <dgm:chPref val="3"/>
        </dgm:presLayoutVars>
      </dgm:prSet>
      <dgm:spPr/>
    </dgm:pt>
    <dgm:pt modelId="{B64A5CC9-C484-4CFD-9982-18E5102EADF4}" type="pres">
      <dgm:prSet presAssocID="{73724421-A3F2-4779-BE25-CD141E5302DE}" presName="rootConnector" presStyleLbl="node3" presStyleIdx="3" presStyleCnt="22"/>
      <dgm:spPr/>
    </dgm:pt>
    <dgm:pt modelId="{414598B3-C15B-4AEB-ABFB-B3ABB2628752}" type="pres">
      <dgm:prSet presAssocID="{73724421-A3F2-4779-BE25-CD141E5302DE}" presName="hierChild4" presStyleCnt="0"/>
      <dgm:spPr/>
    </dgm:pt>
    <dgm:pt modelId="{F24DF5FA-2CBD-48F9-9A88-686EC33C8D3A}" type="pres">
      <dgm:prSet presAssocID="{73724421-A3F2-4779-BE25-CD141E5302DE}" presName="hierChild5" presStyleCnt="0"/>
      <dgm:spPr/>
    </dgm:pt>
    <dgm:pt modelId="{4940B211-6A85-468D-84EE-5CC28A20290A}" type="pres">
      <dgm:prSet presAssocID="{D49ABF8D-3A82-4CED-8326-3BD81D5D6B9F}" presName="hierChild5" presStyleCnt="0"/>
      <dgm:spPr/>
    </dgm:pt>
    <dgm:pt modelId="{C3D49C8B-79B6-495F-80E1-B722CBA1E1E7}" type="pres">
      <dgm:prSet presAssocID="{B4384A67-548C-4DE1-A412-A43AF4C5C4C2}" presName="Name37" presStyleLbl="parChTrans1D2" presStyleIdx="1" presStyleCnt="7"/>
      <dgm:spPr/>
    </dgm:pt>
    <dgm:pt modelId="{CD865763-66B7-477C-82A3-980A02245328}" type="pres">
      <dgm:prSet presAssocID="{0D24915F-D7E3-4F05-AC83-5CB6C334C5A0}" presName="hierRoot2" presStyleCnt="0">
        <dgm:presLayoutVars>
          <dgm:hierBranch val="init"/>
        </dgm:presLayoutVars>
      </dgm:prSet>
      <dgm:spPr/>
    </dgm:pt>
    <dgm:pt modelId="{3AF8F706-64E9-4E0B-8B2F-B6A90082E0E7}" type="pres">
      <dgm:prSet presAssocID="{0D24915F-D7E3-4F05-AC83-5CB6C334C5A0}" presName="rootComposite" presStyleCnt="0"/>
      <dgm:spPr/>
    </dgm:pt>
    <dgm:pt modelId="{0F99295F-EEAC-480C-A625-0434CC96415C}" type="pres">
      <dgm:prSet presAssocID="{0D24915F-D7E3-4F05-AC83-5CB6C334C5A0}" presName="rootText" presStyleLbl="node2" presStyleIdx="1" presStyleCnt="7">
        <dgm:presLayoutVars>
          <dgm:chPref val="3"/>
        </dgm:presLayoutVars>
      </dgm:prSet>
      <dgm:spPr>
        <a:prstGeom prst="roundRect">
          <a:avLst/>
        </a:prstGeom>
      </dgm:spPr>
    </dgm:pt>
    <dgm:pt modelId="{C058E08F-823E-4622-8D44-2CB5DE4CF190}" type="pres">
      <dgm:prSet presAssocID="{0D24915F-D7E3-4F05-AC83-5CB6C334C5A0}" presName="rootConnector" presStyleLbl="node2" presStyleIdx="1" presStyleCnt="7"/>
      <dgm:spPr/>
    </dgm:pt>
    <dgm:pt modelId="{42924807-0E34-4A62-B0D1-A5AF29BDF3B6}" type="pres">
      <dgm:prSet presAssocID="{0D24915F-D7E3-4F05-AC83-5CB6C334C5A0}" presName="hierChild4" presStyleCnt="0"/>
      <dgm:spPr/>
    </dgm:pt>
    <dgm:pt modelId="{5178425A-9D4B-4AC3-82CB-D798818190DB}" type="pres">
      <dgm:prSet presAssocID="{A84C7A47-EE8E-4563-9A07-605677C98D42}" presName="Name37" presStyleLbl="parChTrans1D3" presStyleIdx="4" presStyleCnt="22"/>
      <dgm:spPr/>
    </dgm:pt>
    <dgm:pt modelId="{02D4B672-86D1-414F-88D0-B3001D9F623E}" type="pres">
      <dgm:prSet presAssocID="{FD635CCD-BA1D-4123-AFD9-8A4703365345}" presName="hierRoot2" presStyleCnt="0">
        <dgm:presLayoutVars>
          <dgm:hierBranch val="init"/>
        </dgm:presLayoutVars>
      </dgm:prSet>
      <dgm:spPr/>
    </dgm:pt>
    <dgm:pt modelId="{C297BFDE-B49D-4017-8338-B28C955E8EF2}" type="pres">
      <dgm:prSet presAssocID="{FD635CCD-BA1D-4123-AFD9-8A4703365345}" presName="rootComposite" presStyleCnt="0"/>
      <dgm:spPr/>
    </dgm:pt>
    <dgm:pt modelId="{7E30214D-8402-40C5-B6DD-EB11A1F400C8}" type="pres">
      <dgm:prSet presAssocID="{FD635CCD-BA1D-4123-AFD9-8A4703365345}" presName="rootText" presStyleLbl="node3" presStyleIdx="4" presStyleCnt="22">
        <dgm:presLayoutVars>
          <dgm:chPref val="3"/>
        </dgm:presLayoutVars>
      </dgm:prSet>
      <dgm:spPr/>
    </dgm:pt>
    <dgm:pt modelId="{A5F8D978-56C5-4A2B-8F63-E47F13A0E374}" type="pres">
      <dgm:prSet presAssocID="{FD635CCD-BA1D-4123-AFD9-8A4703365345}" presName="rootConnector" presStyleLbl="node3" presStyleIdx="4" presStyleCnt="22"/>
      <dgm:spPr/>
    </dgm:pt>
    <dgm:pt modelId="{F742C783-9076-4265-83CC-F3FCE3288E94}" type="pres">
      <dgm:prSet presAssocID="{FD635CCD-BA1D-4123-AFD9-8A4703365345}" presName="hierChild4" presStyleCnt="0"/>
      <dgm:spPr/>
    </dgm:pt>
    <dgm:pt modelId="{61AE1498-CBBF-4704-9D84-3DA6032B9B8D}" type="pres">
      <dgm:prSet presAssocID="{FD635CCD-BA1D-4123-AFD9-8A4703365345}" presName="hierChild5" presStyleCnt="0"/>
      <dgm:spPr/>
    </dgm:pt>
    <dgm:pt modelId="{6ED6B20F-1E35-4629-B64B-33842BDCAE10}" type="pres">
      <dgm:prSet presAssocID="{1A8289AF-53D8-441E-8909-F2F2A8EAE1C6}" presName="Name37" presStyleLbl="parChTrans1D3" presStyleIdx="5" presStyleCnt="22"/>
      <dgm:spPr/>
    </dgm:pt>
    <dgm:pt modelId="{3E461081-BCE3-46F8-981C-16C7834ADDF0}" type="pres">
      <dgm:prSet presAssocID="{64EEE9EF-F324-4BF4-AB52-176FD3EB9480}" presName="hierRoot2" presStyleCnt="0">
        <dgm:presLayoutVars>
          <dgm:hierBranch val="init"/>
        </dgm:presLayoutVars>
      </dgm:prSet>
      <dgm:spPr/>
    </dgm:pt>
    <dgm:pt modelId="{5377BFC8-B4A6-4BD8-810C-A3E3C68ABCBF}" type="pres">
      <dgm:prSet presAssocID="{64EEE9EF-F324-4BF4-AB52-176FD3EB9480}" presName="rootComposite" presStyleCnt="0"/>
      <dgm:spPr/>
    </dgm:pt>
    <dgm:pt modelId="{0DE53BA1-C8E1-465D-A359-FAE4CB1C650D}" type="pres">
      <dgm:prSet presAssocID="{64EEE9EF-F324-4BF4-AB52-176FD3EB9480}" presName="rootText" presStyleLbl="node3" presStyleIdx="5" presStyleCnt="22">
        <dgm:presLayoutVars>
          <dgm:chPref val="3"/>
        </dgm:presLayoutVars>
      </dgm:prSet>
      <dgm:spPr/>
    </dgm:pt>
    <dgm:pt modelId="{11F18CF2-0A26-4699-BBA0-EA4630317C85}" type="pres">
      <dgm:prSet presAssocID="{64EEE9EF-F324-4BF4-AB52-176FD3EB9480}" presName="rootConnector" presStyleLbl="node3" presStyleIdx="5" presStyleCnt="22"/>
      <dgm:spPr/>
    </dgm:pt>
    <dgm:pt modelId="{349341F8-FEB5-4375-979E-D56107055603}" type="pres">
      <dgm:prSet presAssocID="{64EEE9EF-F324-4BF4-AB52-176FD3EB9480}" presName="hierChild4" presStyleCnt="0"/>
      <dgm:spPr/>
    </dgm:pt>
    <dgm:pt modelId="{EF064499-A5AB-4961-AAB4-7C1BBC3A5F58}" type="pres">
      <dgm:prSet presAssocID="{64EEE9EF-F324-4BF4-AB52-176FD3EB9480}" presName="hierChild5" presStyleCnt="0"/>
      <dgm:spPr/>
    </dgm:pt>
    <dgm:pt modelId="{93BD8D01-671B-4937-A63B-D154F17B8879}" type="pres">
      <dgm:prSet presAssocID="{D9EB3E7C-12FB-47DA-8068-E5C6624F7D0D}" presName="Name37" presStyleLbl="parChTrans1D3" presStyleIdx="6" presStyleCnt="22"/>
      <dgm:spPr/>
    </dgm:pt>
    <dgm:pt modelId="{5742A1AE-EABC-47D0-B2D9-0838D12866A7}" type="pres">
      <dgm:prSet presAssocID="{458B8B2C-75EF-43A8-A160-C6B27AFD059F}" presName="hierRoot2" presStyleCnt="0">
        <dgm:presLayoutVars>
          <dgm:hierBranch val="init"/>
        </dgm:presLayoutVars>
      </dgm:prSet>
      <dgm:spPr/>
    </dgm:pt>
    <dgm:pt modelId="{3637B2E5-C305-4EBF-8E7E-3FD201FC54F8}" type="pres">
      <dgm:prSet presAssocID="{458B8B2C-75EF-43A8-A160-C6B27AFD059F}" presName="rootComposite" presStyleCnt="0"/>
      <dgm:spPr/>
    </dgm:pt>
    <dgm:pt modelId="{B17B9F20-39A2-40FD-B5D6-929782915149}" type="pres">
      <dgm:prSet presAssocID="{458B8B2C-75EF-43A8-A160-C6B27AFD059F}" presName="rootText" presStyleLbl="node3" presStyleIdx="6" presStyleCnt="22">
        <dgm:presLayoutVars>
          <dgm:chPref val="3"/>
        </dgm:presLayoutVars>
      </dgm:prSet>
      <dgm:spPr/>
    </dgm:pt>
    <dgm:pt modelId="{27F9DFC0-D795-49D1-8265-9EA175A2A615}" type="pres">
      <dgm:prSet presAssocID="{458B8B2C-75EF-43A8-A160-C6B27AFD059F}" presName="rootConnector" presStyleLbl="node3" presStyleIdx="6" presStyleCnt="22"/>
      <dgm:spPr/>
    </dgm:pt>
    <dgm:pt modelId="{A35D07ED-1474-4D40-B77C-46F71758E6F4}" type="pres">
      <dgm:prSet presAssocID="{458B8B2C-75EF-43A8-A160-C6B27AFD059F}" presName="hierChild4" presStyleCnt="0"/>
      <dgm:spPr/>
    </dgm:pt>
    <dgm:pt modelId="{8587024B-93DB-4E68-80D1-911E8B45F529}" type="pres">
      <dgm:prSet presAssocID="{458B8B2C-75EF-43A8-A160-C6B27AFD059F}" presName="hierChild5" presStyleCnt="0"/>
      <dgm:spPr/>
    </dgm:pt>
    <dgm:pt modelId="{7EBC5E7C-09DE-44C7-8576-EF423A027236}" type="pres">
      <dgm:prSet presAssocID="{0D24915F-D7E3-4F05-AC83-5CB6C334C5A0}" presName="hierChild5" presStyleCnt="0"/>
      <dgm:spPr/>
    </dgm:pt>
    <dgm:pt modelId="{1492A3EC-B149-4BEE-86CC-DA214DBF3C86}" type="pres">
      <dgm:prSet presAssocID="{11FC60C4-E6E7-4FF1-8F5A-22A8018B4050}" presName="Name37" presStyleLbl="parChTrans1D2" presStyleIdx="2" presStyleCnt="7"/>
      <dgm:spPr/>
    </dgm:pt>
    <dgm:pt modelId="{A9764AF7-E747-46BB-A1E6-747DEF1BEB4E}" type="pres">
      <dgm:prSet presAssocID="{687642B0-D0AB-4251-BC5A-00B03B70C3A8}" presName="hierRoot2" presStyleCnt="0">
        <dgm:presLayoutVars>
          <dgm:hierBranch val="init"/>
        </dgm:presLayoutVars>
      </dgm:prSet>
      <dgm:spPr/>
    </dgm:pt>
    <dgm:pt modelId="{E0BF1280-8338-4F12-87EE-9477696F3D9A}" type="pres">
      <dgm:prSet presAssocID="{687642B0-D0AB-4251-BC5A-00B03B70C3A8}" presName="rootComposite" presStyleCnt="0"/>
      <dgm:spPr/>
    </dgm:pt>
    <dgm:pt modelId="{623349B7-B61D-42C2-90EB-3ACE5D7EFCCF}" type="pres">
      <dgm:prSet presAssocID="{687642B0-D0AB-4251-BC5A-00B03B70C3A8}" presName="rootText" presStyleLbl="node2" presStyleIdx="2" presStyleCnt="7">
        <dgm:presLayoutVars>
          <dgm:chPref val="3"/>
        </dgm:presLayoutVars>
      </dgm:prSet>
      <dgm:spPr>
        <a:prstGeom prst="roundRect">
          <a:avLst/>
        </a:prstGeom>
      </dgm:spPr>
    </dgm:pt>
    <dgm:pt modelId="{991389D0-7073-471D-8BFC-6FCADC6F5E55}" type="pres">
      <dgm:prSet presAssocID="{687642B0-D0AB-4251-BC5A-00B03B70C3A8}" presName="rootConnector" presStyleLbl="node2" presStyleIdx="2" presStyleCnt="7"/>
      <dgm:spPr/>
    </dgm:pt>
    <dgm:pt modelId="{123CDF7E-07D6-412B-AD90-3E1AE703DE02}" type="pres">
      <dgm:prSet presAssocID="{687642B0-D0AB-4251-BC5A-00B03B70C3A8}" presName="hierChild4" presStyleCnt="0"/>
      <dgm:spPr/>
    </dgm:pt>
    <dgm:pt modelId="{90FA439F-0CDB-45B4-AE27-B9DC317837B8}" type="pres">
      <dgm:prSet presAssocID="{B53C887C-0D16-4EED-BFDC-791807CE7E6E}" presName="Name37" presStyleLbl="parChTrans1D3" presStyleIdx="7" presStyleCnt="22"/>
      <dgm:spPr/>
    </dgm:pt>
    <dgm:pt modelId="{2E59BD7C-DD16-4A3E-996C-75AB82696B1A}" type="pres">
      <dgm:prSet presAssocID="{9D09B7B5-3D69-4BF9-8AE9-CDAE47EBFB57}" presName="hierRoot2" presStyleCnt="0">
        <dgm:presLayoutVars>
          <dgm:hierBranch val="init"/>
        </dgm:presLayoutVars>
      </dgm:prSet>
      <dgm:spPr/>
    </dgm:pt>
    <dgm:pt modelId="{5E4C472A-D5F9-414D-8F6C-748CDE4B2A13}" type="pres">
      <dgm:prSet presAssocID="{9D09B7B5-3D69-4BF9-8AE9-CDAE47EBFB57}" presName="rootComposite" presStyleCnt="0"/>
      <dgm:spPr/>
    </dgm:pt>
    <dgm:pt modelId="{80D853E7-DDE7-4191-8F63-A6C8E5DA64AF}" type="pres">
      <dgm:prSet presAssocID="{9D09B7B5-3D69-4BF9-8AE9-CDAE47EBFB57}" presName="rootText" presStyleLbl="node3" presStyleIdx="7" presStyleCnt="22">
        <dgm:presLayoutVars>
          <dgm:chPref val="3"/>
        </dgm:presLayoutVars>
      </dgm:prSet>
      <dgm:spPr/>
    </dgm:pt>
    <dgm:pt modelId="{40102294-86DA-454D-B999-C5B643D3E30E}" type="pres">
      <dgm:prSet presAssocID="{9D09B7B5-3D69-4BF9-8AE9-CDAE47EBFB57}" presName="rootConnector" presStyleLbl="node3" presStyleIdx="7" presStyleCnt="22"/>
      <dgm:spPr/>
    </dgm:pt>
    <dgm:pt modelId="{BF0CE286-7B87-4F7D-89EF-DFB8F8C3CCD4}" type="pres">
      <dgm:prSet presAssocID="{9D09B7B5-3D69-4BF9-8AE9-CDAE47EBFB57}" presName="hierChild4" presStyleCnt="0"/>
      <dgm:spPr/>
    </dgm:pt>
    <dgm:pt modelId="{15B91C0D-29BA-4C24-89C9-247B0616E67A}" type="pres">
      <dgm:prSet presAssocID="{9D09B7B5-3D69-4BF9-8AE9-CDAE47EBFB57}" presName="hierChild5" presStyleCnt="0"/>
      <dgm:spPr/>
    </dgm:pt>
    <dgm:pt modelId="{31F937E8-D20E-49CA-A3CA-21603AE7C031}" type="pres">
      <dgm:prSet presAssocID="{329582B8-C3D9-4A3B-A5D7-4728B1B1ED73}" presName="Name37" presStyleLbl="parChTrans1D3" presStyleIdx="8" presStyleCnt="22"/>
      <dgm:spPr/>
    </dgm:pt>
    <dgm:pt modelId="{26AA452D-6536-48DB-A2B8-0CAEDB010EC5}" type="pres">
      <dgm:prSet presAssocID="{8F21C80E-413C-49FB-A6AA-5F620619388A}" presName="hierRoot2" presStyleCnt="0">
        <dgm:presLayoutVars>
          <dgm:hierBranch val="init"/>
        </dgm:presLayoutVars>
      </dgm:prSet>
      <dgm:spPr/>
    </dgm:pt>
    <dgm:pt modelId="{179B3F4E-DF03-4D69-ACD5-10926BA56C29}" type="pres">
      <dgm:prSet presAssocID="{8F21C80E-413C-49FB-A6AA-5F620619388A}" presName="rootComposite" presStyleCnt="0"/>
      <dgm:spPr/>
    </dgm:pt>
    <dgm:pt modelId="{6BE50848-1EB2-4B9A-844E-D7077A9A3FD7}" type="pres">
      <dgm:prSet presAssocID="{8F21C80E-413C-49FB-A6AA-5F620619388A}" presName="rootText" presStyleLbl="node3" presStyleIdx="8" presStyleCnt="22">
        <dgm:presLayoutVars>
          <dgm:chPref val="3"/>
        </dgm:presLayoutVars>
      </dgm:prSet>
      <dgm:spPr/>
    </dgm:pt>
    <dgm:pt modelId="{00729B15-D365-4DA3-B91D-2BDE114723CA}" type="pres">
      <dgm:prSet presAssocID="{8F21C80E-413C-49FB-A6AA-5F620619388A}" presName="rootConnector" presStyleLbl="node3" presStyleIdx="8" presStyleCnt="22"/>
      <dgm:spPr/>
    </dgm:pt>
    <dgm:pt modelId="{93F92168-0FF1-4DB5-A7BB-372490D57110}" type="pres">
      <dgm:prSet presAssocID="{8F21C80E-413C-49FB-A6AA-5F620619388A}" presName="hierChild4" presStyleCnt="0"/>
      <dgm:spPr/>
    </dgm:pt>
    <dgm:pt modelId="{50F92FD4-722C-4007-9A09-5AD9271B2C6B}" type="pres">
      <dgm:prSet presAssocID="{8F21C80E-413C-49FB-A6AA-5F620619388A}" presName="hierChild5" presStyleCnt="0"/>
      <dgm:spPr/>
    </dgm:pt>
    <dgm:pt modelId="{CEF89DB4-EDDF-43B9-BE1B-D3764F704721}" type="pres">
      <dgm:prSet presAssocID="{687642B0-D0AB-4251-BC5A-00B03B70C3A8}" presName="hierChild5" presStyleCnt="0"/>
      <dgm:spPr/>
    </dgm:pt>
    <dgm:pt modelId="{5663E0F3-C69A-4EB7-98C9-8075B0097111}" type="pres">
      <dgm:prSet presAssocID="{03BC441A-EF7D-4C12-80C3-0F8E5BB8AF19}" presName="Name37" presStyleLbl="parChTrans1D2" presStyleIdx="3" presStyleCnt="7"/>
      <dgm:spPr/>
    </dgm:pt>
    <dgm:pt modelId="{E9953F4D-3D0C-4FF8-B590-C7988D8F217F}" type="pres">
      <dgm:prSet presAssocID="{4C7CD516-AA4B-4E96-9CC7-2E000814AB8C}" presName="hierRoot2" presStyleCnt="0">
        <dgm:presLayoutVars>
          <dgm:hierBranch val="init"/>
        </dgm:presLayoutVars>
      </dgm:prSet>
      <dgm:spPr/>
    </dgm:pt>
    <dgm:pt modelId="{ADB5C048-4CFE-4E71-806B-7CBACF7FA00B}" type="pres">
      <dgm:prSet presAssocID="{4C7CD516-AA4B-4E96-9CC7-2E000814AB8C}" presName="rootComposite" presStyleCnt="0"/>
      <dgm:spPr/>
    </dgm:pt>
    <dgm:pt modelId="{86A767DC-8852-430E-B5FB-DEA943787682}" type="pres">
      <dgm:prSet presAssocID="{4C7CD516-AA4B-4E96-9CC7-2E000814AB8C}" presName="rootText" presStyleLbl="node2" presStyleIdx="3" presStyleCnt="7">
        <dgm:presLayoutVars>
          <dgm:chPref val="3"/>
        </dgm:presLayoutVars>
      </dgm:prSet>
      <dgm:spPr>
        <a:prstGeom prst="roundRect">
          <a:avLst/>
        </a:prstGeom>
      </dgm:spPr>
    </dgm:pt>
    <dgm:pt modelId="{FF6D2199-848F-4739-8AF1-BB543F79E81E}" type="pres">
      <dgm:prSet presAssocID="{4C7CD516-AA4B-4E96-9CC7-2E000814AB8C}" presName="rootConnector" presStyleLbl="node2" presStyleIdx="3" presStyleCnt="7"/>
      <dgm:spPr/>
    </dgm:pt>
    <dgm:pt modelId="{ED97FA8D-3D4C-417D-96E4-5825380B46C3}" type="pres">
      <dgm:prSet presAssocID="{4C7CD516-AA4B-4E96-9CC7-2E000814AB8C}" presName="hierChild4" presStyleCnt="0"/>
      <dgm:spPr/>
    </dgm:pt>
    <dgm:pt modelId="{E015B128-6128-40FD-B5F4-FDA59330C7F9}" type="pres">
      <dgm:prSet presAssocID="{0317C0C7-36D1-46C4-8ACB-A9E9AD1C0610}" presName="Name37" presStyleLbl="parChTrans1D3" presStyleIdx="9" presStyleCnt="22"/>
      <dgm:spPr/>
    </dgm:pt>
    <dgm:pt modelId="{D7782D4B-38DA-4328-9F1B-9D17AC9F3A57}" type="pres">
      <dgm:prSet presAssocID="{3C734403-3F9A-4E24-A38F-2D06C6DFDBD5}" presName="hierRoot2" presStyleCnt="0">
        <dgm:presLayoutVars>
          <dgm:hierBranch val="init"/>
        </dgm:presLayoutVars>
      </dgm:prSet>
      <dgm:spPr/>
    </dgm:pt>
    <dgm:pt modelId="{5A99DD9B-2226-4784-A505-2391B3A2B0EC}" type="pres">
      <dgm:prSet presAssocID="{3C734403-3F9A-4E24-A38F-2D06C6DFDBD5}" presName="rootComposite" presStyleCnt="0"/>
      <dgm:spPr/>
    </dgm:pt>
    <dgm:pt modelId="{EEB364A8-91B2-4B25-BF9D-6A30D88D6AD7}" type="pres">
      <dgm:prSet presAssocID="{3C734403-3F9A-4E24-A38F-2D06C6DFDBD5}" presName="rootText" presStyleLbl="node3" presStyleIdx="9" presStyleCnt="22">
        <dgm:presLayoutVars>
          <dgm:chPref val="3"/>
        </dgm:presLayoutVars>
      </dgm:prSet>
      <dgm:spPr/>
    </dgm:pt>
    <dgm:pt modelId="{155AAABA-167B-4C26-8834-9DD91F45F10F}" type="pres">
      <dgm:prSet presAssocID="{3C734403-3F9A-4E24-A38F-2D06C6DFDBD5}" presName="rootConnector" presStyleLbl="node3" presStyleIdx="9" presStyleCnt="22"/>
      <dgm:spPr/>
    </dgm:pt>
    <dgm:pt modelId="{69BF4D57-35E5-4844-9357-D20DD9087C84}" type="pres">
      <dgm:prSet presAssocID="{3C734403-3F9A-4E24-A38F-2D06C6DFDBD5}" presName="hierChild4" presStyleCnt="0"/>
      <dgm:spPr/>
    </dgm:pt>
    <dgm:pt modelId="{FA0C46AF-44D4-468B-8EF3-8CA0A1E63224}" type="pres">
      <dgm:prSet presAssocID="{3C734403-3F9A-4E24-A38F-2D06C6DFDBD5}" presName="hierChild5" presStyleCnt="0"/>
      <dgm:spPr/>
    </dgm:pt>
    <dgm:pt modelId="{8B73695F-C0A8-47BE-8C56-4D78DE1563CD}" type="pres">
      <dgm:prSet presAssocID="{054A064F-A40E-4391-864B-F00D70DC892F}" presName="Name37" presStyleLbl="parChTrans1D3" presStyleIdx="10" presStyleCnt="22"/>
      <dgm:spPr/>
    </dgm:pt>
    <dgm:pt modelId="{BB119BCE-F6E2-45ED-8380-0638EB07CD01}" type="pres">
      <dgm:prSet presAssocID="{7E0B7EDC-70A0-48A9-8D34-10F3143B4175}" presName="hierRoot2" presStyleCnt="0">
        <dgm:presLayoutVars>
          <dgm:hierBranch val="init"/>
        </dgm:presLayoutVars>
      </dgm:prSet>
      <dgm:spPr/>
    </dgm:pt>
    <dgm:pt modelId="{E4241192-FCDA-4AD2-BB1C-1DF6F4D9D1F4}" type="pres">
      <dgm:prSet presAssocID="{7E0B7EDC-70A0-48A9-8D34-10F3143B4175}" presName="rootComposite" presStyleCnt="0"/>
      <dgm:spPr/>
    </dgm:pt>
    <dgm:pt modelId="{FABC88CC-8EF7-4AD0-A513-C9022A9C0DED}" type="pres">
      <dgm:prSet presAssocID="{7E0B7EDC-70A0-48A9-8D34-10F3143B4175}" presName="rootText" presStyleLbl="node3" presStyleIdx="10" presStyleCnt="22">
        <dgm:presLayoutVars>
          <dgm:chPref val="3"/>
        </dgm:presLayoutVars>
      </dgm:prSet>
      <dgm:spPr/>
    </dgm:pt>
    <dgm:pt modelId="{4483E2ED-78BC-4B78-A26E-3CA47812843A}" type="pres">
      <dgm:prSet presAssocID="{7E0B7EDC-70A0-48A9-8D34-10F3143B4175}" presName="rootConnector" presStyleLbl="node3" presStyleIdx="10" presStyleCnt="22"/>
      <dgm:spPr/>
    </dgm:pt>
    <dgm:pt modelId="{2FAF50A6-2621-41DE-8CFC-19DBA5382CB7}" type="pres">
      <dgm:prSet presAssocID="{7E0B7EDC-70A0-48A9-8D34-10F3143B4175}" presName="hierChild4" presStyleCnt="0"/>
      <dgm:spPr/>
    </dgm:pt>
    <dgm:pt modelId="{4644C5C1-BA3B-4B13-BB3C-1F6B3F603ED7}" type="pres">
      <dgm:prSet presAssocID="{7E0B7EDC-70A0-48A9-8D34-10F3143B4175}" presName="hierChild5" presStyleCnt="0"/>
      <dgm:spPr/>
    </dgm:pt>
    <dgm:pt modelId="{A9941EB2-5582-4E05-A4E5-A3E51B44F81A}" type="pres">
      <dgm:prSet presAssocID="{BC24966E-2699-431C-BF08-3796488CCEF2}" presName="Name37" presStyleLbl="parChTrans1D3" presStyleIdx="11" presStyleCnt="22"/>
      <dgm:spPr/>
    </dgm:pt>
    <dgm:pt modelId="{AD50D925-A1A0-481C-B94B-A01017C9ABD5}" type="pres">
      <dgm:prSet presAssocID="{5C4EED55-D04D-434B-9480-7402BBFAF754}" presName="hierRoot2" presStyleCnt="0">
        <dgm:presLayoutVars>
          <dgm:hierBranch val="init"/>
        </dgm:presLayoutVars>
      </dgm:prSet>
      <dgm:spPr/>
    </dgm:pt>
    <dgm:pt modelId="{F2E5DD33-673F-497F-BC0C-388845402300}" type="pres">
      <dgm:prSet presAssocID="{5C4EED55-D04D-434B-9480-7402BBFAF754}" presName="rootComposite" presStyleCnt="0"/>
      <dgm:spPr/>
    </dgm:pt>
    <dgm:pt modelId="{0387D7C4-53F4-4CE6-9C5B-D026D3634C81}" type="pres">
      <dgm:prSet presAssocID="{5C4EED55-D04D-434B-9480-7402BBFAF754}" presName="rootText" presStyleLbl="node3" presStyleIdx="11" presStyleCnt="22">
        <dgm:presLayoutVars>
          <dgm:chPref val="3"/>
        </dgm:presLayoutVars>
      </dgm:prSet>
      <dgm:spPr/>
    </dgm:pt>
    <dgm:pt modelId="{C3EE1F6A-28FE-4FD2-9F39-B5B6FB50B94C}" type="pres">
      <dgm:prSet presAssocID="{5C4EED55-D04D-434B-9480-7402BBFAF754}" presName="rootConnector" presStyleLbl="node3" presStyleIdx="11" presStyleCnt="22"/>
      <dgm:spPr/>
    </dgm:pt>
    <dgm:pt modelId="{AD56F237-3DF6-4F70-80A9-543EA22821DF}" type="pres">
      <dgm:prSet presAssocID="{5C4EED55-D04D-434B-9480-7402BBFAF754}" presName="hierChild4" presStyleCnt="0"/>
      <dgm:spPr/>
    </dgm:pt>
    <dgm:pt modelId="{43BDF69E-8287-4776-B2D3-B387410F8B10}" type="pres">
      <dgm:prSet presAssocID="{5C4EED55-D04D-434B-9480-7402BBFAF754}" presName="hierChild5" presStyleCnt="0"/>
      <dgm:spPr/>
    </dgm:pt>
    <dgm:pt modelId="{5092D665-7F8D-45A5-AED0-F118A7AA8E3C}" type="pres">
      <dgm:prSet presAssocID="{4AD8CD61-A88B-4CD3-A587-EA91F611EA7E}" presName="Name37" presStyleLbl="parChTrans1D3" presStyleIdx="12" presStyleCnt="22"/>
      <dgm:spPr/>
    </dgm:pt>
    <dgm:pt modelId="{0AC27DFB-609C-4D6F-B5E3-37D7B2260338}" type="pres">
      <dgm:prSet presAssocID="{CE303A0D-4E34-40D9-800F-374CDFE27E77}" presName="hierRoot2" presStyleCnt="0">
        <dgm:presLayoutVars>
          <dgm:hierBranch val="init"/>
        </dgm:presLayoutVars>
      </dgm:prSet>
      <dgm:spPr/>
    </dgm:pt>
    <dgm:pt modelId="{D8AE73CF-F465-4A8A-9A50-6059525E465B}" type="pres">
      <dgm:prSet presAssocID="{CE303A0D-4E34-40D9-800F-374CDFE27E77}" presName="rootComposite" presStyleCnt="0"/>
      <dgm:spPr/>
    </dgm:pt>
    <dgm:pt modelId="{87912EC4-6FF4-4398-B2D1-3C5AE3DE0E6B}" type="pres">
      <dgm:prSet presAssocID="{CE303A0D-4E34-40D9-800F-374CDFE27E77}" presName="rootText" presStyleLbl="node3" presStyleIdx="12" presStyleCnt="22">
        <dgm:presLayoutVars>
          <dgm:chPref val="3"/>
        </dgm:presLayoutVars>
      </dgm:prSet>
      <dgm:spPr/>
    </dgm:pt>
    <dgm:pt modelId="{0A54A5A1-BB21-48CA-8582-1E7C19F13A61}" type="pres">
      <dgm:prSet presAssocID="{CE303A0D-4E34-40D9-800F-374CDFE27E77}" presName="rootConnector" presStyleLbl="node3" presStyleIdx="12" presStyleCnt="22"/>
      <dgm:spPr/>
    </dgm:pt>
    <dgm:pt modelId="{193E1AE3-B21A-42AE-9FC6-91662AD28B7B}" type="pres">
      <dgm:prSet presAssocID="{CE303A0D-4E34-40D9-800F-374CDFE27E77}" presName="hierChild4" presStyleCnt="0"/>
      <dgm:spPr/>
    </dgm:pt>
    <dgm:pt modelId="{1DA62B0F-C5B8-48A6-833F-FEF178E944B5}" type="pres">
      <dgm:prSet presAssocID="{CE303A0D-4E34-40D9-800F-374CDFE27E77}" presName="hierChild5" presStyleCnt="0"/>
      <dgm:spPr/>
    </dgm:pt>
    <dgm:pt modelId="{33B6E159-8278-418D-A65D-68E6FCA60DAF}" type="pres">
      <dgm:prSet presAssocID="{F058928D-D0D1-4235-A594-713F980955EA}" presName="Name37" presStyleLbl="parChTrans1D3" presStyleIdx="13" presStyleCnt="22"/>
      <dgm:spPr/>
    </dgm:pt>
    <dgm:pt modelId="{D0296F8B-3027-49B2-A8D6-7772B626525C}" type="pres">
      <dgm:prSet presAssocID="{87D61B7B-1C3A-46FC-84DE-002CA8D4CE70}" presName="hierRoot2" presStyleCnt="0">
        <dgm:presLayoutVars>
          <dgm:hierBranch val="init"/>
        </dgm:presLayoutVars>
      </dgm:prSet>
      <dgm:spPr/>
    </dgm:pt>
    <dgm:pt modelId="{7D84D857-3B93-4959-A608-6315230A75E1}" type="pres">
      <dgm:prSet presAssocID="{87D61B7B-1C3A-46FC-84DE-002CA8D4CE70}" presName="rootComposite" presStyleCnt="0"/>
      <dgm:spPr/>
    </dgm:pt>
    <dgm:pt modelId="{F8623FE8-E19F-415E-9063-36ED3A0534B5}" type="pres">
      <dgm:prSet presAssocID="{87D61B7B-1C3A-46FC-84DE-002CA8D4CE70}" presName="rootText" presStyleLbl="node3" presStyleIdx="13" presStyleCnt="22">
        <dgm:presLayoutVars>
          <dgm:chPref val="3"/>
        </dgm:presLayoutVars>
      </dgm:prSet>
      <dgm:spPr/>
    </dgm:pt>
    <dgm:pt modelId="{2F0CD0CC-A9CF-427F-8EDC-D2F838C62137}" type="pres">
      <dgm:prSet presAssocID="{87D61B7B-1C3A-46FC-84DE-002CA8D4CE70}" presName="rootConnector" presStyleLbl="node3" presStyleIdx="13" presStyleCnt="22"/>
      <dgm:spPr/>
    </dgm:pt>
    <dgm:pt modelId="{D86707C8-E28B-431E-A756-65013307A97A}" type="pres">
      <dgm:prSet presAssocID="{87D61B7B-1C3A-46FC-84DE-002CA8D4CE70}" presName="hierChild4" presStyleCnt="0"/>
      <dgm:spPr/>
    </dgm:pt>
    <dgm:pt modelId="{6FC14665-3240-4113-8646-992FE8F342FB}" type="pres">
      <dgm:prSet presAssocID="{87D61B7B-1C3A-46FC-84DE-002CA8D4CE70}" presName="hierChild5" presStyleCnt="0"/>
      <dgm:spPr/>
    </dgm:pt>
    <dgm:pt modelId="{54EBD180-D7DD-4FBB-A1E7-1223827D451C}" type="pres">
      <dgm:prSet presAssocID="{4C7CD516-AA4B-4E96-9CC7-2E000814AB8C}" presName="hierChild5" presStyleCnt="0"/>
      <dgm:spPr/>
    </dgm:pt>
    <dgm:pt modelId="{5B1F6C73-2CF5-48FD-B8F5-7D671F241D40}" type="pres">
      <dgm:prSet presAssocID="{5571C840-1CF1-483E-85CC-B66F8771FB99}" presName="Name37" presStyleLbl="parChTrans1D2" presStyleIdx="4" presStyleCnt="7"/>
      <dgm:spPr/>
    </dgm:pt>
    <dgm:pt modelId="{6BE5C690-F594-47FD-8C1A-3E4D1C855D29}" type="pres">
      <dgm:prSet presAssocID="{5495EC92-76AB-470B-B25D-41BF0C31BD38}" presName="hierRoot2" presStyleCnt="0">
        <dgm:presLayoutVars>
          <dgm:hierBranch val="init"/>
        </dgm:presLayoutVars>
      </dgm:prSet>
      <dgm:spPr/>
    </dgm:pt>
    <dgm:pt modelId="{4D2E5C27-7DB2-424C-8AA1-1BB68E653EDF}" type="pres">
      <dgm:prSet presAssocID="{5495EC92-76AB-470B-B25D-41BF0C31BD38}" presName="rootComposite" presStyleCnt="0"/>
      <dgm:spPr/>
    </dgm:pt>
    <dgm:pt modelId="{665B59C0-0066-4181-9E23-E72719E6393C}" type="pres">
      <dgm:prSet presAssocID="{5495EC92-76AB-470B-B25D-41BF0C31BD38}" presName="rootText" presStyleLbl="node2" presStyleIdx="4" presStyleCnt="7">
        <dgm:presLayoutVars>
          <dgm:chPref val="3"/>
        </dgm:presLayoutVars>
      </dgm:prSet>
      <dgm:spPr>
        <a:prstGeom prst="roundRect">
          <a:avLst/>
        </a:prstGeom>
      </dgm:spPr>
    </dgm:pt>
    <dgm:pt modelId="{86DB0CBB-C81A-4202-AFB8-4957DF47D350}" type="pres">
      <dgm:prSet presAssocID="{5495EC92-76AB-470B-B25D-41BF0C31BD38}" presName="rootConnector" presStyleLbl="node2" presStyleIdx="4" presStyleCnt="7"/>
      <dgm:spPr/>
    </dgm:pt>
    <dgm:pt modelId="{72BACE15-2EBE-46FB-AA2C-71C2A4720B51}" type="pres">
      <dgm:prSet presAssocID="{5495EC92-76AB-470B-B25D-41BF0C31BD38}" presName="hierChild4" presStyleCnt="0"/>
      <dgm:spPr/>
    </dgm:pt>
    <dgm:pt modelId="{BE9B23AD-C42E-4974-9D1C-7BE6332635DE}" type="pres">
      <dgm:prSet presAssocID="{27E72AF9-666B-48B0-B21B-D6753E4BF5B3}" presName="Name37" presStyleLbl="parChTrans1D3" presStyleIdx="14" presStyleCnt="22"/>
      <dgm:spPr/>
    </dgm:pt>
    <dgm:pt modelId="{A73A54E1-CF34-4608-ABF5-CE8B5C010691}" type="pres">
      <dgm:prSet presAssocID="{8EB9C666-229F-42AA-B5CB-404793C06921}" presName="hierRoot2" presStyleCnt="0">
        <dgm:presLayoutVars>
          <dgm:hierBranch val="init"/>
        </dgm:presLayoutVars>
      </dgm:prSet>
      <dgm:spPr/>
    </dgm:pt>
    <dgm:pt modelId="{6616A352-C1C6-4E40-BCA0-21E53402125B}" type="pres">
      <dgm:prSet presAssocID="{8EB9C666-229F-42AA-B5CB-404793C06921}" presName="rootComposite" presStyleCnt="0"/>
      <dgm:spPr/>
    </dgm:pt>
    <dgm:pt modelId="{912AA193-44A9-4F66-B5D6-93BB15AC874E}" type="pres">
      <dgm:prSet presAssocID="{8EB9C666-229F-42AA-B5CB-404793C06921}" presName="rootText" presStyleLbl="node3" presStyleIdx="14" presStyleCnt="22">
        <dgm:presLayoutVars>
          <dgm:chPref val="3"/>
        </dgm:presLayoutVars>
      </dgm:prSet>
      <dgm:spPr/>
    </dgm:pt>
    <dgm:pt modelId="{698B3757-F669-4286-AC86-679882786235}" type="pres">
      <dgm:prSet presAssocID="{8EB9C666-229F-42AA-B5CB-404793C06921}" presName="rootConnector" presStyleLbl="node3" presStyleIdx="14" presStyleCnt="22"/>
      <dgm:spPr/>
    </dgm:pt>
    <dgm:pt modelId="{AC4887EC-F334-4198-95A7-E8793CCFA92E}" type="pres">
      <dgm:prSet presAssocID="{8EB9C666-229F-42AA-B5CB-404793C06921}" presName="hierChild4" presStyleCnt="0"/>
      <dgm:spPr/>
    </dgm:pt>
    <dgm:pt modelId="{55DAE0D4-DA8F-49E1-B6D5-9DBABD6CA1E2}" type="pres">
      <dgm:prSet presAssocID="{8EB9C666-229F-42AA-B5CB-404793C06921}" presName="hierChild5" presStyleCnt="0"/>
      <dgm:spPr/>
    </dgm:pt>
    <dgm:pt modelId="{4854E5AF-A933-4329-8D52-A0B30208803A}" type="pres">
      <dgm:prSet presAssocID="{E4AB6731-A8FC-41B6-BCD1-CEC5C72EDB1B}" presName="Name37" presStyleLbl="parChTrans1D3" presStyleIdx="15" presStyleCnt="22"/>
      <dgm:spPr/>
    </dgm:pt>
    <dgm:pt modelId="{CB467CDD-658B-427E-A2A1-083938B87EE7}" type="pres">
      <dgm:prSet presAssocID="{EAEEC322-41E4-403A-9739-8406254023AC}" presName="hierRoot2" presStyleCnt="0">
        <dgm:presLayoutVars>
          <dgm:hierBranch val="init"/>
        </dgm:presLayoutVars>
      </dgm:prSet>
      <dgm:spPr/>
    </dgm:pt>
    <dgm:pt modelId="{BC9EE374-9F45-4D21-BB40-94224B5EFD1B}" type="pres">
      <dgm:prSet presAssocID="{EAEEC322-41E4-403A-9739-8406254023AC}" presName="rootComposite" presStyleCnt="0"/>
      <dgm:spPr/>
    </dgm:pt>
    <dgm:pt modelId="{03ED42CF-433A-4DDC-81F6-337A55B0EA62}" type="pres">
      <dgm:prSet presAssocID="{EAEEC322-41E4-403A-9739-8406254023AC}" presName="rootText" presStyleLbl="node3" presStyleIdx="15" presStyleCnt="22">
        <dgm:presLayoutVars>
          <dgm:chPref val="3"/>
        </dgm:presLayoutVars>
      </dgm:prSet>
      <dgm:spPr/>
    </dgm:pt>
    <dgm:pt modelId="{BEC59229-6464-4C92-9BF3-BBC2F222787C}" type="pres">
      <dgm:prSet presAssocID="{EAEEC322-41E4-403A-9739-8406254023AC}" presName="rootConnector" presStyleLbl="node3" presStyleIdx="15" presStyleCnt="22"/>
      <dgm:spPr/>
    </dgm:pt>
    <dgm:pt modelId="{CD348DED-DF73-4E89-8163-4CBE7D8E4F89}" type="pres">
      <dgm:prSet presAssocID="{EAEEC322-41E4-403A-9739-8406254023AC}" presName="hierChild4" presStyleCnt="0"/>
      <dgm:spPr/>
    </dgm:pt>
    <dgm:pt modelId="{0125FE81-9F1D-4A6C-AAA0-FA325A3D660A}" type="pres">
      <dgm:prSet presAssocID="{EAEEC322-41E4-403A-9739-8406254023AC}" presName="hierChild5" presStyleCnt="0"/>
      <dgm:spPr/>
    </dgm:pt>
    <dgm:pt modelId="{5A2B39C8-B31F-41C5-8855-9A88CD63143F}" type="pres">
      <dgm:prSet presAssocID="{5495EC92-76AB-470B-B25D-41BF0C31BD38}" presName="hierChild5" presStyleCnt="0"/>
      <dgm:spPr/>
    </dgm:pt>
    <dgm:pt modelId="{4FDA0C7C-270A-4399-AF78-1286027DABCB}" type="pres">
      <dgm:prSet presAssocID="{C6B613EE-34CB-47BC-97A0-E2B5DA2916E3}" presName="Name37" presStyleLbl="parChTrans1D2" presStyleIdx="5" presStyleCnt="7"/>
      <dgm:spPr/>
    </dgm:pt>
    <dgm:pt modelId="{B71D4172-934E-443F-B11F-3E610996629C}" type="pres">
      <dgm:prSet presAssocID="{85E8C027-3EF2-48DF-8165-514755BD06A1}" presName="hierRoot2" presStyleCnt="0">
        <dgm:presLayoutVars>
          <dgm:hierBranch val="init"/>
        </dgm:presLayoutVars>
      </dgm:prSet>
      <dgm:spPr/>
    </dgm:pt>
    <dgm:pt modelId="{501B29D5-FBA1-45D4-9090-BC4BE1712682}" type="pres">
      <dgm:prSet presAssocID="{85E8C027-3EF2-48DF-8165-514755BD06A1}" presName="rootComposite" presStyleCnt="0"/>
      <dgm:spPr/>
    </dgm:pt>
    <dgm:pt modelId="{1FF846ED-C030-41C3-AF6D-E43A5861B213}" type="pres">
      <dgm:prSet presAssocID="{85E8C027-3EF2-48DF-8165-514755BD06A1}" presName="rootText" presStyleLbl="node2" presStyleIdx="5" presStyleCnt="7">
        <dgm:presLayoutVars>
          <dgm:chPref val="3"/>
        </dgm:presLayoutVars>
      </dgm:prSet>
      <dgm:spPr>
        <a:prstGeom prst="roundRect">
          <a:avLst/>
        </a:prstGeom>
      </dgm:spPr>
    </dgm:pt>
    <dgm:pt modelId="{5584C93B-A772-4003-B49B-9D31AA594226}" type="pres">
      <dgm:prSet presAssocID="{85E8C027-3EF2-48DF-8165-514755BD06A1}" presName="rootConnector" presStyleLbl="node2" presStyleIdx="5" presStyleCnt="7"/>
      <dgm:spPr/>
    </dgm:pt>
    <dgm:pt modelId="{448583FA-41B7-4464-A875-6C00C9C6BA5D}" type="pres">
      <dgm:prSet presAssocID="{85E8C027-3EF2-48DF-8165-514755BD06A1}" presName="hierChild4" presStyleCnt="0"/>
      <dgm:spPr/>
    </dgm:pt>
    <dgm:pt modelId="{0BC73551-C18C-4A95-B6E0-45312676FE1D}" type="pres">
      <dgm:prSet presAssocID="{17806C26-79BD-4FC6-98C1-AECFA06E66F4}" presName="Name37" presStyleLbl="parChTrans1D3" presStyleIdx="16" presStyleCnt="22"/>
      <dgm:spPr/>
    </dgm:pt>
    <dgm:pt modelId="{299C6093-9A90-4452-8397-D7A51473FFB8}" type="pres">
      <dgm:prSet presAssocID="{7C7ED266-ABEC-4C06-BA36-6ECC91900DDA}" presName="hierRoot2" presStyleCnt="0">
        <dgm:presLayoutVars>
          <dgm:hierBranch val="init"/>
        </dgm:presLayoutVars>
      </dgm:prSet>
      <dgm:spPr/>
    </dgm:pt>
    <dgm:pt modelId="{65F4ACDA-C73B-4518-8C69-787F4447F08C}" type="pres">
      <dgm:prSet presAssocID="{7C7ED266-ABEC-4C06-BA36-6ECC91900DDA}" presName="rootComposite" presStyleCnt="0"/>
      <dgm:spPr/>
    </dgm:pt>
    <dgm:pt modelId="{D5D064C2-626B-4E67-9B7C-911AD47153C0}" type="pres">
      <dgm:prSet presAssocID="{7C7ED266-ABEC-4C06-BA36-6ECC91900DDA}" presName="rootText" presStyleLbl="node3" presStyleIdx="16" presStyleCnt="22">
        <dgm:presLayoutVars>
          <dgm:chPref val="3"/>
        </dgm:presLayoutVars>
      </dgm:prSet>
      <dgm:spPr/>
    </dgm:pt>
    <dgm:pt modelId="{347DFF6C-9127-46E4-824F-4A64ED46280C}" type="pres">
      <dgm:prSet presAssocID="{7C7ED266-ABEC-4C06-BA36-6ECC91900DDA}" presName="rootConnector" presStyleLbl="node3" presStyleIdx="16" presStyleCnt="22"/>
      <dgm:spPr/>
    </dgm:pt>
    <dgm:pt modelId="{C7318CD1-9A3C-4E6A-BD0D-064A7206EFCE}" type="pres">
      <dgm:prSet presAssocID="{7C7ED266-ABEC-4C06-BA36-6ECC91900DDA}" presName="hierChild4" presStyleCnt="0"/>
      <dgm:spPr/>
    </dgm:pt>
    <dgm:pt modelId="{B2A4D8F3-7206-440B-99D8-D62D06EA6815}" type="pres">
      <dgm:prSet presAssocID="{7C7ED266-ABEC-4C06-BA36-6ECC91900DDA}" presName="hierChild5" presStyleCnt="0"/>
      <dgm:spPr/>
    </dgm:pt>
    <dgm:pt modelId="{11ABCCF7-7B45-4E93-AF9B-2FA1D805CAD5}" type="pres">
      <dgm:prSet presAssocID="{9A92D119-81F7-450D-BBE7-17112AC30166}" presName="Name37" presStyleLbl="parChTrans1D3" presStyleIdx="17" presStyleCnt="22"/>
      <dgm:spPr/>
    </dgm:pt>
    <dgm:pt modelId="{9D346F6B-7F1F-4371-8E6F-328B1E26AA73}" type="pres">
      <dgm:prSet presAssocID="{48067589-D6A5-444E-8539-6D28576C82DF}" presName="hierRoot2" presStyleCnt="0">
        <dgm:presLayoutVars>
          <dgm:hierBranch val="init"/>
        </dgm:presLayoutVars>
      </dgm:prSet>
      <dgm:spPr/>
    </dgm:pt>
    <dgm:pt modelId="{31138F98-A982-4384-862A-D24D2F0ACC62}" type="pres">
      <dgm:prSet presAssocID="{48067589-D6A5-444E-8539-6D28576C82DF}" presName="rootComposite" presStyleCnt="0"/>
      <dgm:spPr/>
    </dgm:pt>
    <dgm:pt modelId="{1D1A8429-C4D4-423A-8059-D222188C9709}" type="pres">
      <dgm:prSet presAssocID="{48067589-D6A5-444E-8539-6D28576C82DF}" presName="rootText" presStyleLbl="node3" presStyleIdx="17" presStyleCnt="22">
        <dgm:presLayoutVars>
          <dgm:chPref val="3"/>
        </dgm:presLayoutVars>
      </dgm:prSet>
      <dgm:spPr/>
    </dgm:pt>
    <dgm:pt modelId="{8DCEA2B1-C22D-44AD-BC5D-15FCCC46E60F}" type="pres">
      <dgm:prSet presAssocID="{48067589-D6A5-444E-8539-6D28576C82DF}" presName="rootConnector" presStyleLbl="node3" presStyleIdx="17" presStyleCnt="22"/>
      <dgm:spPr/>
    </dgm:pt>
    <dgm:pt modelId="{FD5CB1D4-3C1D-4FE4-B255-61FE2ADD7D8A}" type="pres">
      <dgm:prSet presAssocID="{48067589-D6A5-444E-8539-6D28576C82DF}" presName="hierChild4" presStyleCnt="0"/>
      <dgm:spPr/>
    </dgm:pt>
    <dgm:pt modelId="{CDA5A505-FEAD-46D6-A1DF-08ED8E20EB95}" type="pres">
      <dgm:prSet presAssocID="{48067589-D6A5-444E-8539-6D28576C82DF}" presName="hierChild5" presStyleCnt="0"/>
      <dgm:spPr/>
    </dgm:pt>
    <dgm:pt modelId="{984B8B83-BC00-4906-9EA4-2C6440517770}" type="pres">
      <dgm:prSet presAssocID="{A5A41852-E8A6-4F46-AFF4-04D483F8030E}" presName="Name37" presStyleLbl="parChTrans1D3" presStyleIdx="18" presStyleCnt="22"/>
      <dgm:spPr/>
    </dgm:pt>
    <dgm:pt modelId="{647F8120-EBD0-4E89-9765-CEA030C34340}" type="pres">
      <dgm:prSet presAssocID="{1985B121-5816-4C3C-A4AE-CE7FFF02C340}" presName="hierRoot2" presStyleCnt="0">
        <dgm:presLayoutVars>
          <dgm:hierBranch val="init"/>
        </dgm:presLayoutVars>
      </dgm:prSet>
      <dgm:spPr/>
    </dgm:pt>
    <dgm:pt modelId="{6F6466AA-2F42-4784-A337-C0F2C4871393}" type="pres">
      <dgm:prSet presAssocID="{1985B121-5816-4C3C-A4AE-CE7FFF02C340}" presName="rootComposite" presStyleCnt="0"/>
      <dgm:spPr/>
    </dgm:pt>
    <dgm:pt modelId="{655349E5-8C31-4DE3-8AA0-8371567F946C}" type="pres">
      <dgm:prSet presAssocID="{1985B121-5816-4C3C-A4AE-CE7FFF02C340}" presName="rootText" presStyleLbl="node3" presStyleIdx="18" presStyleCnt="22">
        <dgm:presLayoutVars>
          <dgm:chPref val="3"/>
        </dgm:presLayoutVars>
      </dgm:prSet>
      <dgm:spPr/>
    </dgm:pt>
    <dgm:pt modelId="{BA07A169-AAFA-48A1-8C1F-F086B7428127}" type="pres">
      <dgm:prSet presAssocID="{1985B121-5816-4C3C-A4AE-CE7FFF02C340}" presName="rootConnector" presStyleLbl="node3" presStyleIdx="18" presStyleCnt="22"/>
      <dgm:spPr/>
    </dgm:pt>
    <dgm:pt modelId="{9226DF23-3357-4ADF-A49F-E1F1142D8B01}" type="pres">
      <dgm:prSet presAssocID="{1985B121-5816-4C3C-A4AE-CE7FFF02C340}" presName="hierChild4" presStyleCnt="0"/>
      <dgm:spPr/>
    </dgm:pt>
    <dgm:pt modelId="{A9241913-C471-476E-9057-7B33BC238D46}" type="pres">
      <dgm:prSet presAssocID="{1985B121-5816-4C3C-A4AE-CE7FFF02C340}" presName="hierChild5" presStyleCnt="0"/>
      <dgm:spPr/>
    </dgm:pt>
    <dgm:pt modelId="{60FE6AE0-50FA-46E1-AB99-CAD35BC73C41}" type="pres">
      <dgm:prSet presAssocID="{472F6E48-D4F2-4422-81D7-4CD9A3574D2E}" presName="Name37" presStyleLbl="parChTrans1D3" presStyleIdx="19" presStyleCnt="22"/>
      <dgm:spPr/>
    </dgm:pt>
    <dgm:pt modelId="{DCE8D45A-5C3F-49D5-B2CD-2CD97139A81E}" type="pres">
      <dgm:prSet presAssocID="{FF466442-4754-4364-820A-B34F71CAD2F5}" presName="hierRoot2" presStyleCnt="0">
        <dgm:presLayoutVars>
          <dgm:hierBranch val="init"/>
        </dgm:presLayoutVars>
      </dgm:prSet>
      <dgm:spPr/>
    </dgm:pt>
    <dgm:pt modelId="{D40E851A-F3A2-4707-85C1-C6B7C7A68DCF}" type="pres">
      <dgm:prSet presAssocID="{FF466442-4754-4364-820A-B34F71CAD2F5}" presName="rootComposite" presStyleCnt="0"/>
      <dgm:spPr/>
    </dgm:pt>
    <dgm:pt modelId="{C6887849-9AC5-4665-A883-106AD7C49DD3}" type="pres">
      <dgm:prSet presAssocID="{FF466442-4754-4364-820A-B34F71CAD2F5}" presName="rootText" presStyleLbl="node3" presStyleIdx="19" presStyleCnt="22">
        <dgm:presLayoutVars>
          <dgm:chPref val="3"/>
        </dgm:presLayoutVars>
      </dgm:prSet>
      <dgm:spPr/>
    </dgm:pt>
    <dgm:pt modelId="{391FE2AE-CF25-4A48-B98D-04E5019A370F}" type="pres">
      <dgm:prSet presAssocID="{FF466442-4754-4364-820A-B34F71CAD2F5}" presName="rootConnector" presStyleLbl="node3" presStyleIdx="19" presStyleCnt="22"/>
      <dgm:spPr/>
    </dgm:pt>
    <dgm:pt modelId="{CBCD491C-EEE0-45C3-BCB8-CFC96478EF75}" type="pres">
      <dgm:prSet presAssocID="{FF466442-4754-4364-820A-B34F71CAD2F5}" presName="hierChild4" presStyleCnt="0"/>
      <dgm:spPr/>
    </dgm:pt>
    <dgm:pt modelId="{91A07BCB-DFFD-452F-BA89-1F3D77ECD1CC}" type="pres">
      <dgm:prSet presAssocID="{FF466442-4754-4364-820A-B34F71CAD2F5}" presName="hierChild5" presStyleCnt="0"/>
      <dgm:spPr/>
    </dgm:pt>
    <dgm:pt modelId="{20FF6160-1619-47F1-A82F-09FD140568D9}" type="pres">
      <dgm:prSet presAssocID="{85E8C027-3EF2-48DF-8165-514755BD06A1}" presName="hierChild5" presStyleCnt="0"/>
      <dgm:spPr/>
    </dgm:pt>
    <dgm:pt modelId="{7E0C71C0-A577-4374-9491-3641329AAA39}" type="pres">
      <dgm:prSet presAssocID="{391ED9E1-4238-4D53-AAC6-A77740EC1DFF}" presName="Name37" presStyleLbl="parChTrans1D2" presStyleIdx="6" presStyleCnt="7"/>
      <dgm:spPr/>
    </dgm:pt>
    <dgm:pt modelId="{6E13B5B3-BD17-46B9-A834-1492DCF3A6A7}" type="pres">
      <dgm:prSet presAssocID="{B1EDB046-C7B8-402E-B218-9684C0AB19A7}" presName="hierRoot2" presStyleCnt="0">
        <dgm:presLayoutVars>
          <dgm:hierBranch val="init"/>
        </dgm:presLayoutVars>
      </dgm:prSet>
      <dgm:spPr/>
    </dgm:pt>
    <dgm:pt modelId="{3BF851BF-9AB7-41CB-8707-85A0C8EA9A0C}" type="pres">
      <dgm:prSet presAssocID="{B1EDB046-C7B8-402E-B218-9684C0AB19A7}" presName="rootComposite" presStyleCnt="0"/>
      <dgm:spPr/>
    </dgm:pt>
    <dgm:pt modelId="{59EE80B6-AB79-4CEA-B888-E9AAECFB9178}" type="pres">
      <dgm:prSet presAssocID="{B1EDB046-C7B8-402E-B218-9684C0AB19A7}" presName="rootText" presStyleLbl="node2" presStyleIdx="6" presStyleCnt="7">
        <dgm:presLayoutVars>
          <dgm:chPref val="3"/>
        </dgm:presLayoutVars>
      </dgm:prSet>
      <dgm:spPr>
        <a:prstGeom prst="roundRect">
          <a:avLst/>
        </a:prstGeom>
      </dgm:spPr>
    </dgm:pt>
    <dgm:pt modelId="{97FB91E8-C0E2-46CF-8CBD-7C1F93259063}" type="pres">
      <dgm:prSet presAssocID="{B1EDB046-C7B8-402E-B218-9684C0AB19A7}" presName="rootConnector" presStyleLbl="node2" presStyleIdx="6" presStyleCnt="7"/>
      <dgm:spPr/>
    </dgm:pt>
    <dgm:pt modelId="{E651793A-8017-4ACE-B74B-AC02A896BAF8}" type="pres">
      <dgm:prSet presAssocID="{B1EDB046-C7B8-402E-B218-9684C0AB19A7}" presName="hierChild4" presStyleCnt="0"/>
      <dgm:spPr/>
    </dgm:pt>
    <dgm:pt modelId="{6F8D2BFA-F656-4208-9C70-FBD8BAF123A6}" type="pres">
      <dgm:prSet presAssocID="{A1165FCA-F578-4A26-A4A1-BEB90250081B}" presName="Name37" presStyleLbl="parChTrans1D3" presStyleIdx="20" presStyleCnt="22"/>
      <dgm:spPr/>
    </dgm:pt>
    <dgm:pt modelId="{828C9D7D-BA4C-4D62-B137-B6095B849119}" type="pres">
      <dgm:prSet presAssocID="{138EED79-FEA9-41F4-A899-BE033A9EFAE7}" presName="hierRoot2" presStyleCnt="0">
        <dgm:presLayoutVars>
          <dgm:hierBranch val="init"/>
        </dgm:presLayoutVars>
      </dgm:prSet>
      <dgm:spPr/>
    </dgm:pt>
    <dgm:pt modelId="{31EB1D9C-6EFF-409D-ADF4-EE109969F671}" type="pres">
      <dgm:prSet presAssocID="{138EED79-FEA9-41F4-A899-BE033A9EFAE7}" presName="rootComposite" presStyleCnt="0"/>
      <dgm:spPr/>
    </dgm:pt>
    <dgm:pt modelId="{61A82166-30BB-44FF-80F0-648AD9785676}" type="pres">
      <dgm:prSet presAssocID="{138EED79-FEA9-41F4-A899-BE033A9EFAE7}" presName="rootText" presStyleLbl="node3" presStyleIdx="20" presStyleCnt="22">
        <dgm:presLayoutVars>
          <dgm:chPref val="3"/>
        </dgm:presLayoutVars>
      </dgm:prSet>
      <dgm:spPr/>
    </dgm:pt>
    <dgm:pt modelId="{ABBEDA45-BE0A-4FDE-98B5-63B0A885AAA5}" type="pres">
      <dgm:prSet presAssocID="{138EED79-FEA9-41F4-A899-BE033A9EFAE7}" presName="rootConnector" presStyleLbl="node3" presStyleIdx="20" presStyleCnt="22"/>
      <dgm:spPr/>
    </dgm:pt>
    <dgm:pt modelId="{BDC7062F-3338-4321-B7CF-775FF979012E}" type="pres">
      <dgm:prSet presAssocID="{138EED79-FEA9-41F4-A899-BE033A9EFAE7}" presName="hierChild4" presStyleCnt="0"/>
      <dgm:spPr/>
    </dgm:pt>
    <dgm:pt modelId="{2346C4FD-686E-4708-9999-56D01EB1AAD2}" type="pres">
      <dgm:prSet presAssocID="{138EED79-FEA9-41F4-A899-BE033A9EFAE7}" presName="hierChild5" presStyleCnt="0"/>
      <dgm:spPr/>
    </dgm:pt>
    <dgm:pt modelId="{D882DB49-704A-44B9-A966-36C7291DB963}" type="pres">
      <dgm:prSet presAssocID="{D1B614A8-647B-4B33-B23E-86652EF9FEAE}" presName="Name37" presStyleLbl="parChTrans1D3" presStyleIdx="21" presStyleCnt="22"/>
      <dgm:spPr/>
    </dgm:pt>
    <dgm:pt modelId="{82B31370-CA70-47E0-AF0E-E8A29BC128E4}" type="pres">
      <dgm:prSet presAssocID="{5C329331-898E-4F19-B80C-AA8D9936BB71}" presName="hierRoot2" presStyleCnt="0">
        <dgm:presLayoutVars>
          <dgm:hierBranch val="init"/>
        </dgm:presLayoutVars>
      </dgm:prSet>
      <dgm:spPr/>
    </dgm:pt>
    <dgm:pt modelId="{2CC67199-8215-4949-9F9F-5DBDBF3266DF}" type="pres">
      <dgm:prSet presAssocID="{5C329331-898E-4F19-B80C-AA8D9936BB71}" presName="rootComposite" presStyleCnt="0"/>
      <dgm:spPr/>
    </dgm:pt>
    <dgm:pt modelId="{46F01416-2D73-40D7-9E32-14A4809BFB83}" type="pres">
      <dgm:prSet presAssocID="{5C329331-898E-4F19-B80C-AA8D9936BB71}" presName="rootText" presStyleLbl="node3" presStyleIdx="21" presStyleCnt="22">
        <dgm:presLayoutVars>
          <dgm:chPref val="3"/>
        </dgm:presLayoutVars>
      </dgm:prSet>
      <dgm:spPr/>
    </dgm:pt>
    <dgm:pt modelId="{9DDB8AD8-BC74-431C-9896-E0DE95FF2AFB}" type="pres">
      <dgm:prSet presAssocID="{5C329331-898E-4F19-B80C-AA8D9936BB71}" presName="rootConnector" presStyleLbl="node3" presStyleIdx="21" presStyleCnt="22"/>
      <dgm:spPr/>
    </dgm:pt>
    <dgm:pt modelId="{DF611F04-C9CF-48F5-83B2-429FF421F8BE}" type="pres">
      <dgm:prSet presAssocID="{5C329331-898E-4F19-B80C-AA8D9936BB71}" presName="hierChild4" presStyleCnt="0"/>
      <dgm:spPr/>
    </dgm:pt>
    <dgm:pt modelId="{4000BA1B-FEE2-401D-915A-BD582B596C1F}" type="pres">
      <dgm:prSet presAssocID="{5C329331-898E-4F19-B80C-AA8D9936BB71}" presName="hierChild5" presStyleCnt="0"/>
      <dgm:spPr/>
    </dgm:pt>
    <dgm:pt modelId="{9C6A8B38-B9F8-417E-9A1F-FE2B4DDE4F1B}" type="pres">
      <dgm:prSet presAssocID="{B1EDB046-C7B8-402E-B218-9684C0AB19A7}" presName="hierChild5" presStyleCnt="0"/>
      <dgm:spPr/>
    </dgm:pt>
    <dgm:pt modelId="{89D19936-EE9F-4D6A-87FC-289D817D01E6}" type="pres">
      <dgm:prSet presAssocID="{0E14943F-CF09-4B63-8A3B-46FFE5439F56}" presName="hierChild3" presStyleCnt="0"/>
      <dgm:spPr/>
    </dgm:pt>
  </dgm:ptLst>
  <dgm:cxnLst>
    <dgm:cxn modelId="{25651202-EFF4-436E-9160-3319E2C01E71}" srcId="{0E14943F-CF09-4B63-8A3B-46FFE5439F56}" destId="{4C7CD516-AA4B-4E96-9CC7-2E000814AB8C}" srcOrd="3" destOrd="0" parTransId="{03BC441A-EF7D-4C12-80C3-0F8E5BB8AF19}" sibTransId="{DE268AE6-0F53-4BE8-B2AC-A4EB7ECC03B3}"/>
    <dgm:cxn modelId="{9E199305-9845-42BD-8E25-06F52699C37A}" srcId="{687642B0-D0AB-4251-BC5A-00B03B70C3A8}" destId="{9D09B7B5-3D69-4BF9-8AE9-CDAE47EBFB57}" srcOrd="0" destOrd="0" parTransId="{B53C887C-0D16-4EED-BFDC-791807CE7E6E}" sibTransId="{B2CA8B84-0C86-414A-954E-0259E609391D}"/>
    <dgm:cxn modelId="{B6D24E0A-FBBB-4DD4-8605-48046DF16173}" type="presOf" srcId="{64EEE9EF-F324-4BF4-AB52-176FD3EB9480}" destId="{11F18CF2-0A26-4699-BBA0-EA4630317C85}" srcOrd="1" destOrd="0" presId="urn:microsoft.com/office/officeart/2005/8/layout/orgChart1"/>
    <dgm:cxn modelId="{8F39B90A-0467-4D2A-B061-D20562CB9AEE}" srcId="{0D24915F-D7E3-4F05-AC83-5CB6C334C5A0}" destId="{64EEE9EF-F324-4BF4-AB52-176FD3EB9480}" srcOrd="1" destOrd="0" parTransId="{1A8289AF-53D8-441E-8909-F2F2A8EAE1C6}" sibTransId="{B58B801F-3D06-42D0-9CF9-93B2D363CD1E}"/>
    <dgm:cxn modelId="{207A9A0B-7DDA-4CA8-B5FB-39FBA7FFBD50}" type="presOf" srcId="{5C329331-898E-4F19-B80C-AA8D9936BB71}" destId="{46F01416-2D73-40D7-9E32-14A4809BFB83}" srcOrd="0" destOrd="0" presId="urn:microsoft.com/office/officeart/2005/8/layout/orgChart1"/>
    <dgm:cxn modelId="{3375B70C-0100-48B8-94C7-F067383EC861}" type="presOf" srcId="{5571C840-1CF1-483E-85CC-B66F8771FB99}" destId="{5B1F6C73-2CF5-48FD-B8F5-7D671F241D40}" srcOrd="0" destOrd="0" presId="urn:microsoft.com/office/officeart/2005/8/layout/orgChart1"/>
    <dgm:cxn modelId="{5C23320D-9AC9-4D20-85E5-58081BA0671F}" type="presOf" srcId="{C6B613EE-34CB-47BC-97A0-E2B5DA2916E3}" destId="{4FDA0C7C-270A-4399-AF78-1286027DABCB}" srcOrd="0" destOrd="0" presId="urn:microsoft.com/office/officeart/2005/8/layout/orgChart1"/>
    <dgm:cxn modelId="{E9DBC512-4453-4A36-B5ED-B8AA4CC5FF61}" type="presOf" srcId="{6692459C-C882-4E5C-9B51-D8372A25D592}" destId="{0465EF6B-E29F-43F8-95B1-DEFD393BB95F}" srcOrd="0" destOrd="0" presId="urn:microsoft.com/office/officeart/2005/8/layout/orgChart1"/>
    <dgm:cxn modelId="{0E14DC12-F74F-40D0-A1F2-45BEF6A0FA3E}" srcId="{5495EC92-76AB-470B-B25D-41BF0C31BD38}" destId="{8EB9C666-229F-42AA-B5CB-404793C06921}" srcOrd="0" destOrd="0" parTransId="{27E72AF9-666B-48B0-B21B-D6753E4BF5B3}" sibTransId="{8077A7A7-3AB3-4AA7-BA69-C84B147C8071}"/>
    <dgm:cxn modelId="{199FF612-0899-4709-BD00-352AF6BC7DA6}" type="presOf" srcId="{FF466442-4754-4364-820A-B34F71CAD2F5}" destId="{C6887849-9AC5-4665-A883-106AD7C49DD3}" srcOrd="0" destOrd="0" presId="urn:microsoft.com/office/officeart/2005/8/layout/orgChart1"/>
    <dgm:cxn modelId="{A2D21915-1F04-45A1-B7A7-5874BEA228C0}" type="presOf" srcId="{5495EC92-76AB-470B-B25D-41BF0C31BD38}" destId="{86DB0CBB-C81A-4202-AFB8-4957DF47D350}" srcOrd="1" destOrd="0" presId="urn:microsoft.com/office/officeart/2005/8/layout/orgChart1"/>
    <dgm:cxn modelId="{D47D6717-AED3-4276-B6BC-CAF9C86A352A}" type="presOf" srcId="{8F21C80E-413C-49FB-A6AA-5F620619388A}" destId="{00729B15-D365-4DA3-B91D-2BDE114723CA}" srcOrd="1" destOrd="0" presId="urn:microsoft.com/office/officeart/2005/8/layout/orgChart1"/>
    <dgm:cxn modelId="{9675A317-79AA-4426-920C-25633E9AB43D}" type="presOf" srcId="{27E72AF9-666B-48B0-B21B-D6753E4BF5B3}" destId="{BE9B23AD-C42E-4974-9D1C-7BE6332635DE}" srcOrd="0" destOrd="0" presId="urn:microsoft.com/office/officeart/2005/8/layout/orgChart1"/>
    <dgm:cxn modelId="{AC73AD17-3686-4065-9552-E90C6D4B37E6}" type="presOf" srcId="{FF466442-4754-4364-820A-B34F71CAD2F5}" destId="{391FE2AE-CF25-4A48-B98D-04E5019A370F}" srcOrd="1" destOrd="0" presId="urn:microsoft.com/office/officeart/2005/8/layout/orgChart1"/>
    <dgm:cxn modelId="{12E75B1A-1F12-4A19-B8AB-5E20DFA9103A}" srcId="{0E14943F-CF09-4B63-8A3B-46FFE5439F56}" destId="{85E8C027-3EF2-48DF-8165-514755BD06A1}" srcOrd="5" destOrd="0" parTransId="{C6B613EE-34CB-47BC-97A0-E2B5DA2916E3}" sibTransId="{E243E9D1-0E27-4AD8-A0C3-4FA96BEE3110}"/>
    <dgm:cxn modelId="{C3614B1C-3861-48F1-A711-998391E0DAE4}" srcId="{687642B0-D0AB-4251-BC5A-00B03B70C3A8}" destId="{8F21C80E-413C-49FB-A6AA-5F620619388A}" srcOrd="1" destOrd="0" parTransId="{329582B8-C3D9-4A3B-A5D7-4728B1B1ED73}" sibTransId="{5148650C-AF4F-4841-95E3-E4CA22EF4F83}"/>
    <dgm:cxn modelId="{119F5320-4497-4D67-A706-BE3C591D935C}" type="presOf" srcId="{9E360275-8E56-4B71-9EF4-89F0D1E9DBE0}" destId="{3C81E088-5197-41EA-88F9-74F9C564FC3C}" srcOrd="0" destOrd="0" presId="urn:microsoft.com/office/officeart/2005/8/layout/orgChart1"/>
    <dgm:cxn modelId="{CA12E520-F215-4A68-9FB4-4F44AB2B9628}" type="presOf" srcId="{D49ABF8D-3A82-4CED-8326-3BD81D5D6B9F}" destId="{8D8E11A0-0EF9-4B23-A6B7-1865D5C4A54C}" srcOrd="0" destOrd="0" presId="urn:microsoft.com/office/officeart/2005/8/layout/orgChart1"/>
    <dgm:cxn modelId="{491CEC21-5AD1-4BF4-9C1C-88798B3ED53A}" type="presOf" srcId="{4AD8CD61-A88B-4CD3-A587-EA91F611EA7E}" destId="{5092D665-7F8D-45A5-AED0-F118A7AA8E3C}" srcOrd="0" destOrd="0" presId="urn:microsoft.com/office/officeart/2005/8/layout/orgChart1"/>
    <dgm:cxn modelId="{74010F27-B8BB-47BF-AFA0-2E1BD2E20195}" type="presOf" srcId="{8F21C80E-413C-49FB-A6AA-5F620619388A}" destId="{6BE50848-1EB2-4B9A-844E-D7077A9A3FD7}" srcOrd="0" destOrd="0" presId="urn:microsoft.com/office/officeart/2005/8/layout/orgChart1"/>
    <dgm:cxn modelId="{27800228-DEB2-4C16-9AFC-4EB8F114AA7F}" srcId="{0D24915F-D7E3-4F05-AC83-5CB6C334C5A0}" destId="{FD635CCD-BA1D-4123-AFD9-8A4703365345}" srcOrd="0" destOrd="0" parTransId="{A84C7A47-EE8E-4563-9A07-605677C98D42}" sibTransId="{B2F96EF1-FBF4-4069-865C-7E92FB1A8E12}"/>
    <dgm:cxn modelId="{0A25862E-714B-4A60-BDD8-30069C8246A4}" type="presOf" srcId="{138EED79-FEA9-41F4-A899-BE033A9EFAE7}" destId="{61A82166-30BB-44FF-80F0-648AD9785676}" srcOrd="0" destOrd="0" presId="urn:microsoft.com/office/officeart/2005/8/layout/orgChart1"/>
    <dgm:cxn modelId="{A7DC5F2F-AAF6-42FB-97CB-CD6B7109C671}" type="presOf" srcId="{87D61B7B-1C3A-46FC-84DE-002CA8D4CE70}" destId="{F8623FE8-E19F-415E-9063-36ED3A0534B5}" srcOrd="0" destOrd="0" presId="urn:microsoft.com/office/officeart/2005/8/layout/orgChart1"/>
    <dgm:cxn modelId="{D4A6A72F-C9CB-43FC-A0CF-7F7AD32BC9D5}" srcId="{85E8C027-3EF2-48DF-8165-514755BD06A1}" destId="{48067589-D6A5-444E-8539-6D28576C82DF}" srcOrd="1" destOrd="0" parTransId="{9A92D119-81F7-450D-BBE7-17112AC30166}" sibTransId="{E4BADD63-0E30-4B9F-BE4A-F71774944B86}"/>
    <dgm:cxn modelId="{71689434-61AA-48D3-9E5A-4516E0DF7D04}" srcId="{D49ABF8D-3A82-4CED-8326-3BD81D5D6B9F}" destId="{73724421-A3F2-4779-BE25-CD141E5302DE}" srcOrd="3" destOrd="0" parTransId="{2E5D4A15-BC9D-4DEE-B408-D0C1056EAEEB}" sibTransId="{B23D0C4F-8BE8-438F-8ACD-9121C1C4EC22}"/>
    <dgm:cxn modelId="{1FC11535-3982-49E5-AE28-5D3EDBC6D75B}" type="presOf" srcId="{B4384A67-548C-4DE1-A412-A43AF4C5C4C2}" destId="{C3D49C8B-79B6-495F-80E1-B722CBA1E1E7}" srcOrd="0" destOrd="0" presId="urn:microsoft.com/office/officeart/2005/8/layout/orgChart1"/>
    <dgm:cxn modelId="{A93CC437-CFAF-4637-AB97-214813258E10}" type="presOf" srcId="{DF174DAD-D2A7-4683-9A04-48252EEB604B}" destId="{C887D875-D380-411D-A0E2-AEDF62061DAD}" srcOrd="0" destOrd="0" presId="urn:microsoft.com/office/officeart/2005/8/layout/orgChart1"/>
    <dgm:cxn modelId="{97CEDA3B-2C91-4283-9B41-C63F297A46E6}" type="presOf" srcId="{2E5D4A15-BC9D-4DEE-B408-D0C1056EAEEB}" destId="{3F754AD3-C23A-4BF5-B7A4-71092A6A85A0}" srcOrd="0" destOrd="0" presId="urn:microsoft.com/office/officeart/2005/8/layout/orgChart1"/>
    <dgm:cxn modelId="{EF7C8D3E-ECE5-4D99-8DAB-395BFBFE3CC9}" type="presOf" srcId="{03BC441A-EF7D-4C12-80C3-0F8E5BB8AF19}" destId="{5663E0F3-C69A-4EB7-98C9-8075B0097111}" srcOrd="0" destOrd="0" presId="urn:microsoft.com/office/officeart/2005/8/layout/orgChart1"/>
    <dgm:cxn modelId="{EDBAFC3E-0468-4025-BCBD-9BA33FC344EB}" type="presOf" srcId="{85E8C027-3EF2-48DF-8165-514755BD06A1}" destId="{1FF846ED-C030-41C3-AF6D-E43A5861B213}" srcOrd="0" destOrd="0" presId="urn:microsoft.com/office/officeart/2005/8/layout/orgChart1"/>
    <dgm:cxn modelId="{95733F3F-FC4B-4AB5-8D3E-CEDEAE14A094}" type="presOf" srcId="{458B8B2C-75EF-43A8-A160-C6B27AFD059F}" destId="{27F9DFC0-D795-49D1-8265-9EA175A2A615}" srcOrd="1" destOrd="0" presId="urn:microsoft.com/office/officeart/2005/8/layout/orgChart1"/>
    <dgm:cxn modelId="{227CB53F-6926-42D5-A91B-8A5DA9052B22}" srcId="{D49ABF8D-3A82-4CED-8326-3BD81D5D6B9F}" destId="{353EB3F5-2E78-4900-B32E-FC87E64A3437}" srcOrd="2" destOrd="0" parTransId="{DF174DAD-D2A7-4683-9A04-48252EEB604B}" sibTransId="{B8C5035A-A7D6-4F7D-81A6-CA1554928BA3}"/>
    <dgm:cxn modelId="{8AD2CE3F-079C-495D-821A-1FCE54613D90}" type="presOf" srcId="{8EB9C666-229F-42AA-B5CB-404793C06921}" destId="{698B3757-F669-4286-AC86-679882786235}" srcOrd="1" destOrd="0" presId="urn:microsoft.com/office/officeart/2005/8/layout/orgChart1"/>
    <dgm:cxn modelId="{812F9A40-1947-414A-B060-4746771AF15E}" type="presOf" srcId="{48067589-D6A5-444E-8539-6D28576C82DF}" destId="{1D1A8429-C4D4-423A-8059-D222188C9709}" srcOrd="0" destOrd="0" presId="urn:microsoft.com/office/officeart/2005/8/layout/orgChart1"/>
    <dgm:cxn modelId="{4AAEF160-686B-4F1C-A024-8859017BC593}" type="presOf" srcId="{BC24966E-2699-431C-BF08-3796488CCEF2}" destId="{A9941EB2-5582-4E05-A4E5-A3E51B44F81A}" srcOrd="0" destOrd="0" presId="urn:microsoft.com/office/officeart/2005/8/layout/orgChart1"/>
    <dgm:cxn modelId="{C78AD942-4689-4280-998E-59D37B29B17F}" srcId="{0D24915F-D7E3-4F05-AC83-5CB6C334C5A0}" destId="{458B8B2C-75EF-43A8-A160-C6B27AFD059F}" srcOrd="2" destOrd="0" parTransId="{D9EB3E7C-12FB-47DA-8068-E5C6624F7D0D}" sibTransId="{B232F259-160C-40A6-A2E3-77EC86617BF6}"/>
    <dgm:cxn modelId="{58B2B864-9C85-4A56-89D4-E11A76E03C72}" type="presOf" srcId="{37E06BC7-B319-4B36-A68D-4B13EF3716C4}" destId="{B5044854-077F-40FA-8D2F-A948A496CE72}" srcOrd="1" destOrd="0" presId="urn:microsoft.com/office/officeart/2005/8/layout/orgChart1"/>
    <dgm:cxn modelId="{9927BC64-4A2D-495E-84F0-A1ED01039541}" type="presOf" srcId="{3C734403-3F9A-4E24-A38F-2D06C6DFDBD5}" destId="{155AAABA-167B-4C26-8834-9DD91F45F10F}" srcOrd="1" destOrd="0" presId="urn:microsoft.com/office/officeart/2005/8/layout/orgChart1"/>
    <dgm:cxn modelId="{2102BB46-77D0-4F3B-9496-9FF3DF8D4376}" type="presOf" srcId="{9D09B7B5-3D69-4BF9-8AE9-CDAE47EBFB57}" destId="{80D853E7-DDE7-4191-8F63-A6C8E5DA64AF}" srcOrd="0" destOrd="0" presId="urn:microsoft.com/office/officeart/2005/8/layout/orgChart1"/>
    <dgm:cxn modelId="{A892C246-130A-4546-96BE-34CAFB516966}" type="presOf" srcId="{353EB3F5-2E78-4900-B32E-FC87E64A3437}" destId="{4EEB5689-0D21-4303-A1F3-897BDEAA43AE}" srcOrd="0" destOrd="0" presId="urn:microsoft.com/office/officeart/2005/8/layout/orgChart1"/>
    <dgm:cxn modelId="{3F995947-8EF1-4D91-AD4B-4B7C3AEDF402}" srcId="{0E14943F-CF09-4B63-8A3B-46FFE5439F56}" destId="{0D24915F-D7E3-4F05-AC83-5CB6C334C5A0}" srcOrd="1" destOrd="0" parTransId="{B4384A67-548C-4DE1-A412-A43AF4C5C4C2}" sibTransId="{29C54339-713E-4F27-BB67-FC78D2605AAF}"/>
    <dgm:cxn modelId="{D8A3D867-33B0-4976-983A-5217F9D1BCC7}" type="presOf" srcId="{B1EDB046-C7B8-402E-B218-9684C0AB19A7}" destId="{59EE80B6-AB79-4CEA-B888-E9AAECFB9178}" srcOrd="0" destOrd="0" presId="urn:microsoft.com/office/officeart/2005/8/layout/orgChart1"/>
    <dgm:cxn modelId="{415AA048-01A0-46F7-87A3-4351326F7165}" srcId="{0E14943F-CF09-4B63-8A3B-46FFE5439F56}" destId="{D49ABF8D-3A82-4CED-8326-3BD81D5D6B9F}" srcOrd="0" destOrd="0" parTransId="{3EBDECCE-5F78-48FD-A0F6-4393E89D452E}" sibTransId="{E91A004C-91CD-4A53-9033-F0C7F3152051}"/>
    <dgm:cxn modelId="{8B5F7849-815F-4683-AB5A-61A353A885E2}" srcId="{4C7CD516-AA4B-4E96-9CC7-2E000814AB8C}" destId="{3C734403-3F9A-4E24-A38F-2D06C6DFDBD5}" srcOrd="0" destOrd="0" parTransId="{0317C0C7-36D1-46C4-8ACB-A9E9AD1C0610}" sibTransId="{2EA1D42B-999E-4DB7-8EEE-3A8492F94250}"/>
    <dgm:cxn modelId="{DB8E8169-F66E-4665-8E13-3C1C4D33AD1D}" srcId="{D49ABF8D-3A82-4CED-8326-3BD81D5D6B9F}" destId="{37E06BC7-B319-4B36-A68D-4B13EF3716C4}" srcOrd="1" destOrd="0" parTransId="{8D9DCBDB-A421-49B9-A0B4-8054BC331A5E}" sibTransId="{D704D940-6CB9-4368-88C0-9154FDCE3BF0}"/>
    <dgm:cxn modelId="{7749C969-E872-4E90-857C-C10E5FA9689C}" type="presOf" srcId="{8EB9C666-229F-42AA-B5CB-404793C06921}" destId="{912AA193-44A9-4F66-B5D6-93BB15AC874E}" srcOrd="0" destOrd="0" presId="urn:microsoft.com/office/officeart/2005/8/layout/orgChart1"/>
    <dgm:cxn modelId="{90516C6C-813B-467E-B037-C8167FDF6F84}" srcId="{B1EDB046-C7B8-402E-B218-9684C0AB19A7}" destId="{138EED79-FEA9-41F4-A899-BE033A9EFAE7}" srcOrd="0" destOrd="0" parTransId="{A1165FCA-F578-4A26-A4A1-BEB90250081B}" sibTransId="{B6C7AF46-E6F0-49FB-A892-76FA8A5A7A99}"/>
    <dgm:cxn modelId="{A2C4404F-D54A-4CA0-AA2B-B342EF7F11AD}" type="presOf" srcId="{FD635CCD-BA1D-4123-AFD9-8A4703365345}" destId="{A5F8D978-56C5-4A2B-8F63-E47F13A0E374}" srcOrd="1" destOrd="0" presId="urn:microsoft.com/office/officeart/2005/8/layout/orgChart1"/>
    <dgm:cxn modelId="{0B30526F-30DC-42E9-B51C-9B9C18A13030}" type="presOf" srcId="{1985B121-5816-4C3C-A4AE-CE7FFF02C340}" destId="{655349E5-8C31-4DE3-8AA0-8371567F946C}" srcOrd="0" destOrd="0" presId="urn:microsoft.com/office/officeart/2005/8/layout/orgChart1"/>
    <dgm:cxn modelId="{A0C01350-9BD9-4CA2-B77D-DFB5A584BD90}" srcId="{85E8C027-3EF2-48DF-8165-514755BD06A1}" destId="{7C7ED266-ABEC-4C06-BA36-6ECC91900DDA}" srcOrd="0" destOrd="0" parTransId="{17806C26-79BD-4FC6-98C1-AECFA06E66F4}" sibTransId="{94A76D6F-0485-47A8-A825-B509FC9C170C}"/>
    <dgm:cxn modelId="{B6BF1570-7FBA-4C5E-889C-DCAB802A7EE1}" type="presOf" srcId="{3EBDECCE-5F78-48FD-A0F6-4393E89D452E}" destId="{6B50F52B-864C-4EEF-830B-B3AAC802246F}" srcOrd="0" destOrd="0" presId="urn:microsoft.com/office/officeart/2005/8/layout/orgChart1"/>
    <dgm:cxn modelId="{9FECEA50-6CA2-4619-A808-1165BB9C496B}" type="presOf" srcId="{1A8289AF-53D8-441E-8909-F2F2A8EAE1C6}" destId="{6ED6B20F-1E35-4629-B64B-33842BDCAE10}" srcOrd="0" destOrd="0" presId="urn:microsoft.com/office/officeart/2005/8/layout/orgChart1"/>
    <dgm:cxn modelId="{7E661573-41B5-441D-B88B-8AB1137B5D3D}" srcId="{85E8C027-3EF2-48DF-8165-514755BD06A1}" destId="{1985B121-5816-4C3C-A4AE-CE7FFF02C340}" srcOrd="2" destOrd="0" parTransId="{A5A41852-E8A6-4F46-AFF4-04D483F8030E}" sibTransId="{59F2FF46-71BD-4FEC-A5A8-7135658B1537}"/>
    <dgm:cxn modelId="{7C2BAE54-B2CE-4AC5-8660-E1DD7DFEC891}" type="presOf" srcId="{8D9DCBDB-A421-49B9-A0B4-8054BC331A5E}" destId="{997C6AC7-359C-4B8E-867C-78943A7328EB}" srcOrd="0" destOrd="0" presId="urn:microsoft.com/office/officeart/2005/8/layout/orgChart1"/>
    <dgm:cxn modelId="{44D8CD74-0464-449A-A9FC-0B5F4AA1B69A}" srcId="{4C7CD516-AA4B-4E96-9CC7-2E000814AB8C}" destId="{7E0B7EDC-70A0-48A9-8D34-10F3143B4175}" srcOrd="1" destOrd="0" parTransId="{054A064F-A40E-4391-864B-F00D70DC892F}" sibTransId="{BFC71FCB-4817-42D8-A26D-0E65A9438EB1}"/>
    <dgm:cxn modelId="{50593975-149F-4512-ACF2-E6A7ED00FCD2}" type="presOf" srcId="{1985B121-5816-4C3C-A4AE-CE7FFF02C340}" destId="{BA07A169-AAFA-48A1-8C1F-F086B7428127}" srcOrd="1" destOrd="0" presId="urn:microsoft.com/office/officeart/2005/8/layout/orgChart1"/>
    <dgm:cxn modelId="{F6B9B875-20A0-4F81-8C50-85E352330321}" type="presOf" srcId="{7C6F19EC-A290-44D7-9326-F10E528EB0F7}" destId="{0A2241AF-2A94-482C-8DB1-AAC6EF8F4561}" srcOrd="0" destOrd="0" presId="urn:microsoft.com/office/officeart/2005/8/layout/orgChart1"/>
    <dgm:cxn modelId="{D5E10C77-D2DA-4274-8D76-43D0E702FE1E}" type="presOf" srcId="{F058928D-D0D1-4235-A594-713F980955EA}" destId="{33B6E159-8278-418D-A65D-68E6FCA60DAF}" srcOrd="0" destOrd="0" presId="urn:microsoft.com/office/officeart/2005/8/layout/orgChart1"/>
    <dgm:cxn modelId="{5150ED58-7639-4782-A323-9CFDEF26CA1C}" type="presOf" srcId="{87D61B7B-1C3A-46FC-84DE-002CA8D4CE70}" destId="{2F0CD0CC-A9CF-427F-8EDC-D2F838C62137}" srcOrd="1" destOrd="0" presId="urn:microsoft.com/office/officeart/2005/8/layout/orgChart1"/>
    <dgm:cxn modelId="{D367C07A-95C5-46D7-AE24-E51754DA3D1E}" type="presOf" srcId="{CE303A0D-4E34-40D9-800F-374CDFE27E77}" destId="{87912EC4-6FF4-4398-B2D1-3C5AE3DE0E6B}" srcOrd="0" destOrd="0" presId="urn:microsoft.com/office/officeart/2005/8/layout/orgChart1"/>
    <dgm:cxn modelId="{625C3A7F-E323-4D4C-B603-D34FE2BF1B4F}" srcId="{9E360275-8E56-4B71-9EF4-89F0D1E9DBE0}" destId="{0E14943F-CF09-4B63-8A3B-46FFE5439F56}" srcOrd="0" destOrd="0" parTransId="{2CC79D8F-7495-468F-850D-23295F6D5DDE}" sibTransId="{852D723E-D96B-4588-99C8-C4DB1405E3C3}"/>
    <dgm:cxn modelId="{28BD3183-923D-4476-B170-35C22931B2B5}" type="presOf" srcId="{4C7CD516-AA4B-4E96-9CC7-2E000814AB8C}" destId="{FF6D2199-848F-4739-8AF1-BB543F79E81E}" srcOrd="1" destOrd="0" presId="urn:microsoft.com/office/officeart/2005/8/layout/orgChart1"/>
    <dgm:cxn modelId="{16204884-5F4E-4812-B95B-77D31E446F6A}" type="presOf" srcId="{B53C887C-0D16-4EED-BFDC-791807CE7E6E}" destId="{90FA439F-0CDB-45B4-AE27-B9DC317837B8}" srcOrd="0" destOrd="0" presId="urn:microsoft.com/office/officeart/2005/8/layout/orgChart1"/>
    <dgm:cxn modelId="{4B126C84-EBE5-4BC7-9BE6-6CA97F9A07F7}" type="presOf" srcId="{458B8B2C-75EF-43A8-A160-C6B27AFD059F}" destId="{B17B9F20-39A2-40FD-B5D6-929782915149}" srcOrd="0" destOrd="0" presId="urn:microsoft.com/office/officeart/2005/8/layout/orgChart1"/>
    <dgm:cxn modelId="{243BD584-B285-4BAD-A7F6-CFF47B02F5CF}" type="presOf" srcId="{17806C26-79BD-4FC6-98C1-AECFA06E66F4}" destId="{0BC73551-C18C-4A95-B6E0-45312676FE1D}" srcOrd="0" destOrd="0" presId="urn:microsoft.com/office/officeart/2005/8/layout/orgChart1"/>
    <dgm:cxn modelId="{8131DD84-9432-4B4C-BEEC-5B631A51C9E2}" type="presOf" srcId="{391ED9E1-4238-4D53-AAC6-A77740EC1DFF}" destId="{7E0C71C0-A577-4374-9491-3641329AAA39}" srcOrd="0" destOrd="0" presId="urn:microsoft.com/office/officeart/2005/8/layout/orgChart1"/>
    <dgm:cxn modelId="{8CB3B285-69A6-4EF0-915A-215B62466594}" type="presOf" srcId="{A5A41852-E8A6-4F46-AFF4-04D483F8030E}" destId="{984B8B83-BC00-4906-9EA4-2C6440517770}" srcOrd="0" destOrd="0" presId="urn:microsoft.com/office/officeart/2005/8/layout/orgChart1"/>
    <dgm:cxn modelId="{4B595E89-6015-45FF-8045-5D63DAFC1920}" type="presOf" srcId="{0D24915F-D7E3-4F05-AC83-5CB6C334C5A0}" destId="{C058E08F-823E-4622-8D44-2CB5DE4CF190}" srcOrd="1" destOrd="0" presId="urn:microsoft.com/office/officeart/2005/8/layout/orgChart1"/>
    <dgm:cxn modelId="{A8FE6989-0287-4DEF-8D5F-DDC046836CEC}" type="presOf" srcId="{5C4EED55-D04D-434B-9480-7402BBFAF754}" destId="{0387D7C4-53F4-4CE6-9C5B-D026D3634C81}" srcOrd="0" destOrd="0" presId="urn:microsoft.com/office/officeart/2005/8/layout/orgChart1"/>
    <dgm:cxn modelId="{EB71ED89-75AB-4AA9-9772-DE1D32CBDC20}" srcId="{0E14943F-CF09-4B63-8A3B-46FFE5439F56}" destId="{5495EC92-76AB-470B-B25D-41BF0C31BD38}" srcOrd="4" destOrd="0" parTransId="{5571C840-1CF1-483E-85CC-B66F8771FB99}" sibTransId="{8AA9CA26-5CC3-486D-B1B6-395C9C8D2FA2}"/>
    <dgm:cxn modelId="{D337528B-3B42-49CE-96F8-7C9FEF12EF9B}" type="presOf" srcId="{7C7ED266-ABEC-4C06-BA36-6ECC91900DDA}" destId="{347DFF6C-9127-46E4-824F-4A64ED46280C}" srcOrd="1" destOrd="0" presId="urn:microsoft.com/office/officeart/2005/8/layout/orgChart1"/>
    <dgm:cxn modelId="{2624F28E-D610-4BFC-B972-D40A33C87F70}" type="presOf" srcId="{7E0B7EDC-70A0-48A9-8D34-10F3143B4175}" destId="{4483E2ED-78BC-4B78-A26E-3CA47812843A}" srcOrd="1" destOrd="0" presId="urn:microsoft.com/office/officeart/2005/8/layout/orgChart1"/>
    <dgm:cxn modelId="{EDA1D096-02D0-4098-A474-54926B25E12E}" srcId="{D49ABF8D-3A82-4CED-8326-3BD81D5D6B9F}" destId="{6692459C-C882-4E5C-9B51-D8372A25D592}" srcOrd="0" destOrd="0" parTransId="{7C6F19EC-A290-44D7-9326-F10E528EB0F7}" sibTransId="{6C0621D3-B227-4062-8E8F-21C6C0F6041C}"/>
    <dgm:cxn modelId="{013CCC97-CFBE-428A-BA74-3289ED62A90B}" type="presOf" srcId="{37E06BC7-B319-4B36-A68D-4B13EF3716C4}" destId="{055E5797-CA7B-4CE1-8B1A-23CDD606B6E8}" srcOrd="0" destOrd="0" presId="urn:microsoft.com/office/officeart/2005/8/layout/orgChart1"/>
    <dgm:cxn modelId="{B188E298-B6FC-4C3E-B245-AC62DB7FC18E}" type="presOf" srcId="{11FC60C4-E6E7-4FF1-8F5A-22A8018B4050}" destId="{1492A3EC-B149-4BEE-86CC-DA214DBF3C86}" srcOrd="0" destOrd="0" presId="urn:microsoft.com/office/officeart/2005/8/layout/orgChart1"/>
    <dgm:cxn modelId="{66516599-F741-4AE1-8DBC-35E284BE5A94}" type="presOf" srcId="{3C734403-3F9A-4E24-A38F-2D06C6DFDBD5}" destId="{EEB364A8-91B2-4B25-BF9D-6A30D88D6AD7}" srcOrd="0" destOrd="0" presId="urn:microsoft.com/office/officeart/2005/8/layout/orgChart1"/>
    <dgm:cxn modelId="{67D9699F-1E3A-4B40-A2DB-2F90CC8740DB}" type="presOf" srcId="{4C7CD516-AA4B-4E96-9CC7-2E000814AB8C}" destId="{86A767DC-8852-430E-B5FB-DEA943787682}" srcOrd="0" destOrd="0" presId="urn:microsoft.com/office/officeart/2005/8/layout/orgChart1"/>
    <dgm:cxn modelId="{40D5799F-6F16-48A6-9952-A7E549B1F279}" type="presOf" srcId="{9A92D119-81F7-450D-BBE7-17112AC30166}" destId="{11ABCCF7-7B45-4E93-AF9B-2FA1D805CAD5}" srcOrd="0" destOrd="0" presId="urn:microsoft.com/office/officeart/2005/8/layout/orgChart1"/>
    <dgm:cxn modelId="{0060ED9F-1AFD-423F-8F78-F3E1FDF7E0FD}" type="presOf" srcId="{D9EB3E7C-12FB-47DA-8068-E5C6624F7D0D}" destId="{93BD8D01-671B-4937-A63B-D154F17B8879}" srcOrd="0" destOrd="0" presId="urn:microsoft.com/office/officeart/2005/8/layout/orgChart1"/>
    <dgm:cxn modelId="{48C932A1-1657-44CC-9DB3-5741747C4B9D}" type="presOf" srcId="{48067589-D6A5-444E-8539-6D28576C82DF}" destId="{8DCEA2B1-C22D-44AD-BC5D-15FCCC46E60F}" srcOrd="1" destOrd="0" presId="urn:microsoft.com/office/officeart/2005/8/layout/orgChart1"/>
    <dgm:cxn modelId="{08F23EA3-C29D-4B88-AD12-C9E2316FE4A6}" type="presOf" srcId="{7C7ED266-ABEC-4C06-BA36-6ECC91900DDA}" destId="{D5D064C2-626B-4E67-9B7C-911AD47153C0}" srcOrd="0" destOrd="0" presId="urn:microsoft.com/office/officeart/2005/8/layout/orgChart1"/>
    <dgm:cxn modelId="{2E1B2BA5-4F32-4EE9-9E35-CA73E63FFEF2}" type="presOf" srcId="{687642B0-D0AB-4251-BC5A-00B03B70C3A8}" destId="{991389D0-7073-471D-8BFC-6FCADC6F5E55}" srcOrd="1" destOrd="0" presId="urn:microsoft.com/office/officeart/2005/8/layout/orgChart1"/>
    <dgm:cxn modelId="{149B83A6-5279-4C47-B5CD-27E90CD60493}" type="presOf" srcId="{85E8C027-3EF2-48DF-8165-514755BD06A1}" destId="{5584C93B-A772-4003-B49B-9D31AA594226}" srcOrd="1" destOrd="0" presId="urn:microsoft.com/office/officeart/2005/8/layout/orgChart1"/>
    <dgm:cxn modelId="{68683AA7-41D6-44F0-8E73-44457BC9104D}" srcId="{0E14943F-CF09-4B63-8A3B-46FFE5439F56}" destId="{687642B0-D0AB-4251-BC5A-00B03B70C3A8}" srcOrd="2" destOrd="0" parTransId="{11FC60C4-E6E7-4FF1-8F5A-22A8018B4050}" sibTransId="{88D96E84-E542-40D3-AE33-C74EBD350EC0}"/>
    <dgm:cxn modelId="{88DF3BA7-2538-4D9F-8D33-89A718F14FC9}" type="presOf" srcId="{EAEEC322-41E4-403A-9739-8406254023AC}" destId="{BEC59229-6464-4C92-9BF3-BBC2F222787C}" srcOrd="1" destOrd="0" presId="urn:microsoft.com/office/officeart/2005/8/layout/orgChart1"/>
    <dgm:cxn modelId="{9EDD88A9-3737-4826-A8BE-026EF8FDB56A}" type="presOf" srcId="{687642B0-D0AB-4251-BC5A-00B03B70C3A8}" destId="{623349B7-B61D-42C2-90EB-3ACE5D7EFCCF}" srcOrd="0" destOrd="0" presId="urn:microsoft.com/office/officeart/2005/8/layout/orgChart1"/>
    <dgm:cxn modelId="{FCC548AE-D6BD-4AF8-9E23-E9E3FA631496}" type="presOf" srcId="{73724421-A3F2-4779-BE25-CD141E5302DE}" destId="{B64A5CC9-C484-4CFD-9982-18E5102EADF4}" srcOrd="1" destOrd="0" presId="urn:microsoft.com/office/officeart/2005/8/layout/orgChart1"/>
    <dgm:cxn modelId="{398C71B6-E8E6-4973-BEC8-2154EA5AC2C8}" type="presOf" srcId="{5495EC92-76AB-470B-B25D-41BF0C31BD38}" destId="{665B59C0-0066-4181-9E23-E72719E6393C}" srcOrd="0" destOrd="0" presId="urn:microsoft.com/office/officeart/2005/8/layout/orgChart1"/>
    <dgm:cxn modelId="{A140BAB9-9E35-4BDA-A9DF-0EF12CF2C48D}" type="presOf" srcId="{5C329331-898E-4F19-B80C-AA8D9936BB71}" destId="{9DDB8AD8-BC74-431C-9896-E0DE95FF2AFB}" srcOrd="1" destOrd="0" presId="urn:microsoft.com/office/officeart/2005/8/layout/orgChart1"/>
    <dgm:cxn modelId="{71FCE3BB-7BB1-4766-9FF9-8DEF490776FD}" type="presOf" srcId="{73724421-A3F2-4779-BE25-CD141E5302DE}" destId="{F2F8B624-828B-49DA-981A-0A3D1A5C1A70}" srcOrd="0" destOrd="0" presId="urn:microsoft.com/office/officeart/2005/8/layout/orgChart1"/>
    <dgm:cxn modelId="{80064CBC-E5F6-4904-9A77-EE853844081C}" type="presOf" srcId="{6692459C-C882-4E5C-9B51-D8372A25D592}" destId="{8CDBE94A-128C-4207-9FBE-228E9C7F6CCB}" srcOrd="1" destOrd="0" presId="urn:microsoft.com/office/officeart/2005/8/layout/orgChart1"/>
    <dgm:cxn modelId="{2DB0B2BC-5E52-426A-8DE4-A79A7D726C27}" type="presOf" srcId="{0E14943F-CF09-4B63-8A3B-46FFE5439F56}" destId="{A040FEDD-9972-41FD-8F19-C099E5E97EF5}" srcOrd="0" destOrd="0" presId="urn:microsoft.com/office/officeart/2005/8/layout/orgChart1"/>
    <dgm:cxn modelId="{F946DEBD-30CE-4C96-963B-63F6099BBECE}" type="presOf" srcId="{054A064F-A40E-4391-864B-F00D70DC892F}" destId="{8B73695F-C0A8-47BE-8C56-4D78DE1563CD}" srcOrd="0" destOrd="0" presId="urn:microsoft.com/office/officeart/2005/8/layout/orgChart1"/>
    <dgm:cxn modelId="{FCA8DFBD-A131-4326-A502-2EE2E8D9411B}" type="presOf" srcId="{7E0B7EDC-70A0-48A9-8D34-10F3143B4175}" destId="{FABC88CC-8EF7-4AD0-A513-C9022A9C0DED}" srcOrd="0" destOrd="0" presId="urn:microsoft.com/office/officeart/2005/8/layout/orgChart1"/>
    <dgm:cxn modelId="{590E44C5-3EA9-4F3F-BBFC-99BC8BE4195C}" type="presOf" srcId="{D49ABF8D-3A82-4CED-8326-3BD81D5D6B9F}" destId="{9D771A6C-7EFD-4D20-87D4-1316426F4292}" srcOrd="1" destOrd="0" presId="urn:microsoft.com/office/officeart/2005/8/layout/orgChart1"/>
    <dgm:cxn modelId="{0E9AFCC5-C7E4-416C-8281-3A6A95549F84}" type="presOf" srcId="{E4AB6731-A8FC-41B6-BCD1-CEC5C72EDB1B}" destId="{4854E5AF-A933-4329-8D52-A0B30208803A}" srcOrd="0" destOrd="0" presId="urn:microsoft.com/office/officeart/2005/8/layout/orgChart1"/>
    <dgm:cxn modelId="{C58B31C6-6E2F-4260-8A93-CCD871CB2D36}" type="presOf" srcId="{CE303A0D-4E34-40D9-800F-374CDFE27E77}" destId="{0A54A5A1-BB21-48CA-8582-1E7C19F13A61}" srcOrd="1" destOrd="0" presId="urn:microsoft.com/office/officeart/2005/8/layout/orgChart1"/>
    <dgm:cxn modelId="{8B8158C8-96DB-46B4-94FD-75342605F729}" type="presOf" srcId="{D1B614A8-647B-4B33-B23E-86652EF9FEAE}" destId="{D882DB49-704A-44B9-A966-36C7291DB963}" srcOrd="0" destOrd="0" presId="urn:microsoft.com/office/officeart/2005/8/layout/orgChart1"/>
    <dgm:cxn modelId="{741881C9-493D-4A74-8AE5-D4FBA3C2DC22}" type="presOf" srcId="{5C4EED55-D04D-434B-9480-7402BBFAF754}" destId="{C3EE1F6A-28FE-4FD2-9F39-B5B6FB50B94C}" srcOrd="1" destOrd="0" presId="urn:microsoft.com/office/officeart/2005/8/layout/orgChart1"/>
    <dgm:cxn modelId="{C34FB0CA-96D4-4256-867B-CB5C5942B705}" type="presOf" srcId="{138EED79-FEA9-41F4-A899-BE033A9EFAE7}" destId="{ABBEDA45-BE0A-4FDE-98B5-63B0A885AAA5}" srcOrd="1" destOrd="0" presId="urn:microsoft.com/office/officeart/2005/8/layout/orgChart1"/>
    <dgm:cxn modelId="{38F05DD0-BE0F-4365-AC2D-DFF785B269B9}" srcId="{4C7CD516-AA4B-4E96-9CC7-2E000814AB8C}" destId="{5C4EED55-D04D-434B-9480-7402BBFAF754}" srcOrd="2" destOrd="0" parTransId="{BC24966E-2699-431C-BF08-3796488CCEF2}" sibTransId="{2B10C485-4DA3-425A-805A-000B4564D351}"/>
    <dgm:cxn modelId="{3B42A5D2-2D9C-419B-BC7E-2B32D6B54CF3}" srcId="{0E14943F-CF09-4B63-8A3B-46FFE5439F56}" destId="{B1EDB046-C7B8-402E-B218-9684C0AB19A7}" srcOrd="6" destOrd="0" parTransId="{391ED9E1-4238-4D53-AAC6-A77740EC1DFF}" sibTransId="{5DCF3A73-0D76-4C15-B655-E7F997F0087B}"/>
    <dgm:cxn modelId="{097943D3-07AD-4D9F-9110-18894FD22E9D}" type="presOf" srcId="{B1EDB046-C7B8-402E-B218-9684C0AB19A7}" destId="{97FB91E8-C0E2-46CF-8CBD-7C1F93259063}" srcOrd="1" destOrd="0" presId="urn:microsoft.com/office/officeart/2005/8/layout/orgChart1"/>
    <dgm:cxn modelId="{F40E67D4-414C-49AB-A417-B9AC7F31C474}" type="presOf" srcId="{472F6E48-D4F2-4422-81D7-4CD9A3574D2E}" destId="{60FE6AE0-50FA-46E1-AB99-CAD35BC73C41}" srcOrd="0" destOrd="0" presId="urn:microsoft.com/office/officeart/2005/8/layout/orgChart1"/>
    <dgm:cxn modelId="{0F5684D8-AE5E-47AD-B8FF-2A85D4185AF7}" type="presOf" srcId="{EAEEC322-41E4-403A-9739-8406254023AC}" destId="{03ED42CF-433A-4DDC-81F6-337A55B0EA62}" srcOrd="0" destOrd="0" presId="urn:microsoft.com/office/officeart/2005/8/layout/orgChart1"/>
    <dgm:cxn modelId="{D7EA6FDA-A374-4A97-89C9-0741E99FF2C4}" type="presOf" srcId="{0317C0C7-36D1-46C4-8ACB-A9E9AD1C0610}" destId="{E015B128-6128-40FD-B5F4-FDA59330C7F9}" srcOrd="0" destOrd="0" presId="urn:microsoft.com/office/officeart/2005/8/layout/orgChart1"/>
    <dgm:cxn modelId="{E65D62DB-CA64-4A27-862E-E3028AF318F7}" type="presOf" srcId="{FD635CCD-BA1D-4123-AFD9-8A4703365345}" destId="{7E30214D-8402-40C5-B6DD-EB11A1F400C8}" srcOrd="0" destOrd="0" presId="urn:microsoft.com/office/officeart/2005/8/layout/orgChart1"/>
    <dgm:cxn modelId="{EC963BDD-D948-4BE2-97A0-96FA118C4E80}" srcId="{4C7CD516-AA4B-4E96-9CC7-2E000814AB8C}" destId="{87D61B7B-1C3A-46FC-84DE-002CA8D4CE70}" srcOrd="4" destOrd="0" parTransId="{F058928D-D0D1-4235-A594-713F980955EA}" sibTransId="{D877B34E-8C36-4248-A888-07456534514B}"/>
    <dgm:cxn modelId="{D6F1CDDF-B8FF-48E9-8079-B8D93D8486D2}" type="presOf" srcId="{0D24915F-D7E3-4F05-AC83-5CB6C334C5A0}" destId="{0F99295F-EEAC-480C-A625-0434CC96415C}" srcOrd="0" destOrd="0" presId="urn:microsoft.com/office/officeart/2005/8/layout/orgChart1"/>
    <dgm:cxn modelId="{34FE59E6-B547-470F-AB54-32EA5396B30E}" type="presOf" srcId="{A84C7A47-EE8E-4563-9A07-605677C98D42}" destId="{5178425A-9D4B-4AC3-82CB-D798818190DB}" srcOrd="0" destOrd="0" presId="urn:microsoft.com/office/officeart/2005/8/layout/orgChart1"/>
    <dgm:cxn modelId="{474A0FEE-5453-451D-8E27-D59803B26AA3}" srcId="{85E8C027-3EF2-48DF-8165-514755BD06A1}" destId="{FF466442-4754-4364-820A-B34F71CAD2F5}" srcOrd="3" destOrd="0" parTransId="{472F6E48-D4F2-4422-81D7-4CD9A3574D2E}" sibTransId="{9D0185F1-BC2C-4AFC-AE6D-41D1D5A2913A}"/>
    <dgm:cxn modelId="{053CC1EE-9DE6-4F9E-B59A-EA8A407143C6}" type="presOf" srcId="{9D09B7B5-3D69-4BF9-8AE9-CDAE47EBFB57}" destId="{40102294-86DA-454D-B999-C5B643D3E30E}" srcOrd="1" destOrd="0" presId="urn:microsoft.com/office/officeart/2005/8/layout/orgChart1"/>
    <dgm:cxn modelId="{7A3D27EF-DC3A-41A1-8D96-46CE10C0C684}" type="presOf" srcId="{A1165FCA-F578-4A26-A4A1-BEB90250081B}" destId="{6F8D2BFA-F656-4208-9C70-FBD8BAF123A6}" srcOrd="0" destOrd="0" presId="urn:microsoft.com/office/officeart/2005/8/layout/orgChart1"/>
    <dgm:cxn modelId="{5B18C7EF-864B-43E7-8864-12AC59401536}" srcId="{4C7CD516-AA4B-4E96-9CC7-2E000814AB8C}" destId="{CE303A0D-4E34-40D9-800F-374CDFE27E77}" srcOrd="3" destOrd="0" parTransId="{4AD8CD61-A88B-4CD3-A587-EA91F611EA7E}" sibTransId="{F0BD78DD-E1AC-429E-BAA1-1958994DA329}"/>
    <dgm:cxn modelId="{48F2F6EF-5143-4F07-AD03-B39AD2F9CD36}" srcId="{B1EDB046-C7B8-402E-B218-9684C0AB19A7}" destId="{5C329331-898E-4F19-B80C-AA8D9936BB71}" srcOrd="1" destOrd="0" parTransId="{D1B614A8-647B-4B33-B23E-86652EF9FEAE}" sibTransId="{A85A8152-027E-4C88-B07A-362209BC5A78}"/>
    <dgm:cxn modelId="{9CFCC6F1-57A0-491C-B58A-D46A81B45606}" type="presOf" srcId="{64EEE9EF-F324-4BF4-AB52-176FD3EB9480}" destId="{0DE53BA1-C8E1-465D-A359-FAE4CB1C650D}" srcOrd="0" destOrd="0" presId="urn:microsoft.com/office/officeart/2005/8/layout/orgChart1"/>
    <dgm:cxn modelId="{F154A5F7-085A-4D7A-AF92-E5B464806501}" type="presOf" srcId="{353EB3F5-2E78-4900-B32E-FC87E64A3437}" destId="{392891B9-6C6A-4107-9938-DBC4BB3B03A7}" srcOrd="1" destOrd="0" presId="urn:microsoft.com/office/officeart/2005/8/layout/orgChart1"/>
    <dgm:cxn modelId="{2AA3AFFA-EB59-48C8-8F27-9D6337DC7173}" type="presOf" srcId="{329582B8-C3D9-4A3B-A5D7-4728B1B1ED73}" destId="{31F937E8-D20E-49CA-A3CA-21603AE7C031}" srcOrd="0" destOrd="0" presId="urn:microsoft.com/office/officeart/2005/8/layout/orgChart1"/>
    <dgm:cxn modelId="{9C2EA7FB-9FC3-4DFC-B471-86992F73DCC2}" srcId="{5495EC92-76AB-470B-B25D-41BF0C31BD38}" destId="{EAEEC322-41E4-403A-9739-8406254023AC}" srcOrd="1" destOrd="0" parTransId="{E4AB6731-A8FC-41B6-BCD1-CEC5C72EDB1B}" sibTransId="{168045DE-8113-492E-B45C-BA29E165CCB1}"/>
    <dgm:cxn modelId="{DC0A4AFC-D325-4444-994F-31B2AB04116C}" type="presOf" srcId="{0E14943F-CF09-4B63-8A3B-46FFE5439F56}" destId="{CC5030FE-9A2C-44B9-9449-36055613686C}" srcOrd="1" destOrd="0" presId="urn:microsoft.com/office/officeart/2005/8/layout/orgChart1"/>
    <dgm:cxn modelId="{80FE30B4-D001-4AAA-97C7-F3FD3F1580E0}" type="presParOf" srcId="{3C81E088-5197-41EA-88F9-74F9C564FC3C}" destId="{A02B5B00-EFFE-4BEA-B734-813109DECD15}" srcOrd="0" destOrd="0" presId="urn:microsoft.com/office/officeart/2005/8/layout/orgChart1"/>
    <dgm:cxn modelId="{725AD13E-CDBC-44EF-BBDE-2EDD857C95DB}" type="presParOf" srcId="{A02B5B00-EFFE-4BEA-B734-813109DECD15}" destId="{B3E1B038-95C4-4A0E-90C5-5D7D332C0455}" srcOrd="0" destOrd="0" presId="urn:microsoft.com/office/officeart/2005/8/layout/orgChart1"/>
    <dgm:cxn modelId="{82F2C06D-85D7-42D4-9F38-BB85D170DBAA}" type="presParOf" srcId="{B3E1B038-95C4-4A0E-90C5-5D7D332C0455}" destId="{A040FEDD-9972-41FD-8F19-C099E5E97EF5}" srcOrd="0" destOrd="0" presId="urn:microsoft.com/office/officeart/2005/8/layout/orgChart1"/>
    <dgm:cxn modelId="{5A428AF0-3EF3-4536-8736-5FDE6CA777CC}" type="presParOf" srcId="{B3E1B038-95C4-4A0E-90C5-5D7D332C0455}" destId="{CC5030FE-9A2C-44B9-9449-36055613686C}" srcOrd="1" destOrd="0" presId="urn:microsoft.com/office/officeart/2005/8/layout/orgChart1"/>
    <dgm:cxn modelId="{740FB202-A3B8-47F5-87A0-B666569D3388}" type="presParOf" srcId="{A02B5B00-EFFE-4BEA-B734-813109DECD15}" destId="{DCD84F06-A71D-4C65-B7E3-663B5DBE49F1}" srcOrd="1" destOrd="0" presId="urn:microsoft.com/office/officeart/2005/8/layout/orgChart1"/>
    <dgm:cxn modelId="{608FFC40-09AE-4EF1-B323-D7AD028E0105}" type="presParOf" srcId="{DCD84F06-A71D-4C65-B7E3-663B5DBE49F1}" destId="{6B50F52B-864C-4EEF-830B-B3AAC802246F}" srcOrd="0" destOrd="0" presId="urn:microsoft.com/office/officeart/2005/8/layout/orgChart1"/>
    <dgm:cxn modelId="{EF2CB910-BB2B-454C-8D10-656F54BBA240}" type="presParOf" srcId="{DCD84F06-A71D-4C65-B7E3-663B5DBE49F1}" destId="{74451C00-9C75-4AD9-BD7A-625DA348552A}" srcOrd="1" destOrd="0" presId="urn:microsoft.com/office/officeart/2005/8/layout/orgChart1"/>
    <dgm:cxn modelId="{84ADC431-6C3D-4D5F-95B2-7E671A2A5A98}" type="presParOf" srcId="{74451C00-9C75-4AD9-BD7A-625DA348552A}" destId="{47AEA4F1-0A16-4E4B-801C-280DF606F463}" srcOrd="0" destOrd="0" presId="urn:microsoft.com/office/officeart/2005/8/layout/orgChart1"/>
    <dgm:cxn modelId="{F88FF04C-93FC-4FD1-9CAF-5F6349B89433}" type="presParOf" srcId="{47AEA4F1-0A16-4E4B-801C-280DF606F463}" destId="{8D8E11A0-0EF9-4B23-A6B7-1865D5C4A54C}" srcOrd="0" destOrd="0" presId="urn:microsoft.com/office/officeart/2005/8/layout/orgChart1"/>
    <dgm:cxn modelId="{8EBF1963-CA8D-4A2D-84E1-B6F8EC538D5E}" type="presParOf" srcId="{47AEA4F1-0A16-4E4B-801C-280DF606F463}" destId="{9D771A6C-7EFD-4D20-87D4-1316426F4292}" srcOrd="1" destOrd="0" presId="urn:microsoft.com/office/officeart/2005/8/layout/orgChart1"/>
    <dgm:cxn modelId="{4BC46E22-D6AE-46C1-818E-7C3534F5D5C2}" type="presParOf" srcId="{74451C00-9C75-4AD9-BD7A-625DA348552A}" destId="{4954B208-75B5-44AA-B013-4DF112C32684}" srcOrd="1" destOrd="0" presId="urn:microsoft.com/office/officeart/2005/8/layout/orgChart1"/>
    <dgm:cxn modelId="{0563EB16-1E58-40DE-8E71-6512395883F8}" type="presParOf" srcId="{4954B208-75B5-44AA-B013-4DF112C32684}" destId="{0A2241AF-2A94-482C-8DB1-AAC6EF8F4561}" srcOrd="0" destOrd="0" presId="urn:microsoft.com/office/officeart/2005/8/layout/orgChart1"/>
    <dgm:cxn modelId="{4D9724E2-C549-4479-87E2-6B063132B7CA}" type="presParOf" srcId="{4954B208-75B5-44AA-B013-4DF112C32684}" destId="{75B5A1FF-DB4A-464A-BD4C-6AE65CB1EDB8}" srcOrd="1" destOrd="0" presId="urn:microsoft.com/office/officeart/2005/8/layout/orgChart1"/>
    <dgm:cxn modelId="{5BC48586-C89D-4F9F-9AC8-98FF223529D6}" type="presParOf" srcId="{75B5A1FF-DB4A-464A-BD4C-6AE65CB1EDB8}" destId="{9C033449-E1D0-4FA2-968E-8F500C7E1EEA}" srcOrd="0" destOrd="0" presId="urn:microsoft.com/office/officeart/2005/8/layout/orgChart1"/>
    <dgm:cxn modelId="{AE4D02FA-2B25-4C1C-B69F-135D669A5BFB}" type="presParOf" srcId="{9C033449-E1D0-4FA2-968E-8F500C7E1EEA}" destId="{0465EF6B-E29F-43F8-95B1-DEFD393BB95F}" srcOrd="0" destOrd="0" presId="urn:microsoft.com/office/officeart/2005/8/layout/orgChart1"/>
    <dgm:cxn modelId="{39181DD9-6BF7-49B2-948F-7814BB76FDF5}" type="presParOf" srcId="{9C033449-E1D0-4FA2-968E-8F500C7E1EEA}" destId="{8CDBE94A-128C-4207-9FBE-228E9C7F6CCB}" srcOrd="1" destOrd="0" presId="urn:microsoft.com/office/officeart/2005/8/layout/orgChart1"/>
    <dgm:cxn modelId="{D73E788E-BE33-46BF-9B85-F8D49C5215DE}" type="presParOf" srcId="{75B5A1FF-DB4A-464A-BD4C-6AE65CB1EDB8}" destId="{7B34D07C-3706-4764-878F-42733A76BBDD}" srcOrd="1" destOrd="0" presId="urn:microsoft.com/office/officeart/2005/8/layout/orgChart1"/>
    <dgm:cxn modelId="{7EF80427-2CBE-478A-8E05-3558465633BD}" type="presParOf" srcId="{75B5A1FF-DB4A-464A-BD4C-6AE65CB1EDB8}" destId="{58CB785E-317E-402B-B444-6F1F6691BCBF}" srcOrd="2" destOrd="0" presId="urn:microsoft.com/office/officeart/2005/8/layout/orgChart1"/>
    <dgm:cxn modelId="{5BB9F501-1942-4699-AC6B-03D72C8AC6DF}" type="presParOf" srcId="{4954B208-75B5-44AA-B013-4DF112C32684}" destId="{997C6AC7-359C-4B8E-867C-78943A7328EB}" srcOrd="2" destOrd="0" presId="urn:microsoft.com/office/officeart/2005/8/layout/orgChart1"/>
    <dgm:cxn modelId="{8C4FDD62-4FC4-456E-A40C-9076750FC5ED}" type="presParOf" srcId="{4954B208-75B5-44AA-B013-4DF112C32684}" destId="{5295EB56-F134-483A-AE14-E7115F24CB72}" srcOrd="3" destOrd="0" presId="urn:microsoft.com/office/officeart/2005/8/layout/orgChart1"/>
    <dgm:cxn modelId="{1FA956FA-6851-48E2-B95F-FF1D4F7154B7}" type="presParOf" srcId="{5295EB56-F134-483A-AE14-E7115F24CB72}" destId="{F2CCA7DF-81D2-4FD9-AC02-916079472134}" srcOrd="0" destOrd="0" presId="urn:microsoft.com/office/officeart/2005/8/layout/orgChart1"/>
    <dgm:cxn modelId="{EEE1FF41-0BE0-4873-B6E5-ADE62B778E3D}" type="presParOf" srcId="{F2CCA7DF-81D2-4FD9-AC02-916079472134}" destId="{055E5797-CA7B-4CE1-8B1A-23CDD606B6E8}" srcOrd="0" destOrd="0" presId="urn:microsoft.com/office/officeart/2005/8/layout/orgChart1"/>
    <dgm:cxn modelId="{40FC8AB8-5777-4A49-9AEE-7E02D487233E}" type="presParOf" srcId="{F2CCA7DF-81D2-4FD9-AC02-916079472134}" destId="{B5044854-077F-40FA-8D2F-A948A496CE72}" srcOrd="1" destOrd="0" presId="urn:microsoft.com/office/officeart/2005/8/layout/orgChart1"/>
    <dgm:cxn modelId="{CBCE1B02-48BB-4191-B6D5-7C6CA159E5C8}" type="presParOf" srcId="{5295EB56-F134-483A-AE14-E7115F24CB72}" destId="{F541AD96-8EAE-4162-A42A-F138D67E4B3A}" srcOrd="1" destOrd="0" presId="urn:microsoft.com/office/officeart/2005/8/layout/orgChart1"/>
    <dgm:cxn modelId="{9A7D754A-4BC1-4A8F-8AB8-E721486FFFF7}" type="presParOf" srcId="{5295EB56-F134-483A-AE14-E7115F24CB72}" destId="{607B464F-3876-4980-BCAC-1C667C781ABF}" srcOrd="2" destOrd="0" presId="urn:microsoft.com/office/officeart/2005/8/layout/orgChart1"/>
    <dgm:cxn modelId="{C3217590-ED45-4498-A90D-ABC91EFED530}" type="presParOf" srcId="{4954B208-75B5-44AA-B013-4DF112C32684}" destId="{C887D875-D380-411D-A0E2-AEDF62061DAD}" srcOrd="4" destOrd="0" presId="urn:microsoft.com/office/officeart/2005/8/layout/orgChart1"/>
    <dgm:cxn modelId="{E9C7A5D3-1152-4DAB-AACF-BCE2ED645355}" type="presParOf" srcId="{4954B208-75B5-44AA-B013-4DF112C32684}" destId="{DF259E90-847F-44CD-97A4-BF9683191937}" srcOrd="5" destOrd="0" presId="urn:microsoft.com/office/officeart/2005/8/layout/orgChart1"/>
    <dgm:cxn modelId="{4FB38610-C2DD-478D-818D-E8646D015A0B}" type="presParOf" srcId="{DF259E90-847F-44CD-97A4-BF9683191937}" destId="{421B0F73-7552-4A28-9FA3-4D55DDF24420}" srcOrd="0" destOrd="0" presId="urn:microsoft.com/office/officeart/2005/8/layout/orgChart1"/>
    <dgm:cxn modelId="{38746466-A391-4EFC-AE48-1D60309B536F}" type="presParOf" srcId="{421B0F73-7552-4A28-9FA3-4D55DDF24420}" destId="{4EEB5689-0D21-4303-A1F3-897BDEAA43AE}" srcOrd="0" destOrd="0" presId="urn:microsoft.com/office/officeart/2005/8/layout/orgChart1"/>
    <dgm:cxn modelId="{096B0347-7133-4241-866B-83614DAFA8D9}" type="presParOf" srcId="{421B0F73-7552-4A28-9FA3-4D55DDF24420}" destId="{392891B9-6C6A-4107-9938-DBC4BB3B03A7}" srcOrd="1" destOrd="0" presId="urn:microsoft.com/office/officeart/2005/8/layout/orgChart1"/>
    <dgm:cxn modelId="{75C5BABF-3F6C-4010-AE24-0AC47C76B957}" type="presParOf" srcId="{DF259E90-847F-44CD-97A4-BF9683191937}" destId="{6BC59C36-D5EA-4A93-884B-1D3C870122FB}" srcOrd="1" destOrd="0" presId="urn:microsoft.com/office/officeart/2005/8/layout/orgChart1"/>
    <dgm:cxn modelId="{50158683-7721-4F31-9642-1BB6297153F8}" type="presParOf" srcId="{DF259E90-847F-44CD-97A4-BF9683191937}" destId="{F5D72DCE-91B1-4631-A870-FB0862CA422E}" srcOrd="2" destOrd="0" presId="urn:microsoft.com/office/officeart/2005/8/layout/orgChart1"/>
    <dgm:cxn modelId="{29530732-90DB-4769-A56A-BE16A2BA627E}" type="presParOf" srcId="{4954B208-75B5-44AA-B013-4DF112C32684}" destId="{3F754AD3-C23A-4BF5-B7A4-71092A6A85A0}" srcOrd="6" destOrd="0" presId="urn:microsoft.com/office/officeart/2005/8/layout/orgChart1"/>
    <dgm:cxn modelId="{695CF61C-BDC4-487B-8577-C10654CB4FF0}" type="presParOf" srcId="{4954B208-75B5-44AA-B013-4DF112C32684}" destId="{D0BB183C-328D-4359-A4F4-78779F9051FA}" srcOrd="7" destOrd="0" presId="urn:microsoft.com/office/officeart/2005/8/layout/orgChart1"/>
    <dgm:cxn modelId="{45AFC3A5-A00B-4144-9C06-7E10397497C6}" type="presParOf" srcId="{D0BB183C-328D-4359-A4F4-78779F9051FA}" destId="{30EE1C8A-EBD9-4009-93A5-D56E1E1834BD}" srcOrd="0" destOrd="0" presId="urn:microsoft.com/office/officeart/2005/8/layout/orgChart1"/>
    <dgm:cxn modelId="{F85847EB-28B0-4193-9D3C-8D4CEA218829}" type="presParOf" srcId="{30EE1C8A-EBD9-4009-93A5-D56E1E1834BD}" destId="{F2F8B624-828B-49DA-981A-0A3D1A5C1A70}" srcOrd="0" destOrd="0" presId="urn:microsoft.com/office/officeart/2005/8/layout/orgChart1"/>
    <dgm:cxn modelId="{C4986CCA-4029-48A5-BF03-529B34CECFAD}" type="presParOf" srcId="{30EE1C8A-EBD9-4009-93A5-D56E1E1834BD}" destId="{B64A5CC9-C484-4CFD-9982-18E5102EADF4}" srcOrd="1" destOrd="0" presId="urn:microsoft.com/office/officeart/2005/8/layout/orgChart1"/>
    <dgm:cxn modelId="{A0C63CD1-124D-4F32-B6BB-0A48C99BAC7B}" type="presParOf" srcId="{D0BB183C-328D-4359-A4F4-78779F9051FA}" destId="{414598B3-C15B-4AEB-ABFB-B3ABB2628752}" srcOrd="1" destOrd="0" presId="urn:microsoft.com/office/officeart/2005/8/layout/orgChart1"/>
    <dgm:cxn modelId="{96FF5B94-C1C5-487E-89FB-369F95A4F322}" type="presParOf" srcId="{D0BB183C-328D-4359-A4F4-78779F9051FA}" destId="{F24DF5FA-2CBD-48F9-9A88-686EC33C8D3A}" srcOrd="2" destOrd="0" presId="urn:microsoft.com/office/officeart/2005/8/layout/orgChart1"/>
    <dgm:cxn modelId="{38DF9B53-18B8-43F2-9E38-B34035FC215A}" type="presParOf" srcId="{74451C00-9C75-4AD9-BD7A-625DA348552A}" destId="{4940B211-6A85-468D-84EE-5CC28A20290A}" srcOrd="2" destOrd="0" presId="urn:microsoft.com/office/officeart/2005/8/layout/orgChart1"/>
    <dgm:cxn modelId="{ED62AE18-B68C-4145-B432-BC786C14F222}" type="presParOf" srcId="{DCD84F06-A71D-4C65-B7E3-663B5DBE49F1}" destId="{C3D49C8B-79B6-495F-80E1-B722CBA1E1E7}" srcOrd="2" destOrd="0" presId="urn:microsoft.com/office/officeart/2005/8/layout/orgChart1"/>
    <dgm:cxn modelId="{3F11D8E8-DECC-4ADD-8A10-3B9BD526019B}" type="presParOf" srcId="{DCD84F06-A71D-4C65-B7E3-663B5DBE49F1}" destId="{CD865763-66B7-477C-82A3-980A02245328}" srcOrd="3" destOrd="0" presId="urn:microsoft.com/office/officeart/2005/8/layout/orgChart1"/>
    <dgm:cxn modelId="{F4F51F3F-5A9F-4847-883A-BFE2541B2D9A}" type="presParOf" srcId="{CD865763-66B7-477C-82A3-980A02245328}" destId="{3AF8F706-64E9-4E0B-8B2F-B6A90082E0E7}" srcOrd="0" destOrd="0" presId="urn:microsoft.com/office/officeart/2005/8/layout/orgChart1"/>
    <dgm:cxn modelId="{C431D57C-30A6-4192-A8E7-EDE263478AD1}" type="presParOf" srcId="{3AF8F706-64E9-4E0B-8B2F-B6A90082E0E7}" destId="{0F99295F-EEAC-480C-A625-0434CC96415C}" srcOrd="0" destOrd="0" presId="urn:microsoft.com/office/officeart/2005/8/layout/orgChart1"/>
    <dgm:cxn modelId="{0BC1D611-E9A1-4D34-BDD6-69F1D8904076}" type="presParOf" srcId="{3AF8F706-64E9-4E0B-8B2F-B6A90082E0E7}" destId="{C058E08F-823E-4622-8D44-2CB5DE4CF190}" srcOrd="1" destOrd="0" presId="urn:microsoft.com/office/officeart/2005/8/layout/orgChart1"/>
    <dgm:cxn modelId="{9BD70BF3-53AD-4FCB-A3DE-53BCBBE7F153}" type="presParOf" srcId="{CD865763-66B7-477C-82A3-980A02245328}" destId="{42924807-0E34-4A62-B0D1-A5AF29BDF3B6}" srcOrd="1" destOrd="0" presId="urn:microsoft.com/office/officeart/2005/8/layout/orgChart1"/>
    <dgm:cxn modelId="{ADC5A60D-5739-4799-A253-D516761DFA53}" type="presParOf" srcId="{42924807-0E34-4A62-B0D1-A5AF29BDF3B6}" destId="{5178425A-9D4B-4AC3-82CB-D798818190DB}" srcOrd="0" destOrd="0" presId="urn:microsoft.com/office/officeart/2005/8/layout/orgChart1"/>
    <dgm:cxn modelId="{9A6BAA9C-9C50-450D-AA55-8FA3330B2661}" type="presParOf" srcId="{42924807-0E34-4A62-B0D1-A5AF29BDF3B6}" destId="{02D4B672-86D1-414F-88D0-B3001D9F623E}" srcOrd="1" destOrd="0" presId="urn:microsoft.com/office/officeart/2005/8/layout/orgChart1"/>
    <dgm:cxn modelId="{73045434-7542-488B-BDAE-510C4E85FF20}" type="presParOf" srcId="{02D4B672-86D1-414F-88D0-B3001D9F623E}" destId="{C297BFDE-B49D-4017-8338-B28C955E8EF2}" srcOrd="0" destOrd="0" presId="urn:microsoft.com/office/officeart/2005/8/layout/orgChart1"/>
    <dgm:cxn modelId="{DF2928D8-8F63-48CF-BEC8-1EBD8FA9F4CB}" type="presParOf" srcId="{C297BFDE-B49D-4017-8338-B28C955E8EF2}" destId="{7E30214D-8402-40C5-B6DD-EB11A1F400C8}" srcOrd="0" destOrd="0" presId="urn:microsoft.com/office/officeart/2005/8/layout/orgChart1"/>
    <dgm:cxn modelId="{3880CB27-B3AB-4A20-97E1-A667124CB481}" type="presParOf" srcId="{C297BFDE-B49D-4017-8338-B28C955E8EF2}" destId="{A5F8D978-56C5-4A2B-8F63-E47F13A0E374}" srcOrd="1" destOrd="0" presId="urn:microsoft.com/office/officeart/2005/8/layout/orgChart1"/>
    <dgm:cxn modelId="{6F09828F-090D-434D-81E3-954687BC2659}" type="presParOf" srcId="{02D4B672-86D1-414F-88D0-B3001D9F623E}" destId="{F742C783-9076-4265-83CC-F3FCE3288E94}" srcOrd="1" destOrd="0" presId="urn:microsoft.com/office/officeart/2005/8/layout/orgChart1"/>
    <dgm:cxn modelId="{B688A48A-4D5C-4BAA-9FE3-0BFA072B31D3}" type="presParOf" srcId="{02D4B672-86D1-414F-88D0-B3001D9F623E}" destId="{61AE1498-CBBF-4704-9D84-3DA6032B9B8D}" srcOrd="2" destOrd="0" presId="urn:microsoft.com/office/officeart/2005/8/layout/orgChart1"/>
    <dgm:cxn modelId="{134073A5-BC1B-48F6-9173-C32B5E9CB8DA}" type="presParOf" srcId="{42924807-0E34-4A62-B0D1-A5AF29BDF3B6}" destId="{6ED6B20F-1E35-4629-B64B-33842BDCAE10}" srcOrd="2" destOrd="0" presId="urn:microsoft.com/office/officeart/2005/8/layout/orgChart1"/>
    <dgm:cxn modelId="{95265278-B2FC-49F6-9550-66AE7E5C29BB}" type="presParOf" srcId="{42924807-0E34-4A62-B0D1-A5AF29BDF3B6}" destId="{3E461081-BCE3-46F8-981C-16C7834ADDF0}" srcOrd="3" destOrd="0" presId="urn:microsoft.com/office/officeart/2005/8/layout/orgChart1"/>
    <dgm:cxn modelId="{844445D4-CB6A-42B2-881D-9268801E0A07}" type="presParOf" srcId="{3E461081-BCE3-46F8-981C-16C7834ADDF0}" destId="{5377BFC8-B4A6-4BD8-810C-A3E3C68ABCBF}" srcOrd="0" destOrd="0" presId="urn:microsoft.com/office/officeart/2005/8/layout/orgChart1"/>
    <dgm:cxn modelId="{FE5E198E-79A0-4B58-8BF8-3A57C490CAA5}" type="presParOf" srcId="{5377BFC8-B4A6-4BD8-810C-A3E3C68ABCBF}" destId="{0DE53BA1-C8E1-465D-A359-FAE4CB1C650D}" srcOrd="0" destOrd="0" presId="urn:microsoft.com/office/officeart/2005/8/layout/orgChart1"/>
    <dgm:cxn modelId="{E336C728-3461-4A05-9BB4-021B991B17F1}" type="presParOf" srcId="{5377BFC8-B4A6-4BD8-810C-A3E3C68ABCBF}" destId="{11F18CF2-0A26-4699-BBA0-EA4630317C85}" srcOrd="1" destOrd="0" presId="urn:microsoft.com/office/officeart/2005/8/layout/orgChart1"/>
    <dgm:cxn modelId="{ACC24263-B0D3-420E-AFEC-6C07338D52F2}" type="presParOf" srcId="{3E461081-BCE3-46F8-981C-16C7834ADDF0}" destId="{349341F8-FEB5-4375-979E-D56107055603}" srcOrd="1" destOrd="0" presId="urn:microsoft.com/office/officeart/2005/8/layout/orgChart1"/>
    <dgm:cxn modelId="{A4C2674B-1834-4BCD-863B-C7D9F8ADA6A4}" type="presParOf" srcId="{3E461081-BCE3-46F8-981C-16C7834ADDF0}" destId="{EF064499-A5AB-4961-AAB4-7C1BBC3A5F58}" srcOrd="2" destOrd="0" presId="urn:microsoft.com/office/officeart/2005/8/layout/orgChart1"/>
    <dgm:cxn modelId="{A08663C1-D6BE-4653-BD64-BF21829DEF91}" type="presParOf" srcId="{42924807-0E34-4A62-B0D1-A5AF29BDF3B6}" destId="{93BD8D01-671B-4937-A63B-D154F17B8879}" srcOrd="4" destOrd="0" presId="urn:microsoft.com/office/officeart/2005/8/layout/orgChart1"/>
    <dgm:cxn modelId="{BDCD2C57-4012-4DCA-A001-8FA9F140A51C}" type="presParOf" srcId="{42924807-0E34-4A62-B0D1-A5AF29BDF3B6}" destId="{5742A1AE-EABC-47D0-B2D9-0838D12866A7}" srcOrd="5" destOrd="0" presId="urn:microsoft.com/office/officeart/2005/8/layout/orgChart1"/>
    <dgm:cxn modelId="{A9B17655-C160-4942-A290-ECCE5BA6D3EE}" type="presParOf" srcId="{5742A1AE-EABC-47D0-B2D9-0838D12866A7}" destId="{3637B2E5-C305-4EBF-8E7E-3FD201FC54F8}" srcOrd="0" destOrd="0" presId="urn:microsoft.com/office/officeart/2005/8/layout/orgChart1"/>
    <dgm:cxn modelId="{442BFA07-9263-4605-961A-4805FEF4A542}" type="presParOf" srcId="{3637B2E5-C305-4EBF-8E7E-3FD201FC54F8}" destId="{B17B9F20-39A2-40FD-B5D6-929782915149}" srcOrd="0" destOrd="0" presId="urn:microsoft.com/office/officeart/2005/8/layout/orgChart1"/>
    <dgm:cxn modelId="{857F03B5-BFCA-4DA7-B8B5-224815B2FD80}" type="presParOf" srcId="{3637B2E5-C305-4EBF-8E7E-3FD201FC54F8}" destId="{27F9DFC0-D795-49D1-8265-9EA175A2A615}" srcOrd="1" destOrd="0" presId="urn:microsoft.com/office/officeart/2005/8/layout/orgChart1"/>
    <dgm:cxn modelId="{9D8C505D-767B-4F74-98DD-5F6E2FD422D9}" type="presParOf" srcId="{5742A1AE-EABC-47D0-B2D9-0838D12866A7}" destId="{A35D07ED-1474-4D40-B77C-46F71758E6F4}" srcOrd="1" destOrd="0" presId="urn:microsoft.com/office/officeart/2005/8/layout/orgChart1"/>
    <dgm:cxn modelId="{F6D16171-16EB-4671-9721-E7B788B14F3A}" type="presParOf" srcId="{5742A1AE-EABC-47D0-B2D9-0838D12866A7}" destId="{8587024B-93DB-4E68-80D1-911E8B45F529}" srcOrd="2" destOrd="0" presId="urn:microsoft.com/office/officeart/2005/8/layout/orgChart1"/>
    <dgm:cxn modelId="{9AA77216-D053-46B0-943E-0C62F56312E9}" type="presParOf" srcId="{CD865763-66B7-477C-82A3-980A02245328}" destId="{7EBC5E7C-09DE-44C7-8576-EF423A027236}" srcOrd="2" destOrd="0" presId="urn:microsoft.com/office/officeart/2005/8/layout/orgChart1"/>
    <dgm:cxn modelId="{F5479715-C1ED-4061-AE18-D982BB3C9C26}" type="presParOf" srcId="{DCD84F06-A71D-4C65-B7E3-663B5DBE49F1}" destId="{1492A3EC-B149-4BEE-86CC-DA214DBF3C86}" srcOrd="4" destOrd="0" presId="urn:microsoft.com/office/officeart/2005/8/layout/orgChart1"/>
    <dgm:cxn modelId="{F7166338-3BAD-4B43-9858-7BDEA6D4F902}" type="presParOf" srcId="{DCD84F06-A71D-4C65-B7E3-663B5DBE49F1}" destId="{A9764AF7-E747-46BB-A1E6-747DEF1BEB4E}" srcOrd="5" destOrd="0" presId="urn:microsoft.com/office/officeart/2005/8/layout/orgChart1"/>
    <dgm:cxn modelId="{E7C2E48C-CED0-4980-B6D8-025C6D3CA515}" type="presParOf" srcId="{A9764AF7-E747-46BB-A1E6-747DEF1BEB4E}" destId="{E0BF1280-8338-4F12-87EE-9477696F3D9A}" srcOrd="0" destOrd="0" presId="urn:microsoft.com/office/officeart/2005/8/layout/orgChart1"/>
    <dgm:cxn modelId="{FAF8A58E-5B4B-4EE9-A8AA-00231D458208}" type="presParOf" srcId="{E0BF1280-8338-4F12-87EE-9477696F3D9A}" destId="{623349B7-B61D-42C2-90EB-3ACE5D7EFCCF}" srcOrd="0" destOrd="0" presId="urn:microsoft.com/office/officeart/2005/8/layout/orgChart1"/>
    <dgm:cxn modelId="{9B3E87C7-FFE8-4430-A887-0389FF6AC51A}" type="presParOf" srcId="{E0BF1280-8338-4F12-87EE-9477696F3D9A}" destId="{991389D0-7073-471D-8BFC-6FCADC6F5E55}" srcOrd="1" destOrd="0" presId="urn:microsoft.com/office/officeart/2005/8/layout/orgChart1"/>
    <dgm:cxn modelId="{CAF08EAB-8703-40DA-9EA3-1DEFBBC1F4AE}" type="presParOf" srcId="{A9764AF7-E747-46BB-A1E6-747DEF1BEB4E}" destId="{123CDF7E-07D6-412B-AD90-3E1AE703DE02}" srcOrd="1" destOrd="0" presId="urn:microsoft.com/office/officeart/2005/8/layout/orgChart1"/>
    <dgm:cxn modelId="{CCE049C2-DA55-45F9-9088-C7AEF586EA54}" type="presParOf" srcId="{123CDF7E-07D6-412B-AD90-3E1AE703DE02}" destId="{90FA439F-0CDB-45B4-AE27-B9DC317837B8}" srcOrd="0" destOrd="0" presId="urn:microsoft.com/office/officeart/2005/8/layout/orgChart1"/>
    <dgm:cxn modelId="{9C7F7E8A-82FB-4459-8BB0-E1490410A521}" type="presParOf" srcId="{123CDF7E-07D6-412B-AD90-3E1AE703DE02}" destId="{2E59BD7C-DD16-4A3E-996C-75AB82696B1A}" srcOrd="1" destOrd="0" presId="urn:microsoft.com/office/officeart/2005/8/layout/orgChart1"/>
    <dgm:cxn modelId="{F360294E-2356-4903-8350-D0442E7A6110}" type="presParOf" srcId="{2E59BD7C-DD16-4A3E-996C-75AB82696B1A}" destId="{5E4C472A-D5F9-414D-8F6C-748CDE4B2A13}" srcOrd="0" destOrd="0" presId="urn:microsoft.com/office/officeart/2005/8/layout/orgChart1"/>
    <dgm:cxn modelId="{A30A7EBC-2D44-4E64-962B-898E7A09F0B1}" type="presParOf" srcId="{5E4C472A-D5F9-414D-8F6C-748CDE4B2A13}" destId="{80D853E7-DDE7-4191-8F63-A6C8E5DA64AF}" srcOrd="0" destOrd="0" presId="urn:microsoft.com/office/officeart/2005/8/layout/orgChart1"/>
    <dgm:cxn modelId="{5E7350C8-5548-4228-895B-DE2FB9EED358}" type="presParOf" srcId="{5E4C472A-D5F9-414D-8F6C-748CDE4B2A13}" destId="{40102294-86DA-454D-B999-C5B643D3E30E}" srcOrd="1" destOrd="0" presId="urn:microsoft.com/office/officeart/2005/8/layout/orgChart1"/>
    <dgm:cxn modelId="{8A72F953-E977-478E-9636-0828D9DA2062}" type="presParOf" srcId="{2E59BD7C-DD16-4A3E-996C-75AB82696B1A}" destId="{BF0CE286-7B87-4F7D-89EF-DFB8F8C3CCD4}" srcOrd="1" destOrd="0" presId="urn:microsoft.com/office/officeart/2005/8/layout/orgChart1"/>
    <dgm:cxn modelId="{7E2DE73E-43F0-43A6-9325-AAE2A607C5F5}" type="presParOf" srcId="{2E59BD7C-DD16-4A3E-996C-75AB82696B1A}" destId="{15B91C0D-29BA-4C24-89C9-247B0616E67A}" srcOrd="2" destOrd="0" presId="urn:microsoft.com/office/officeart/2005/8/layout/orgChart1"/>
    <dgm:cxn modelId="{B7D73A54-F395-4052-ACB8-70D75940C925}" type="presParOf" srcId="{123CDF7E-07D6-412B-AD90-3E1AE703DE02}" destId="{31F937E8-D20E-49CA-A3CA-21603AE7C031}" srcOrd="2" destOrd="0" presId="urn:microsoft.com/office/officeart/2005/8/layout/orgChart1"/>
    <dgm:cxn modelId="{8E9D4212-FAEF-4E8A-B535-82DA43F72FCA}" type="presParOf" srcId="{123CDF7E-07D6-412B-AD90-3E1AE703DE02}" destId="{26AA452D-6536-48DB-A2B8-0CAEDB010EC5}" srcOrd="3" destOrd="0" presId="urn:microsoft.com/office/officeart/2005/8/layout/orgChart1"/>
    <dgm:cxn modelId="{C6AD2EF6-71DB-414A-9F45-0D4FB0B4B37D}" type="presParOf" srcId="{26AA452D-6536-48DB-A2B8-0CAEDB010EC5}" destId="{179B3F4E-DF03-4D69-ACD5-10926BA56C29}" srcOrd="0" destOrd="0" presId="urn:microsoft.com/office/officeart/2005/8/layout/orgChart1"/>
    <dgm:cxn modelId="{AFAC8888-BBD0-4FBB-A991-5B1F6C0E6EC6}" type="presParOf" srcId="{179B3F4E-DF03-4D69-ACD5-10926BA56C29}" destId="{6BE50848-1EB2-4B9A-844E-D7077A9A3FD7}" srcOrd="0" destOrd="0" presId="urn:microsoft.com/office/officeart/2005/8/layout/orgChart1"/>
    <dgm:cxn modelId="{97B810F2-3CEB-4FD9-BD37-67DD933E17E5}" type="presParOf" srcId="{179B3F4E-DF03-4D69-ACD5-10926BA56C29}" destId="{00729B15-D365-4DA3-B91D-2BDE114723CA}" srcOrd="1" destOrd="0" presId="urn:microsoft.com/office/officeart/2005/8/layout/orgChart1"/>
    <dgm:cxn modelId="{67EEB731-4039-4290-8B9E-B78CF583CF63}" type="presParOf" srcId="{26AA452D-6536-48DB-A2B8-0CAEDB010EC5}" destId="{93F92168-0FF1-4DB5-A7BB-372490D57110}" srcOrd="1" destOrd="0" presId="urn:microsoft.com/office/officeart/2005/8/layout/orgChart1"/>
    <dgm:cxn modelId="{99672704-2938-4E98-9D67-C05E21B49D38}" type="presParOf" srcId="{26AA452D-6536-48DB-A2B8-0CAEDB010EC5}" destId="{50F92FD4-722C-4007-9A09-5AD9271B2C6B}" srcOrd="2" destOrd="0" presId="urn:microsoft.com/office/officeart/2005/8/layout/orgChart1"/>
    <dgm:cxn modelId="{55EAA326-F46F-462D-91BD-48D398408A3F}" type="presParOf" srcId="{A9764AF7-E747-46BB-A1E6-747DEF1BEB4E}" destId="{CEF89DB4-EDDF-43B9-BE1B-D3764F704721}" srcOrd="2" destOrd="0" presId="urn:microsoft.com/office/officeart/2005/8/layout/orgChart1"/>
    <dgm:cxn modelId="{29CA0D3C-9024-4509-8D2C-76C272934A0A}" type="presParOf" srcId="{DCD84F06-A71D-4C65-B7E3-663B5DBE49F1}" destId="{5663E0F3-C69A-4EB7-98C9-8075B0097111}" srcOrd="6" destOrd="0" presId="urn:microsoft.com/office/officeart/2005/8/layout/orgChart1"/>
    <dgm:cxn modelId="{8A8D2B03-F8B1-4741-BF91-26A2F2B82D14}" type="presParOf" srcId="{DCD84F06-A71D-4C65-B7E3-663B5DBE49F1}" destId="{E9953F4D-3D0C-4FF8-B590-C7988D8F217F}" srcOrd="7" destOrd="0" presId="urn:microsoft.com/office/officeart/2005/8/layout/orgChart1"/>
    <dgm:cxn modelId="{495C11E2-0A7A-4D72-8C63-1F7BFA6C3EC9}" type="presParOf" srcId="{E9953F4D-3D0C-4FF8-B590-C7988D8F217F}" destId="{ADB5C048-4CFE-4E71-806B-7CBACF7FA00B}" srcOrd="0" destOrd="0" presId="urn:microsoft.com/office/officeart/2005/8/layout/orgChart1"/>
    <dgm:cxn modelId="{57D0A589-8F06-4645-A42B-CCE848399B0F}" type="presParOf" srcId="{ADB5C048-4CFE-4E71-806B-7CBACF7FA00B}" destId="{86A767DC-8852-430E-B5FB-DEA943787682}" srcOrd="0" destOrd="0" presId="urn:microsoft.com/office/officeart/2005/8/layout/orgChart1"/>
    <dgm:cxn modelId="{9F5FCDE5-B40F-49D7-A33D-4DB8C7696BB4}" type="presParOf" srcId="{ADB5C048-4CFE-4E71-806B-7CBACF7FA00B}" destId="{FF6D2199-848F-4739-8AF1-BB543F79E81E}" srcOrd="1" destOrd="0" presId="urn:microsoft.com/office/officeart/2005/8/layout/orgChart1"/>
    <dgm:cxn modelId="{4C8180E3-25C9-4EDC-877E-512F81259290}" type="presParOf" srcId="{E9953F4D-3D0C-4FF8-B590-C7988D8F217F}" destId="{ED97FA8D-3D4C-417D-96E4-5825380B46C3}" srcOrd="1" destOrd="0" presId="urn:microsoft.com/office/officeart/2005/8/layout/orgChart1"/>
    <dgm:cxn modelId="{EA2FE917-05FC-4F4D-ABD8-5D56584F4C97}" type="presParOf" srcId="{ED97FA8D-3D4C-417D-96E4-5825380B46C3}" destId="{E015B128-6128-40FD-B5F4-FDA59330C7F9}" srcOrd="0" destOrd="0" presId="urn:microsoft.com/office/officeart/2005/8/layout/orgChart1"/>
    <dgm:cxn modelId="{63A2C03E-5971-4397-AB24-061E82B86CFA}" type="presParOf" srcId="{ED97FA8D-3D4C-417D-96E4-5825380B46C3}" destId="{D7782D4B-38DA-4328-9F1B-9D17AC9F3A57}" srcOrd="1" destOrd="0" presId="urn:microsoft.com/office/officeart/2005/8/layout/orgChart1"/>
    <dgm:cxn modelId="{4A5D010E-4376-43C8-AF40-451F831CE583}" type="presParOf" srcId="{D7782D4B-38DA-4328-9F1B-9D17AC9F3A57}" destId="{5A99DD9B-2226-4784-A505-2391B3A2B0EC}" srcOrd="0" destOrd="0" presId="urn:microsoft.com/office/officeart/2005/8/layout/orgChart1"/>
    <dgm:cxn modelId="{35C77C12-3CBF-4A5F-90B9-FE5FBEACA572}" type="presParOf" srcId="{5A99DD9B-2226-4784-A505-2391B3A2B0EC}" destId="{EEB364A8-91B2-4B25-BF9D-6A30D88D6AD7}" srcOrd="0" destOrd="0" presId="urn:microsoft.com/office/officeart/2005/8/layout/orgChart1"/>
    <dgm:cxn modelId="{EDB08B59-82F2-4CEF-BE11-C5F2CD5D1917}" type="presParOf" srcId="{5A99DD9B-2226-4784-A505-2391B3A2B0EC}" destId="{155AAABA-167B-4C26-8834-9DD91F45F10F}" srcOrd="1" destOrd="0" presId="urn:microsoft.com/office/officeart/2005/8/layout/orgChart1"/>
    <dgm:cxn modelId="{F70346EB-87B2-4B45-9B21-72577F226D8D}" type="presParOf" srcId="{D7782D4B-38DA-4328-9F1B-9D17AC9F3A57}" destId="{69BF4D57-35E5-4844-9357-D20DD9087C84}" srcOrd="1" destOrd="0" presId="urn:microsoft.com/office/officeart/2005/8/layout/orgChart1"/>
    <dgm:cxn modelId="{8973E000-209F-43DF-8875-AB94EFDFD51D}" type="presParOf" srcId="{D7782D4B-38DA-4328-9F1B-9D17AC9F3A57}" destId="{FA0C46AF-44D4-468B-8EF3-8CA0A1E63224}" srcOrd="2" destOrd="0" presId="urn:microsoft.com/office/officeart/2005/8/layout/orgChart1"/>
    <dgm:cxn modelId="{2EB9D559-CBA7-4C61-A23C-0DDF5B985427}" type="presParOf" srcId="{ED97FA8D-3D4C-417D-96E4-5825380B46C3}" destId="{8B73695F-C0A8-47BE-8C56-4D78DE1563CD}" srcOrd="2" destOrd="0" presId="urn:microsoft.com/office/officeart/2005/8/layout/orgChart1"/>
    <dgm:cxn modelId="{0119CA39-EE2E-4AA0-B538-82D3D5A8C687}" type="presParOf" srcId="{ED97FA8D-3D4C-417D-96E4-5825380B46C3}" destId="{BB119BCE-F6E2-45ED-8380-0638EB07CD01}" srcOrd="3" destOrd="0" presId="urn:microsoft.com/office/officeart/2005/8/layout/orgChart1"/>
    <dgm:cxn modelId="{E4D1B928-4B58-4A10-AFEF-973A8CA9B380}" type="presParOf" srcId="{BB119BCE-F6E2-45ED-8380-0638EB07CD01}" destId="{E4241192-FCDA-4AD2-BB1C-1DF6F4D9D1F4}" srcOrd="0" destOrd="0" presId="urn:microsoft.com/office/officeart/2005/8/layout/orgChart1"/>
    <dgm:cxn modelId="{026C68F9-4E5C-42E2-97F5-8FCC3F39774C}" type="presParOf" srcId="{E4241192-FCDA-4AD2-BB1C-1DF6F4D9D1F4}" destId="{FABC88CC-8EF7-4AD0-A513-C9022A9C0DED}" srcOrd="0" destOrd="0" presId="urn:microsoft.com/office/officeart/2005/8/layout/orgChart1"/>
    <dgm:cxn modelId="{D1D26D91-B98C-4E3B-8763-671787E4649D}" type="presParOf" srcId="{E4241192-FCDA-4AD2-BB1C-1DF6F4D9D1F4}" destId="{4483E2ED-78BC-4B78-A26E-3CA47812843A}" srcOrd="1" destOrd="0" presId="urn:microsoft.com/office/officeart/2005/8/layout/orgChart1"/>
    <dgm:cxn modelId="{43503E2B-C0DA-4FDD-8039-3E85E2FF08E4}" type="presParOf" srcId="{BB119BCE-F6E2-45ED-8380-0638EB07CD01}" destId="{2FAF50A6-2621-41DE-8CFC-19DBA5382CB7}" srcOrd="1" destOrd="0" presId="urn:microsoft.com/office/officeart/2005/8/layout/orgChart1"/>
    <dgm:cxn modelId="{02B34C4E-0AC8-4401-9F41-42D9F3E09E21}" type="presParOf" srcId="{BB119BCE-F6E2-45ED-8380-0638EB07CD01}" destId="{4644C5C1-BA3B-4B13-BB3C-1F6B3F603ED7}" srcOrd="2" destOrd="0" presId="urn:microsoft.com/office/officeart/2005/8/layout/orgChart1"/>
    <dgm:cxn modelId="{96FD9290-6545-48E8-B30F-D7F70EBDFD3A}" type="presParOf" srcId="{ED97FA8D-3D4C-417D-96E4-5825380B46C3}" destId="{A9941EB2-5582-4E05-A4E5-A3E51B44F81A}" srcOrd="4" destOrd="0" presId="urn:microsoft.com/office/officeart/2005/8/layout/orgChart1"/>
    <dgm:cxn modelId="{242A0096-ABD5-4C08-8EBB-DA4E04D3EADB}" type="presParOf" srcId="{ED97FA8D-3D4C-417D-96E4-5825380B46C3}" destId="{AD50D925-A1A0-481C-B94B-A01017C9ABD5}" srcOrd="5" destOrd="0" presId="urn:microsoft.com/office/officeart/2005/8/layout/orgChart1"/>
    <dgm:cxn modelId="{0B75675E-1535-479A-80F9-FBE00FF90A4B}" type="presParOf" srcId="{AD50D925-A1A0-481C-B94B-A01017C9ABD5}" destId="{F2E5DD33-673F-497F-BC0C-388845402300}" srcOrd="0" destOrd="0" presId="urn:microsoft.com/office/officeart/2005/8/layout/orgChart1"/>
    <dgm:cxn modelId="{CECDB35C-3729-4015-A3A1-BDDC1A7826A8}" type="presParOf" srcId="{F2E5DD33-673F-497F-BC0C-388845402300}" destId="{0387D7C4-53F4-4CE6-9C5B-D026D3634C81}" srcOrd="0" destOrd="0" presId="urn:microsoft.com/office/officeart/2005/8/layout/orgChart1"/>
    <dgm:cxn modelId="{B581D7CA-71D1-4F74-95E2-DD7C8F7562A0}" type="presParOf" srcId="{F2E5DD33-673F-497F-BC0C-388845402300}" destId="{C3EE1F6A-28FE-4FD2-9F39-B5B6FB50B94C}" srcOrd="1" destOrd="0" presId="urn:microsoft.com/office/officeart/2005/8/layout/orgChart1"/>
    <dgm:cxn modelId="{481D62A7-2050-40D7-A263-FAFCBFD3D133}" type="presParOf" srcId="{AD50D925-A1A0-481C-B94B-A01017C9ABD5}" destId="{AD56F237-3DF6-4F70-80A9-543EA22821DF}" srcOrd="1" destOrd="0" presId="urn:microsoft.com/office/officeart/2005/8/layout/orgChart1"/>
    <dgm:cxn modelId="{6C2E2907-BDB8-48B5-9C7C-2CC55545B495}" type="presParOf" srcId="{AD50D925-A1A0-481C-B94B-A01017C9ABD5}" destId="{43BDF69E-8287-4776-B2D3-B387410F8B10}" srcOrd="2" destOrd="0" presId="urn:microsoft.com/office/officeart/2005/8/layout/orgChart1"/>
    <dgm:cxn modelId="{686B7947-C252-42B5-AD56-7B4F9C6C1901}" type="presParOf" srcId="{ED97FA8D-3D4C-417D-96E4-5825380B46C3}" destId="{5092D665-7F8D-45A5-AED0-F118A7AA8E3C}" srcOrd="6" destOrd="0" presId="urn:microsoft.com/office/officeart/2005/8/layout/orgChart1"/>
    <dgm:cxn modelId="{7846B7E9-27D7-44F6-BE85-7ED4B4458549}" type="presParOf" srcId="{ED97FA8D-3D4C-417D-96E4-5825380B46C3}" destId="{0AC27DFB-609C-4D6F-B5E3-37D7B2260338}" srcOrd="7" destOrd="0" presId="urn:microsoft.com/office/officeart/2005/8/layout/orgChart1"/>
    <dgm:cxn modelId="{BC4F2228-E71F-4B74-A64E-7E07E68213B1}" type="presParOf" srcId="{0AC27DFB-609C-4D6F-B5E3-37D7B2260338}" destId="{D8AE73CF-F465-4A8A-9A50-6059525E465B}" srcOrd="0" destOrd="0" presId="urn:microsoft.com/office/officeart/2005/8/layout/orgChart1"/>
    <dgm:cxn modelId="{AEC20A6B-9C2B-45A7-96CD-110B92E8B1B1}" type="presParOf" srcId="{D8AE73CF-F465-4A8A-9A50-6059525E465B}" destId="{87912EC4-6FF4-4398-B2D1-3C5AE3DE0E6B}" srcOrd="0" destOrd="0" presId="urn:microsoft.com/office/officeart/2005/8/layout/orgChart1"/>
    <dgm:cxn modelId="{4CE05B9A-DA8C-414E-902D-D148D7D7C127}" type="presParOf" srcId="{D8AE73CF-F465-4A8A-9A50-6059525E465B}" destId="{0A54A5A1-BB21-48CA-8582-1E7C19F13A61}" srcOrd="1" destOrd="0" presId="urn:microsoft.com/office/officeart/2005/8/layout/orgChart1"/>
    <dgm:cxn modelId="{56BEEA12-C4BF-4994-8EBC-DE030E9A42F2}" type="presParOf" srcId="{0AC27DFB-609C-4D6F-B5E3-37D7B2260338}" destId="{193E1AE3-B21A-42AE-9FC6-91662AD28B7B}" srcOrd="1" destOrd="0" presId="urn:microsoft.com/office/officeart/2005/8/layout/orgChart1"/>
    <dgm:cxn modelId="{C72444FA-9B66-45C1-B22F-D0D0DD14C22E}" type="presParOf" srcId="{0AC27DFB-609C-4D6F-B5E3-37D7B2260338}" destId="{1DA62B0F-C5B8-48A6-833F-FEF178E944B5}" srcOrd="2" destOrd="0" presId="urn:microsoft.com/office/officeart/2005/8/layout/orgChart1"/>
    <dgm:cxn modelId="{A6304B77-E112-4ADD-96BC-BAEBE844DC73}" type="presParOf" srcId="{ED97FA8D-3D4C-417D-96E4-5825380B46C3}" destId="{33B6E159-8278-418D-A65D-68E6FCA60DAF}" srcOrd="8" destOrd="0" presId="urn:microsoft.com/office/officeart/2005/8/layout/orgChart1"/>
    <dgm:cxn modelId="{E1F3FE6D-1DCB-46DE-A6C5-3D2741BC98C2}" type="presParOf" srcId="{ED97FA8D-3D4C-417D-96E4-5825380B46C3}" destId="{D0296F8B-3027-49B2-A8D6-7772B626525C}" srcOrd="9" destOrd="0" presId="urn:microsoft.com/office/officeart/2005/8/layout/orgChart1"/>
    <dgm:cxn modelId="{FA1A0CAD-1B0A-4D0E-A907-39F52C493C9C}" type="presParOf" srcId="{D0296F8B-3027-49B2-A8D6-7772B626525C}" destId="{7D84D857-3B93-4959-A608-6315230A75E1}" srcOrd="0" destOrd="0" presId="urn:microsoft.com/office/officeart/2005/8/layout/orgChart1"/>
    <dgm:cxn modelId="{E4785485-DEEA-4342-BC3C-70E28670C0FC}" type="presParOf" srcId="{7D84D857-3B93-4959-A608-6315230A75E1}" destId="{F8623FE8-E19F-415E-9063-36ED3A0534B5}" srcOrd="0" destOrd="0" presId="urn:microsoft.com/office/officeart/2005/8/layout/orgChart1"/>
    <dgm:cxn modelId="{DFB12815-D6A2-44D3-9C9C-8F07712AA40C}" type="presParOf" srcId="{7D84D857-3B93-4959-A608-6315230A75E1}" destId="{2F0CD0CC-A9CF-427F-8EDC-D2F838C62137}" srcOrd="1" destOrd="0" presId="urn:microsoft.com/office/officeart/2005/8/layout/orgChart1"/>
    <dgm:cxn modelId="{0CD31AE9-BF63-4F05-9CC8-77AB47E072C6}" type="presParOf" srcId="{D0296F8B-3027-49B2-A8D6-7772B626525C}" destId="{D86707C8-E28B-431E-A756-65013307A97A}" srcOrd="1" destOrd="0" presId="urn:microsoft.com/office/officeart/2005/8/layout/orgChart1"/>
    <dgm:cxn modelId="{0552B8FA-5333-4774-AC2B-7C911E0E6E6C}" type="presParOf" srcId="{D0296F8B-3027-49B2-A8D6-7772B626525C}" destId="{6FC14665-3240-4113-8646-992FE8F342FB}" srcOrd="2" destOrd="0" presId="urn:microsoft.com/office/officeart/2005/8/layout/orgChart1"/>
    <dgm:cxn modelId="{4C1D0ECE-E3FE-4457-8BEF-1434F209C8AA}" type="presParOf" srcId="{E9953F4D-3D0C-4FF8-B590-C7988D8F217F}" destId="{54EBD180-D7DD-4FBB-A1E7-1223827D451C}" srcOrd="2" destOrd="0" presId="urn:microsoft.com/office/officeart/2005/8/layout/orgChart1"/>
    <dgm:cxn modelId="{37F4C45F-B0BA-4D4C-96A2-A8A431A3E82A}" type="presParOf" srcId="{DCD84F06-A71D-4C65-B7E3-663B5DBE49F1}" destId="{5B1F6C73-2CF5-48FD-B8F5-7D671F241D40}" srcOrd="8" destOrd="0" presId="urn:microsoft.com/office/officeart/2005/8/layout/orgChart1"/>
    <dgm:cxn modelId="{8DAF06FA-BD4D-4419-94BA-BF70C13F38E7}" type="presParOf" srcId="{DCD84F06-A71D-4C65-B7E3-663B5DBE49F1}" destId="{6BE5C690-F594-47FD-8C1A-3E4D1C855D29}" srcOrd="9" destOrd="0" presId="urn:microsoft.com/office/officeart/2005/8/layout/orgChart1"/>
    <dgm:cxn modelId="{3E4BCFF2-8C42-45FC-8789-85B3BE6C4BA9}" type="presParOf" srcId="{6BE5C690-F594-47FD-8C1A-3E4D1C855D29}" destId="{4D2E5C27-7DB2-424C-8AA1-1BB68E653EDF}" srcOrd="0" destOrd="0" presId="urn:microsoft.com/office/officeart/2005/8/layout/orgChart1"/>
    <dgm:cxn modelId="{A3B696BC-8980-49DB-9249-51E0D362B513}" type="presParOf" srcId="{4D2E5C27-7DB2-424C-8AA1-1BB68E653EDF}" destId="{665B59C0-0066-4181-9E23-E72719E6393C}" srcOrd="0" destOrd="0" presId="urn:microsoft.com/office/officeart/2005/8/layout/orgChart1"/>
    <dgm:cxn modelId="{B5CA3971-527E-4279-9C86-13878D40B76A}" type="presParOf" srcId="{4D2E5C27-7DB2-424C-8AA1-1BB68E653EDF}" destId="{86DB0CBB-C81A-4202-AFB8-4957DF47D350}" srcOrd="1" destOrd="0" presId="urn:microsoft.com/office/officeart/2005/8/layout/orgChart1"/>
    <dgm:cxn modelId="{8C1824A6-1720-45BF-A689-FD2DCE6144DE}" type="presParOf" srcId="{6BE5C690-F594-47FD-8C1A-3E4D1C855D29}" destId="{72BACE15-2EBE-46FB-AA2C-71C2A4720B51}" srcOrd="1" destOrd="0" presId="urn:microsoft.com/office/officeart/2005/8/layout/orgChart1"/>
    <dgm:cxn modelId="{80BDFC27-E769-4043-9748-8FC9EA1B90F6}" type="presParOf" srcId="{72BACE15-2EBE-46FB-AA2C-71C2A4720B51}" destId="{BE9B23AD-C42E-4974-9D1C-7BE6332635DE}" srcOrd="0" destOrd="0" presId="urn:microsoft.com/office/officeart/2005/8/layout/orgChart1"/>
    <dgm:cxn modelId="{84FA6DAB-E965-4096-9601-D6DD2DD17A42}" type="presParOf" srcId="{72BACE15-2EBE-46FB-AA2C-71C2A4720B51}" destId="{A73A54E1-CF34-4608-ABF5-CE8B5C010691}" srcOrd="1" destOrd="0" presId="urn:microsoft.com/office/officeart/2005/8/layout/orgChart1"/>
    <dgm:cxn modelId="{E06AE2D8-7CE6-402D-B5D2-90E7183178D1}" type="presParOf" srcId="{A73A54E1-CF34-4608-ABF5-CE8B5C010691}" destId="{6616A352-C1C6-4E40-BCA0-21E53402125B}" srcOrd="0" destOrd="0" presId="urn:microsoft.com/office/officeart/2005/8/layout/orgChart1"/>
    <dgm:cxn modelId="{B68B5576-59CE-4C6C-9545-770B73D8F36D}" type="presParOf" srcId="{6616A352-C1C6-4E40-BCA0-21E53402125B}" destId="{912AA193-44A9-4F66-B5D6-93BB15AC874E}" srcOrd="0" destOrd="0" presId="urn:microsoft.com/office/officeart/2005/8/layout/orgChart1"/>
    <dgm:cxn modelId="{D47B3870-F7E4-41AC-8140-578B304FE27C}" type="presParOf" srcId="{6616A352-C1C6-4E40-BCA0-21E53402125B}" destId="{698B3757-F669-4286-AC86-679882786235}" srcOrd="1" destOrd="0" presId="urn:microsoft.com/office/officeart/2005/8/layout/orgChart1"/>
    <dgm:cxn modelId="{039433D5-FF76-4C28-8BE5-CC1AA586F800}" type="presParOf" srcId="{A73A54E1-CF34-4608-ABF5-CE8B5C010691}" destId="{AC4887EC-F334-4198-95A7-E8793CCFA92E}" srcOrd="1" destOrd="0" presId="urn:microsoft.com/office/officeart/2005/8/layout/orgChart1"/>
    <dgm:cxn modelId="{3CEEEA17-261C-4944-A468-D82BA18FC986}" type="presParOf" srcId="{A73A54E1-CF34-4608-ABF5-CE8B5C010691}" destId="{55DAE0D4-DA8F-49E1-B6D5-9DBABD6CA1E2}" srcOrd="2" destOrd="0" presId="urn:microsoft.com/office/officeart/2005/8/layout/orgChart1"/>
    <dgm:cxn modelId="{87A3991A-4C38-4B3F-B431-426CB7C79619}" type="presParOf" srcId="{72BACE15-2EBE-46FB-AA2C-71C2A4720B51}" destId="{4854E5AF-A933-4329-8D52-A0B30208803A}" srcOrd="2" destOrd="0" presId="urn:microsoft.com/office/officeart/2005/8/layout/orgChart1"/>
    <dgm:cxn modelId="{F728E5DB-52B9-46DF-BC8D-A05AA8680E1D}" type="presParOf" srcId="{72BACE15-2EBE-46FB-AA2C-71C2A4720B51}" destId="{CB467CDD-658B-427E-A2A1-083938B87EE7}" srcOrd="3" destOrd="0" presId="urn:microsoft.com/office/officeart/2005/8/layout/orgChart1"/>
    <dgm:cxn modelId="{C5E8BE9A-9193-4647-BA0C-0438E78580F4}" type="presParOf" srcId="{CB467CDD-658B-427E-A2A1-083938B87EE7}" destId="{BC9EE374-9F45-4D21-BB40-94224B5EFD1B}" srcOrd="0" destOrd="0" presId="urn:microsoft.com/office/officeart/2005/8/layout/orgChart1"/>
    <dgm:cxn modelId="{4BF47BD7-6E0C-45D7-81AA-D07BCFDFD7E2}" type="presParOf" srcId="{BC9EE374-9F45-4D21-BB40-94224B5EFD1B}" destId="{03ED42CF-433A-4DDC-81F6-337A55B0EA62}" srcOrd="0" destOrd="0" presId="urn:microsoft.com/office/officeart/2005/8/layout/orgChart1"/>
    <dgm:cxn modelId="{9A067B01-A905-44D1-A3A1-42786C361047}" type="presParOf" srcId="{BC9EE374-9F45-4D21-BB40-94224B5EFD1B}" destId="{BEC59229-6464-4C92-9BF3-BBC2F222787C}" srcOrd="1" destOrd="0" presId="urn:microsoft.com/office/officeart/2005/8/layout/orgChart1"/>
    <dgm:cxn modelId="{9A097F25-55A5-4100-B1BD-68C3B84D6408}" type="presParOf" srcId="{CB467CDD-658B-427E-A2A1-083938B87EE7}" destId="{CD348DED-DF73-4E89-8163-4CBE7D8E4F89}" srcOrd="1" destOrd="0" presId="urn:microsoft.com/office/officeart/2005/8/layout/orgChart1"/>
    <dgm:cxn modelId="{E6D8403C-4008-4D9D-8755-32BD65D868D4}" type="presParOf" srcId="{CB467CDD-658B-427E-A2A1-083938B87EE7}" destId="{0125FE81-9F1D-4A6C-AAA0-FA325A3D660A}" srcOrd="2" destOrd="0" presId="urn:microsoft.com/office/officeart/2005/8/layout/orgChart1"/>
    <dgm:cxn modelId="{ECE7B9F3-568B-4582-BA34-239DDF1210D9}" type="presParOf" srcId="{6BE5C690-F594-47FD-8C1A-3E4D1C855D29}" destId="{5A2B39C8-B31F-41C5-8855-9A88CD63143F}" srcOrd="2" destOrd="0" presId="urn:microsoft.com/office/officeart/2005/8/layout/orgChart1"/>
    <dgm:cxn modelId="{ED410B5A-E0B9-4BBE-910A-EB031EA98D1C}" type="presParOf" srcId="{DCD84F06-A71D-4C65-B7E3-663B5DBE49F1}" destId="{4FDA0C7C-270A-4399-AF78-1286027DABCB}" srcOrd="10" destOrd="0" presId="urn:microsoft.com/office/officeart/2005/8/layout/orgChart1"/>
    <dgm:cxn modelId="{8152721C-D608-4894-89CB-91C8F38BA164}" type="presParOf" srcId="{DCD84F06-A71D-4C65-B7E3-663B5DBE49F1}" destId="{B71D4172-934E-443F-B11F-3E610996629C}" srcOrd="11" destOrd="0" presId="urn:microsoft.com/office/officeart/2005/8/layout/orgChart1"/>
    <dgm:cxn modelId="{1E263118-FE5D-43FF-9861-5C47D4EFC22D}" type="presParOf" srcId="{B71D4172-934E-443F-B11F-3E610996629C}" destId="{501B29D5-FBA1-45D4-9090-BC4BE1712682}" srcOrd="0" destOrd="0" presId="urn:microsoft.com/office/officeart/2005/8/layout/orgChart1"/>
    <dgm:cxn modelId="{530C0B03-3FAD-4EE7-91E5-EA354974B7D0}" type="presParOf" srcId="{501B29D5-FBA1-45D4-9090-BC4BE1712682}" destId="{1FF846ED-C030-41C3-AF6D-E43A5861B213}" srcOrd="0" destOrd="0" presId="urn:microsoft.com/office/officeart/2005/8/layout/orgChart1"/>
    <dgm:cxn modelId="{0B83819C-94AC-41A1-A7AA-BBFEC109A830}" type="presParOf" srcId="{501B29D5-FBA1-45D4-9090-BC4BE1712682}" destId="{5584C93B-A772-4003-B49B-9D31AA594226}" srcOrd="1" destOrd="0" presId="urn:microsoft.com/office/officeart/2005/8/layout/orgChart1"/>
    <dgm:cxn modelId="{F4C19756-CB5C-4BA2-A1AB-5BB381B4E857}" type="presParOf" srcId="{B71D4172-934E-443F-B11F-3E610996629C}" destId="{448583FA-41B7-4464-A875-6C00C9C6BA5D}" srcOrd="1" destOrd="0" presId="urn:microsoft.com/office/officeart/2005/8/layout/orgChart1"/>
    <dgm:cxn modelId="{4EACB31E-762F-4542-A136-4C666C57A828}" type="presParOf" srcId="{448583FA-41B7-4464-A875-6C00C9C6BA5D}" destId="{0BC73551-C18C-4A95-B6E0-45312676FE1D}" srcOrd="0" destOrd="0" presId="urn:microsoft.com/office/officeart/2005/8/layout/orgChart1"/>
    <dgm:cxn modelId="{6C24C3BF-08AA-41AB-A621-013CF66170C8}" type="presParOf" srcId="{448583FA-41B7-4464-A875-6C00C9C6BA5D}" destId="{299C6093-9A90-4452-8397-D7A51473FFB8}" srcOrd="1" destOrd="0" presId="urn:microsoft.com/office/officeart/2005/8/layout/orgChart1"/>
    <dgm:cxn modelId="{A06D5D04-CC01-4379-BD26-28F88B0D2AA1}" type="presParOf" srcId="{299C6093-9A90-4452-8397-D7A51473FFB8}" destId="{65F4ACDA-C73B-4518-8C69-787F4447F08C}" srcOrd="0" destOrd="0" presId="urn:microsoft.com/office/officeart/2005/8/layout/orgChart1"/>
    <dgm:cxn modelId="{D2449D23-4C68-4B5B-B4DB-707F3EF215CA}" type="presParOf" srcId="{65F4ACDA-C73B-4518-8C69-787F4447F08C}" destId="{D5D064C2-626B-4E67-9B7C-911AD47153C0}" srcOrd="0" destOrd="0" presId="urn:microsoft.com/office/officeart/2005/8/layout/orgChart1"/>
    <dgm:cxn modelId="{7CB97BC6-6207-4FE7-9243-A078053C1260}" type="presParOf" srcId="{65F4ACDA-C73B-4518-8C69-787F4447F08C}" destId="{347DFF6C-9127-46E4-824F-4A64ED46280C}" srcOrd="1" destOrd="0" presId="urn:microsoft.com/office/officeart/2005/8/layout/orgChart1"/>
    <dgm:cxn modelId="{C63567BF-E086-4582-B129-2EEAEE50E800}" type="presParOf" srcId="{299C6093-9A90-4452-8397-D7A51473FFB8}" destId="{C7318CD1-9A3C-4E6A-BD0D-064A7206EFCE}" srcOrd="1" destOrd="0" presId="urn:microsoft.com/office/officeart/2005/8/layout/orgChart1"/>
    <dgm:cxn modelId="{A5D0AFCB-C4C3-491D-B1EC-9E88D490564F}" type="presParOf" srcId="{299C6093-9A90-4452-8397-D7A51473FFB8}" destId="{B2A4D8F3-7206-440B-99D8-D62D06EA6815}" srcOrd="2" destOrd="0" presId="urn:microsoft.com/office/officeart/2005/8/layout/orgChart1"/>
    <dgm:cxn modelId="{E5F47966-FB08-4969-A410-44ACD502A3A3}" type="presParOf" srcId="{448583FA-41B7-4464-A875-6C00C9C6BA5D}" destId="{11ABCCF7-7B45-4E93-AF9B-2FA1D805CAD5}" srcOrd="2" destOrd="0" presId="urn:microsoft.com/office/officeart/2005/8/layout/orgChart1"/>
    <dgm:cxn modelId="{78E3CF26-AF5C-4810-A54C-33F928E89A6A}" type="presParOf" srcId="{448583FA-41B7-4464-A875-6C00C9C6BA5D}" destId="{9D346F6B-7F1F-4371-8E6F-328B1E26AA73}" srcOrd="3" destOrd="0" presId="urn:microsoft.com/office/officeart/2005/8/layout/orgChart1"/>
    <dgm:cxn modelId="{D69E4652-C96B-450B-9FC1-A0D5326B81D6}" type="presParOf" srcId="{9D346F6B-7F1F-4371-8E6F-328B1E26AA73}" destId="{31138F98-A982-4384-862A-D24D2F0ACC62}" srcOrd="0" destOrd="0" presId="urn:microsoft.com/office/officeart/2005/8/layout/orgChart1"/>
    <dgm:cxn modelId="{51C6C995-7D4B-4C1F-8B38-664D98539892}" type="presParOf" srcId="{31138F98-A982-4384-862A-D24D2F0ACC62}" destId="{1D1A8429-C4D4-423A-8059-D222188C9709}" srcOrd="0" destOrd="0" presId="urn:microsoft.com/office/officeart/2005/8/layout/orgChart1"/>
    <dgm:cxn modelId="{CC05C9DB-E3A6-4A4C-B344-C4F5DFDC01CD}" type="presParOf" srcId="{31138F98-A982-4384-862A-D24D2F0ACC62}" destId="{8DCEA2B1-C22D-44AD-BC5D-15FCCC46E60F}" srcOrd="1" destOrd="0" presId="urn:microsoft.com/office/officeart/2005/8/layout/orgChart1"/>
    <dgm:cxn modelId="{33A4B645-9028-4CDF-88E7-900AF995B16F}" type="presParOf" srcId="{9D346F6B-7F1F-4371-8E6F-328B1E26AA73}" destId="{FD5CB1D4-3C1D-4FE4-B255-61FE2ADD7D8A}" srcOrd="1" destOrd="0" presId="urn:microsoft.com/office/officeart/2005/8/layout/orgChart1"/>
    <dgm:cxn modelId="{F463680F-E2E5-418C-BBA5-38E442E83EA8}" type="presParOf" srcId="{9D346F6B-7F1F-4371-8E6F-328B1E26AA73}" destId="{CDA5A505-FEAD-46D6-A1DF-08ED8E20EB95}" srcOrd="2" destOrd="0" presId="urn:microsoft.com/office/officeart/2005/8/layout/orgChart1"/>
    <dgm:cxn modelId="{3CCF43E2-3701-4997-82AB-A82165F23CCE}" type="presParOf" srcId="{448583FA-41B7-4464-A875-6C00C9C6BA5D}" destId="{984B8B83-BC00-4906-9EA4-2C6440517770}" srcOrd="4" destOrd="0" presId="urn:microsoft.com/office/officeart/2005/8/layout/orgChart1"/>
    <dgm:cxn modelId="{7AF53FEF-F0F7-4980-B22A-ED7BCF446690}" type="presParOf" srcId="{448583FA-41B7-4464-A875-6C00C9C6BA5D}" destId="{647F8120-EBD0-4E89-9765-CEA030C34340}" srcOrd="5" destOrd="0" presId="urn:microsoft.com/office/officeart/2005/8/layout/orgChart1"/>
    <dgm:cxn modelId="{CD6EB9BD-A2D5-4E08-8E37-50838DB0727B}" type="presParOf" srcId="{647F8120-EBD0-4E89-9765-CEA030C34340}" destId="{6F6466AA-2F42-4784-A337-C0F2C4871393}" srcOrd="0" destOrd="0" presId="urn:microsoft.com/office/officeart/2005/8/layout/orgChart1"/>
    <dgm:cxn modelId="{408E20FC-DFBE-4A18-81CE-6C9CFD6C5F19}" type="presParOf" srcId="{6F6466AA-2F42-4784-A337-C0F2C4871393}" destId="{655349E5-8C31-4DE3-8AA0-8371567F946C}" srcOrd="0" destOrd="0" presId="urn:microsoft.com/office/officeart/2005/8/layout/orgChart1"/>
    <dgm:cxn modelId="{C1E549AA-9119-48D1-B874-64E20C1F51CD}" type="presParOf" srcId="{6F6466AA-2F42-4784-A337-C0F2C4871393}" destId="{BA07A169-AAFA-48A1-8C1F-F086B7428127}" srcOrd="1" destOrd="0" presId="urn:microsoft.com/office/officeart/2005/8/layout/orgChart1"/>
    <dgm:cxn modelId="{4694F295-0544-47D5-9DE6-D12BE2CF61F8}" type="presParOf" srcId="{647F8120-EBD0-4E89-9765-CEA030C34340}" destId="{9226DF23-3357-4ADF-A49F-E1F1142D8B01}" srcOrd="1" destOrd="0" presId="urn:microsoft.com/office/officeart/2005/8/layout/orgChart1"/>
    <dgm:cxn modelId="{264462F3-5D05-476B-BB83-0229CF002D93}" type="presParOf" srcId="{647F8120-EBD0-4E89-9765-CEA030C34340}" destId="{A9241913-C471-476E-9057-7B33BC238D46}" srcOrd="2" destOrd="0" presId="urn:microsoft.com/office/officeart/2005/8/layout/orgChart1"/>
    <dgm:cxn modelId="{8D036043-1821-4884-B486-FD14C327711B}" type="presParOf" srcId="{448583FA-41B7-4464-A875-6C00C9C6BA5D}" destId="{60FE6AE0-50FA-46E1-AB99-CAD35BC73C41}" srcOrd="6" destOrd="0" presId="urn:microsoft.com/office/officeart/2005/8/layout/orgChart1"/>
    <dgm:cxn modelId="{20E787F4-D8DE-42BA-8ED7-ABDE3CB3ABFD}" type="presParOf" srcId="{448583FA-41B7-4464-A875-6C00C9C6BA5D}" destId="{DCE8D45A-5C3F-49D5-B2CD-2CD97139A81E}" srcOrd="7" destOrd="0" presId="urn:microsoft.com/office/officeart/2005/8/layout/orgChart1"/>
    <dgm:cxn modelId="{1FECCA69-71FF-4899-A345-C52B4DB3D396}" type="presParOf" srcId="{DCE8D45A-5C3F-49D5-B2CD-2CD97139A81E}" destId="{D40E851A-F3A2-4707-85C1-C6B7C7A68DCF}" srcOrd="0" destOrd="0" presId="urn:microsoft.com/office/officeart/2005/8/layout/orgChart1"/>
    <dgm:cxn modelId="{4C9CE26E-EBBA-48A3-B0FC-422F4CD8064C}" type="presParOf" srcId="{D40E851A-F3A2-4707-85C1-C6B7C7A68DCF}" destId="{C6887849-9AC5-4665-A883-106AD7C49DD3}" srcOrd="0" destOrd="0" presId="urn:microsoft.com/office/officeart/2005/8/layout/orgChart1"/>
    <dgm:cxn modelId="{E68D9FD2-2639-48B4-B2F4-6AA8754A6989}" type="presParOf" srcId="{D40E851A-F3A2-4707-85C1-C6B7C7A68DCF}" destId="{391FE2AE-CF25-4A48-B98D-04E5019A370F}" srcOrd="1" destOrd="0" presId="urn:microsoft.com/office/officeart/2005/8/layout/orgChart1"/>
    <dgm:cxn modelId="{F9EA952B-5B51-4C42-8B88-D5F0EC157D01}" type="presParOf" srcId="{DCE8D45A-5C3F-49D5-B2CD-2CD97139A81E}" destId="{CBCD491C-EEE0-45C3-BCB8-CFC96478EF75}" srcOrd="1" destOrd="0" presId="urn:microsoft.com/office/officeart/2005/8/layout/orgChart1"/>
    <dgm:cxn modelId="{C43A7839-1A06-4AE1-9983-9AFFAD42E5E7}" type="presParOf" srcId="{DCE8D45A-5C3F-49D5-B2CD-2CD97139A81E}" destId="{91A07BCB-DFFD-452F-BA89-1F3D77ECD1CC}" srcOrd="2" destOrd="0" presId="urn:microsoft.com/office/officeart/2005/8/layout/orgChart1"/>
    <dgm:cxn modelId="{16FB7A7D-56B6-41FB-A907-398DB2F60D91}" type="presParOf" srcId="{B71D4172-934E-443F-B11F-3E610996629C}" destId="{20FF6160-1619-47F1-A82F-09FD140568D9}" srcOrd="2" destOrd="0" presId="urn:microsoft.com/office/officeart/2005/8/layout/orgChart1"/>
    <dgm:cxn modelId="{78617F9F-04C5-4AA4-A891-54D247358084}" type="presParOf" srcId="{DCD84F06-A71D-4C65-B7E3-663B5DBE49F1}" destId="{7E0C71C0-A577-4374-9491-3641329AAA39}" srcOrd="12" destOrd="0" presId="urn:microsoft.com/office/officeart/2005/8/layout/orgChart1"/>
    <dgm:cxn modelId="{29757D52-0F94-4AF5-A111-EE58AE017B96}" type="presParOf" srcId="{DCD84F06-A71D-4C65-B7E3-663B5DBE49F1}" destId="{6E13B5B3-BD17-46B9-A834-1492DCF3A6A7}" srcOrd="13" destOrd="0" presId="urn:microsoft.com/office/officeart/2005/8/layout/orgChart1"/>
    <dgm:cxn modelId="{040858A1-22BA-4C53-B053-D27E6965FF97}" type="presParOf" srcId="{6E13B5B3-BD17-46B9-A834-1492DCF3A6A7}" destId="{3BF851BF-9AB7-41CB-8707-85A0C8EA9A0C}" srcOrd="0" destOrd="0" presId="urn:microsoft.com/office/officeart/2005/8/layout/orgChart1"/>
    <dgm:cxn modelId="{A4950A7A-06D8-4799-9DAC-3483A8C0BF55}" type="presParOf" srcId="{3BF851BF-9AB7-41CB-8707-85A0C8EA9A0C}" destId="{59EE80B6-AB79-4CEA-B888-E9AAECFB9178}" srcOrd="0" destOrd="0" presId="urn:microsoft.com/office/officeart/2005/8/layout/orgChart1"/>
    <dgm:cxn modelId="{335D201A-CAD5-4CB1-A285-8EEE28AD46F6}" type="presParOf" srcId="{3BF851BF-9AB7-41CB-8707-85A0C8EA9A0C}" destId="{97FB91E8-C0E2-46CF-8CBD-7C1F93259063}" srcOrd="1" destOrd="0" presId="urn:microsoft.com/office/officeart/2005/8/layout/orgChart1"/>
    <dgm:cxn modelId="{AF20EC7D-2449-457B-890A-2982875C3CEE}" type="presParOf" srcId="{6E13B5B3-BD17-46B9-A834-1492DCF3A6A7}" destId="{E651793A-8017-4ACE-B74B-AC02A896BAF8}" srcOrd="1" destOrd="0" presId="urn:microsoft.com/office/officeart/2005/8/layout/orgChart1"/>
    <dgm:cxn modelId="{6CCE2E30-F58F-47E0-9489-88A0381E1BAE}" type="presParOf" srcId="{E651793A-8017-4ACE-B74B-AC02A896BAF8}" destId="{6F8D2BFA-F656-4208-9C70-FBD8BAF123A6}" srcOrd="0" destOrd="0" presId="urn:microsoft.com/office/officeart/2005/8/layout/orgChart1"/>
    <dgm:cxn modelId="{7F18BE9C-5EAE-4A85-9D22-C7BD5DDF788D}" type="presParOf" srcId="{E651793A-8017-4ACE-B74B-AC02A896BAF8}" destId="{828C9D7D-BA4C-4D62-B137-B6095B849119}" srcOrd="1" destOrd="0" presId="urn:microsoft.com/office/officeart/2005/8/layout/orgChart1"/>
    <dgm:cxn modelId="{63B2F4AE-15B1-4C10-A311-FB750A83498E}" type="presParOf" srcId="{828C9D7D-BA4C-4D62-B137-B6095B849119}" destId="{31EB1D9C-6EFF-409D-ADF4-EE109969F671}" srcOrd="0" destOrd="0" presId="urn:microsoft.com/office/officeart/2005/8/layout/orgChart1"/>
    <dgm:cxn modelId="{72427F1A-EFC4-41C4-9793-88940373BF5F}" type="presParOf" srcId="{31EB1D9C-6EFF-409D-ADF4-EE109969F671}" destId="{61A82166-30BB-44FF-80F0-648AD9785676}" srcOrd="0" destOrd="0" presId="urn:microsoft.com/office/officeart/2005/8/layout/orgChart1"/>
    <dgm:cxn modelId="{CEBEA207-379C-4767-93DD-D39EB942D853}" type="presParOf" srcId="{31EB1D9C-6EFF-409D-ADF4-EE109969F671}" destId="{ABBEDA45-BE0A-4FDE-98B5-63B0A885AAA5}" srcOrd="1" destOrd="0" presId="urn:microsoft.com/office/officeart/2005/8/layout/orgChart1"/>
    <dgm:cxn modelId="{82414801-15DE-47E8-86B0-4A49D99E7175}" type="presParOf" srcId="{828C9D7D-BA4C-4D62-B137-B6095B849119}" destId="{BDC7062F-3338-4321-B7CF-775FF979012E}" srcOrd="1" destOrd="0" presId="urn:microsoft.com/office/officeart/2005/8/layout/orgChart1"/>
    <dgm:cxn modelId="{AEC760EB-6F88-4705-B04C-CFF8DB05A3C8}" type="presParOf" srcId="{828C9D7D-BA4C-4D62-B137-B6095B849119}" destId="{2346C4FD-686E-4708-9999-56D01EB1AAD2}" srcOrd="2" destOrd="0" presId="urn:microsoft.com/office/officeart/2005/8/layout/orgChart1"/>
    <dgm:cxn modelId="{FFA5B6FE-B183-437D-BC74-638BC03C8575}" type="presParOf" srcId="{E651793A-8017-4ACE-B74B-AC02A896BAF8}" destId="{D882DB49-704A-44B9-A966-36C7291DB963}" srcOrd="2" destOrd="0" presId="urn:microsoft.com/office/officeart/2005/8/layout/orgChart1"/>
    <dgm:cxn modelId="{9E414A91-5DEC-4A48-82FB-B4F512A67F46}" type="presParOf" srcId="{E651793A-8017-4ACE-B74B-AC02A896BAF8}" destId="{82B31370-CA70-47E0-AF0E-E8A29BC128E4}" srcOrd="3" destOrd="0" presId="urn:microsoft.com/office/officeart/2005/8/layout/orgChart1"/>
    <dgm:cxn modelId="{E2B0BC28-AA11-4CCD-A2D2-7FCAA1F3C459}" type="presParOf" srcId="{82B31370-CA70-47E0-AF0E-E8A29BC128E4}" destId="{2CC67199-8215-4949-9F9F-5DBDBF3266DF}" srcOrd="0" destOrd="0" presId="urn:microsoft.com/office/officeart/2005/8/layout/orgChart1"/>
    <dgm:cxn modelId="{E9552A79-DED5-415B-B0F5-717158416B3D}" type="presParOf" srcId="{2CC67199-8215-4949-9F9F-5DBDBF3266DF}" destId="{46F01416-2D73-40D7-9E32-14A4809BFB83}" srcOrd="0" destOrd="0" presId="urn:microsoft.com/office/officeart/2005/8/layout/orgChart1"/>
    <dgm:cxn modelId="{AEE5020B-AB76-405E-9DDE-E2202AB93B7E}" type="presParOf" srcId="{2CC67199-8215-4949-9F9F-5DBDBF3266DF}" destId="{9DDB8AD8-BC74-431C-9896-E0DE95FF2AFB}" srcOrd="1" destOrd="0" presId="urn:microsoft.com/office/officeart/2005/8/layout/orgChart1"/>
    <dgm:cxn modelId="{221AF984-06AF-4259-84C0-8D01E1710AE7}" type="presParOf" srcId="{82B31370-CA70-47E0-AF0E-E8A29BC128E4}" destId="{DF611F04-C9CF-48F5-83B2-429FF421F8BE}" srcOrd="1" destOrd="0" presId="urn:microsoft.com/office/officeart/2005/8/layout/orgChart1"/>
    <dgm:cxn modelId="{D58EFD23-EB52-4873-AFE8-16A9A9CAB4D9}" type="presParOf" srcId="{82B31370-CA70-47E0-AF0E-E8A29BC128E4}" destId="{4000BA1B-FEE2-401D-915A-BD582B596C1F}" srcOrd="2" destOrd="0" presId="urn:microsoft.com/office/officeart/2005/8/layout/orgChart1"/>
    <dgm:cxn modelId="{DBCFE298-0EE1-43B8-ADE3-5F41A23EBDE3}" type="presParOf" srcId="{6E13B5B3-BD17-46B9-A834-1492DCF3A6A7}" destId="{9C6A8B38-B9F8-417E-9A1F-FE2B4DDE4F1B}" srcOrd="2" destOrd="0" presId="urn:microsoft.com/office/officeart/2005/8/layout/orgChart1"/>
    <dgm:cxn modelId="{2CB7E6C1-E50D-4A34-B062-E7A3C2DD1E89}" type="presParOf" srcId="{A02B5B00-EFFE-4BEA-B734-813109DECD15}" destId="{89D19936-EE9F-4D6A-87FC-289D817D01E6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69D792C-253A-4824-8A8A-08925C3C7718}" type="doc">
      <dgm:prSet loTypeId="urn:microsoft.com/office/officeart/2005/8/layout/venn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21F63D4-0961-4F35-9FCA-766F5EB8F457}">
      <dgm:prSet phldrT="[Text]" custT="1"/>
      <dgm:spPr>
        <a:solidFill>
          <a:srgbClr val="ED7D31">
            <a:alpha val="50000"/>
          </a:srgbClr>
        </a:solidFill>
      </dgm:spPr>
      <dgm:t>
        <a:bodyPr/>
        <a:lstStyle/>
        <a:p>
          <a:r>
            <a:rPr lang="en-US" sz="2000" dirty="0" err="1">
              <a:solidFill>
                <a:srgbClr val="002060"/>
              </a:solidFill>
            </a:rPr>
            <a:t>QUỸ</a:t>
          </a:r>
          <a:r>
            <a:rPr lang="en-US" sz="2000" dirty="0">
              <a:solidFill>
                <a:srgbClr val="002060"/>
              </a:solidFill>
            </a:rPr>
            <a:t> </a:t>
          </a:r>
          <a:r>
            <a:rPr lang="en-US" sz="2000" dirty="0" err="1">
              <a:solidFill>
                <a:srgbClr val="002060"/>
              </a:solidFill>
            </a:rPr>
            <a:t>ĐẠI</a:t>
          </a:r>
          <a:r>
            <a:rPr lang="en-US" sz="2000" dirty="0">
              <a:solidFill>
                <a:srgbClr val="002060"/>
              </a:solidFill>
            </a:rPr>
            <a:t> </a:t>
          </a:r>
          <a:r>
            <a:rPr lang="en-US" sz="2000" dirty="0" err="1">
              <a:solidFill>
                <a:srgbClr val="002060"/>
              </a:solidFill>
            </a:rPr>
            <a:t>CHÚNG</a:t>
          </a:r>
          <a:endParaRPr lang="en-US" sz="2000" dirty="0">
            <a:solidFill>
              <a:srgbClr val="002060"/>
            </a:solidFill>
          </a:endParaRPr>
        </a:p>
      </dgm:t>
    </dgm:pt>
    <dgm:pt modelId="{E8176167-1698-41BE-8C0E-07C0FAA6923B}" type="parTrans" cxnId="{52DA4EB7-7973-4E1A-8EC5-6B68CC654600}">
      <dgm:prSet/>
      <dgm:spPr/>
      <dgm:t>
        <a:bodyPr/>
        <a:lstStyle/>
        <a:p>
          <a:endParaRPr lang="en-US"/>
        </a:p>
      </dgm:t>
    </dgm:pt>
    <dgm:pt modelId="{9CCE4BEF-925F-4D8A-816F-B2A7AA4A96D4}" type="sibTrans" cxnId="{52DA4EB7-7973-4E1A-8EC5-6B68CC654600}">
      <dgm:prSet/>
      <dgm:spPr/>
      <dgm:t>
        <a:bodyPr/>
        <a:lstStyle/>
        <a:p>
          <a:endParaRPr lang="en-US"/>
        </a:p>
      </dgm:t>
    </dgm:pt>
    <dgm:pt modelId="{86696B3A-2253-4E30-94D0-D9E94088220C}">
      <dgm:prSet phldrT="[Text]" custT="1"/>
      <dgm:spPr>
        <a:solidFill>
          <a:srgbClr val="FFC000">
            <a:alpha val="50000"/>
          </a:srgbClr>
        </a:solidFill>
      </dgm:spPr>
      <dgm:t>
        <a:bodyPr/>
        <a:lstStyle/>
        <a:p>
          <a:r>
            <a:rPr lang="en-US" sz="2000" dirty="0" err="1">
              <a:solidFill>
                <a:srgbClr val="002060"/>
              </a:solidFill>
            </a:rPr>
            <a:t>QUỸ</a:t>
          </a:r>
          <a:r>
            <a:rPr lang="en-US" sz="2000" dirty="0">
              <a:solidFill>
                <a:srgbClr val="002060"/>
              </a:solidFill>
            </a:rPr>
            <a:t> </a:t>
          </a:r>
          <a:r>
            <a:rPr lang="en-US" sz="2000" dirty="0" err="1">
              <a:solidFill>
                <a:srgbClr val="002060"/>
              </a:solidFill>
            </a:rPr>
            <a:t>THÀNH</a:t>
          </a:r>
          <a:r>
            <a:rPr lang="en-US" sz="2000" dirty="0">
              <a:solidFill>
                <a:srgbClr val="002060"/>
              </a:solidFill>
            </a:rPr>
            <a:t> </a:t>
          </a:r>
          <a:r>
            <a:rPr lang="en-US" sz="2000" dirty="0" err="1">
              <a:solidFill>
                <a:srgbClr val="002060"/>
              </a:solidFill>
            </a:rPr>
            <a:t>VIÊN</a:t>
          </a:r>
          <a:endParaRPr lang="en-US" sz="2000" dirty="0">
            <a:solidFill>
              <a:srgbClr val="002060"/>
            </a:solidFill>
          </a:endParaRPr>
        </a:p>
      </dgm:t>
    </dgm:pt>
    <dgm:pt modelId="{08704BA4-ED71-4282-95D0-8053CD5EA7CE}" type="parTrans" cxnId="{81B45A71-9E96-4FF9-B266-CC0A431B3C30}">
      <dgm:prSet/>
      <dgm:spPr/>
      <dgm:t>
        <a:bodyPr/>
        <a:lstStyle/>
        <a:p>
          <a:endParaRPr lang="en-US"/>
        </a:p>
      </dgm:t>
    </dgm:pt>
    <dgm:pt modelId="{C30976D7-421B-474A-8CD4-01DEF781705C}" type="sibTrans" cxnId="{81B45A71-9E96-4FF9-B266-CC0A431B3C30}">
      <dgm:prSet/>
      <dgm:spPr/>
      <dgm:t>
        <a:bodyPr/>
        <a:lstStyle/>
        <a:p>
          <a:endParaRPr lang="en-US"/>
        </a:p>
      </dgm:t>
    </dgm:pt>
    <dgm:pt modelId="{C58036A2-AF1A-4D20-940C-AF931067E931}">
      <dgm:prSet phldrT="[Text]" phldr="1"/>
      <dgm:spPr>
        <a:solidFill>
          <a:srgbClr val="67E607">
            <a:alpha val="50000"/>
          </a:srgbClr>
        </a:solidFill>
      </dgm:spPr>
      <dgm:t>
        <a:bodyPr/>
        <a:lstStyle/>
        <a:p>
          <a:endParaRPr lang="en-US" dirty="0">
            <a:solidFill>
              <a:srgbClr val="B3F283"/>
            </a:solidFill>
          </a:endParaRPr>
        </a:p>
      </dgm:t>
    </dgm:pt>
    <dgm:pt modelId="{1ED0E951-BAF6-471F-A068-7000CCCC0A22}" type="sibTrans" cxnId="{B1EBCB98-3925-4FCC-8D19-ABD139D17E5E}">
      <dgm:prSet/>
      <dgm:spPr/>
      <dgm:t>
        <a:bodyPr/>
        <a:lstStyle/>
        <a:p>
          <a:endParaRPr lang="en-US"/>
        </a:p>
      </dgm:t>
    </dgm:pt>
    <dgm:pt modelId="{9EDAAE79-0078-461D-96EC-F0C6D30E8B57}" type="parTrans" cxnId="{B1EBCB98-3925-4FCC-8D19-ABD139D17E5E}">
      <dgm:prSet/>
      <dgm:spPr/>
      <dgm:t>
        <a:bodyPr/>
        <a:lstStyle/>
        <a:p>
          <a:endParaRPr lang="en-US"/>
        </a:p>
      </dgm:t>
    </dgm:pt>
    <dgm:pt modelId="{763FB19C-1CE2-4850-A677-0C43BCA758C7}">
      <dgm:prSet phldrT="[Text]" phldr="1"/>
      <dgm:spPr>
        <a:solidFill>
          <a:srgbClr val="67E607">
            <a:alpha val="50000"/>
          </a:srgbClr>
        </a:solidFill>
      </dgm:spPr>
      <dgm:t>
        <a:bodyPr/>
        <a:lstStyle/>
        <a:p>
          <a:endParaRPr lang="en-US" dirty="0">
            <a:solidFill>
              <a:srgbClr val="B3F283"/>
            </a:solidFill>
          </a:endParaRPr>
        </a:p>
      </dgm:t>
    </dgm:pt>
    <dgm:pt modelId="{13C7F39D-45EE-4732-9E95-D298D0B19595}" type="sibTrans" cxnId="{6397222C-33C0-4411-AEF1-C52CD3F7BADD}">
      <dgm:prSet/>
      <dgm:spPr/>
      <dgm:t>
        <a:bodyPr/>
        <a:lstStyle/>
        <a:p>
          <a:endParaRPr lang="en-US"/>
        </a:p>
      </dgm:t>
    </dgm:pt>
    <dgm:pt modelId="{409CBE0B-E4E8-49F3-B057-97787BCB7D60}" type="parTrans" cxnId="{6397222C-33C0-4411-AEF1-C52CD3F7BADD}">
      <dgm:prSet/>
      <dgm:spPr/>
      <dgm:t>
        <a:bodyPr/>
        <a:lstStyle/>
        <a:p>
          <a:endParaRPr lang="en-US"/>
        </a:p>
      </dgm:t>
    </dgm:pt>
    <dgm:pt modelId="{E4F20C8E-7555-4395-91A0-621990922B7F}" type="pres">
      <dgm:prSet presAssocID="{369D792C-253A-4824-8A8A-08925C3C7718}" presName="Name0" presStyleCnt="0">
        <dgm:presLayoutVars>
          <dgm:dir/>
          <dgm:resizeHandles val="exact"/>
        </dgm:presLayoutVars>
      </dgm:prSet>
      <dgm:spPr/>
    </dgm:pt>
    <dgm:pt modelId="{6F40DDEB-E743-49F9-96AD-906FE6C4538D}" type="pres">
      <dgm:prSet presAssocID="{221F63D4-0961-4F35-9FCA-766F5EB8F457}" presName="Name5" presStyleLbl="vennNode1" presStyleIdx="0" presStyleCnt="4">
        <dgm:presLayoutVars>
          <dgm:bulletEnabled val="1"/>
        </dgm:presLayoutVars>
      </dgm:prSet>
      <dgm:spPr/>
    </dgm:pt>
    <dgm:pt modelId="{D98C281E-E318-4568-B8E6-88D773C065CB}" type="pres">
      <dgm:prSet presAssocID="{9CCE4BEF-925F-4D8A-816F-B2A7AA4A96D4}" presName="space" presStyleCnt="0"/>
      <dgm:spPr/>
    </dgm:pt>
    <dgm:pt modelId="{A1E7FEFD-353C-4C05-9995-530F12BCE566}" type="pres">
      <dgm:prSet presAssocID="{C58036A2-AF1A-4D20-940C-AF931067E931}" presName="Name5" presStyleLbl="vennNode1" presStyleIdx="1" presStyleCnt="4">
        <dgm:presLayoutVars>
          <dgm:bulletEnabled val="1"/>
        </dgm:presLayoutVars>
      </dgm:prSet>
      <dgm:spPr/>
    </dgm:pt>
    <dgm:pt modelId="{F07B68EA-85B5-4FAB-BF5F-830AD06D0260}" type="pres">
      <dgm:prSet presAssocID="{1ED0E951-BAF6-471F-A068-7000CCCC0A22}" presName="space" presStyleCnt="0"/>
      <dgm:spPr/>
    </dgm:pt>
    <dgm:pt modelId="{FEC95F50-95FF-48D8-BC9F-EAA2291C81A3}" type="pres">
      <dgm:prSet presAssocID="{763FB19C-1CE2-4850-A677-0C43BCA758C7}" presName="Name5" presStyleLbl="vennNode1" presStyleIdx="2" presStyleCnt="4" custLinFactNeighborX="2658" custLinFactNeighborY="-4784">
        <dgm:presLayoutVars>
          <dgm:bulletEnabled val="1"/>
        </dgm:presLayoutVars>
      </dgm:prSet>
      <dgm:spPr/>
    </dgm:pt>
    <dgm:pt modelId="{70A1FE8F-0B69-4A5B-B090-7145E224A1D6}" type="pres">
      <dgm:prSet presAssocID="{13C7F39D-45EE-4732-9E95-D298D0B19595}" presName="space" presStyleCnt="0"/>
      <dgm:spPr/>
    </dgm:pt>
    <dgm:pt modelId="{68B6341B-FF70-4627-AF2D-813EC03E2764}" type="pres">
      <dgm:prSet presAssocID="{86696B3A-2253-4E30-94D0-D9E94088220C}" presName="Name5" presStyleLbl="vennNode1" presStyleIdx="3" presStyleCnt="4">
        <dgm:presLayoutVars>
          <dgm:bulletEnabled val="1"/>
        </dgm:presLayoutVars>
      </dgm:prSet>
      <dgm:spPr/>
    </dgm:pt>
  </dgm:ptLst>
  <dgm:cxnLst>
    <dgm:cxn modelId="{6397222C-33C0-4411-AEF1-C52CD3F7BADD}" srcId="{369D792C-253A-4824-8A8A-08925C3C7718}" destId="{763FB19C-1CE2-4850-A677-0C43BCA758C7}" srcOrd="2" destOrd="0" parTransId="{409CBE0B-E4E8-49F3-B057-97787BCB7D60}" sibTransId="{13C7F39D-45EE-4732-9E95-D298D0B19595}"/>
    <dgm:cxn modelId="{F4142D2C-5AB3-41C3-9376-6C413ADF61DD}" type="presOf" srcId="{86696B3A-2253-4E30-94D0-D9E94088220C}" destId="{68B6341B-FF70-4627-AF2D-813EC03E2764}" srcOrd="0" destOrd="0" presId="urn:microsoft.com/office/officeart/2005/8/layout/venn3"/>
    <dgm:cxn modelId="{EA9B9D2D-7BD6-4FE2-9026-0A579FC812DE}" type="presOf" srcId="{C58036A2-AF1A-4D20-940C-AF931067E931}" destId="{A1E7FEFD-353C-4C05-9995-530F12BCE566}" srcOrd="0" destOrd="0" presId="urn:microsoft.com/office/officeart/2005/8/layout/venn3"/>
    <dgm:cxn modelId="{81B45A71-9E96-4FF9-B266-CC0A431B3C30}" srcId="{369D792C-253A-4824-8A8A-08925C3C7718}" destId="{86696B3A-2253-4E30-94D0-D9E94088220C}" srcOrd="3" destOrd="0" parTransId="{08704BA4-ED71-4282-95D0-8053CD5EA7CE}" sibTransId="{C30976D7-421B-474A-8CD4-01DEF781705C}"/>
    <dgm:cxn modelId="{DCCE8273-EA45-488A-A9F3-BBFE8D502B8A}" type="presOf" srcId="{369D792C-253A-4824-8A8A-08925C3C7718}" destId="{E4F20C8E-7555-4395-91A0-621990922B7F}" srcOrd="0" destOrd="0" presId="urn:microsoft.com/office/officeart/2005/8/layout/venn3"/>
    <dgm:cxn modelId="{B1EBCB98-3925-4FCC-8D19-ABD139D17E5E}" srcId="{369D792C-253A-4824-8A8A-08925C3C7718}" destId="{C58036A2-AF1A-4D20-940C-AF931067E931}" srcOrd="1" destOrd="0" parTransId="{9EDAAE79-0078-461D-96EC-F0C6D30E8B57}" sibTransId="{1ED0E951-BAF6-471F-A068-7000CCCC0A22}"/>
    <dgm:cxn modelId="{52DA4EB7-7973-4E1A-8EC5-6B68CC654600}" srcId="{369D792C-253A-4824-8A8A-08925C3C7718}" destId="{221F63D4-0961-4F35-9FCA-766F5EB8F457}" srcOrd="0" destOrd="0" parTransId="{E8176167-1698-41BE-8C0E-07C0FAA6923B}" sibTransId="{9CCE4BEF-925F-4D8A-816F-B2A7AA4A96D4}"/>
    <dgm:cxn modelId="{50B0A3EE-10D1-45DC-8A01-65D77765625F}" type="presOf" srcId="{763FB19C-1CE2-4850-A677-0C43BCA758C7}" destId="{FEC95F50-95FF-48D8-BC9F-EAA2291C81A3}" srcOrd="0" destOrd="0" presId="urn:microsoft.com/office/officeart/2005/8/layout/venn3"/>
    <dgm:cxn modelId="{586ADFF7-DAAB-4823-A9C2-7DE6C5DF7921}" type="presOf" srcId="{221F63D4-0961-4F35-9FCA-766F5EB8F457}" destId="{6F40DDEB-E743-49F9-96AD-906FE6C4538D}" srcOrd="0" destOrd="0" presId="urn:microsoft.com/office/officeart/2005/8/layout/venn3"/>
    <dgm:cxn modelId="{03C617B2-218C-426C-9176-F36D697E53EB}" type="presParOf" srcId="{E4F20C8E-7555-4395-91A0-621990922B7F}" destId="{6F40DDEB-E743-49F9-96AD-906FE6C4538D}" srcOrd="0" destOrd="0" presId="urn:microsoft.com/office/officeart/2005/8/layout/venn3"/>
    <dgm:cxn modelId="{F16D5946-82B8-45B5-85AA-6E0B890EF907}" type="presParOf" srcId="{E4F20C8E-7555-4395-91A0-621990922B7F}" destId="{D98C281E-E318-4568-B8E6-88D773C065CB}" srcOrd="1" destOrd="0" presId="urn:microsoft.com/office/officeart/2005/8/layout/venn3"/>
    <dgm:cxn modelId="{F28823D1-0FC8-4A39-A9DF-C90B8260D133}" type="presParOf" srcId="{E4F20C8E-7555-4395-91A0-621990922B7F}" destId="{A1E7FEFD-353C-4C05-9995-530F12BCE566}" srcOrd="2" destOrd="0" presId="urn:microsoft.com/office/officeart/2005/8/layout/venn3"/>
    <dgm:cxn modelId="{E542D001-6080-4E47-8568-3968891F59C6}" type="presParOf" srcId="{E4F20C8E-7555-4395-91A0-621990922B7F}" destId="{F07B68EA-85B5-4FAB-BF5F-830AD06D0260}" srcOrd="3" destOrd="0" presId="urn:microsoft.com/office/officeart/2005/8/layout/venn3"/>
    <dgm:cxn modelId="{DF27C642-B59A-4139-A0F3-221AA290F4E4}" type="presParOf" srcId="{E4F20C8E-7555-4395-91A0-621990922B7F}" destId="{FEC95F50-95FF-48D8-BC9F-EAA2291C81A3}" srcOrd="4" destOrd="0" presId="urn:microsoft.com/office/officeart/2005/8/layout/venn3"/>
    <dgm:cxn modelId="{2B48FA96-7B2A-4658-8AEF-B26CEA3B55EF}" type="presParOf" srcId="{E4F20C8E-7555-4395-91A0-621990922B7F}" destId="{70A1FE8F-0B69-4A5B-B090-7145E224A1D6}" srcOrd="5" destOrd="0" presId="urn:microsoft.com/office/officeart/2005/8/layout/venn3"/>
    <dgm:cxn modelId="{CA18FCCF-FEE5-4433-B3BD-39C974A505B6}" type="presParOf" srcId="{E4F20C8E-7555-4395-91A0-621990922B7F}" destId="{68B6341B-FF70-4627-AF2D-813EC03E2764}" srcOrd="6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9485027-A6AC-439A-8834-3C3F43CFDDAF}" type="doc">
      <dgm:prSet loTypeId="urn:microsoft.com/office/officeart/2009/3/layout/CircleRelationship" loCatId="relationship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8CE59592-3DCE-436D-98E2-89E6E8835D21}">
      <dgm:prSet phldrT="[Text]" custT="1"/>
      <dgm:spPr>
        <a:solidFill>
          <a:srgbClr val="42A048"/>
        </a:solidFill>
      </dgm:spPr>
      <dgm:t>
        <a:bodyPr/>
        <a:lstStyle/>
        <a:p>
          <a:r>
            <a:rPr lang="en-US" sz="2400" b="1" dirty="0" err="1"/>
            <a:t>PHONG</a:t>
          </a:r>
          <a:r>
            <a:rPr lang="en-US" sz="2400" b="1" dirty="0"/>
            <a:t> </a:t>
          </a:r>
          <a:r>
            <a:rPr lang="en-US" sz="2400" b="1" dirty="0" err="1"/>
            <a:t>CÁCH</a:t>
          </a:r>
          <a:r>
            <a:rPr lang="en-US" sz="2400" b="1" dirty="0"/>
            <a:t> </a:t>
          </a:r>
          <a:r>
            <a:rPr lang="en-US" sz="2400" b="1" dirty="0" err="1"/>
            <a:t>ĐẦU</a:t>
          </a:r>
          <a:r>
            <a:rPr lang="en-US" sz="2400" b="1" dirty="0"/>
            <a:t> </a:t>
          </a:r>
          <a:r>
            <a:rPr lang="en-US" sz="2400" b="1" dirty="0" err="1"/>
            <a:t>TƯ</a:t>
          </a:r>
          <a:endParaRPr lang="en-US" sz="2400" b="1" dirty="0"/>
        </a:p>
      </dgm:t>
    </dgm:pt>
    <dgm:pt modelId="{8E1C8365-C45B-45E6-821B-E6E4B51301B2}" type="parTrans" cxnId="{9EF6A4FB-F890-4E28-AC30-955349705FC5}">
      <dgm:prSet/>
      <dgm:spPr/>
      <dgm:t>
        <a:bodyPr/>
        <a:lstStyle/>
        <a:p>
          <a:endParaRPr lang="en-US"/>
        </a:p>
      </dgm:t>
    </dgm:pt>
    <dgm:pt modelId="{A399527E-97D2-45EE-9EA5-FFE82A6BACD3}" type="sibTrans" cxnId="{9EF6A4FB-F890-4E28-AC30-955349705FC5}">
      <dgm:prSet/>
      <dgm:spPr/>
      <dgm:t>
        <a:bodyPr/>
        <a:lstStyle/>
        <a:p>
          <a:endParaRPr lang="en-US"/>
        </a:p>
      </dgm:t>
    </dgm:pt>
    <dgm:pt modelId="{56D194E2-065A-430D-93DE-8CF80A37E2E8}">
      <dgm:prSet phldrT="[Text]"/>
      <dgm:spPr/>
      <dgm:t>
        <a:bodyPr/>
        <a:lstStyle/>
        <a:p>
          <a:r>
            <a:rPr lang="en-US" dirty="0" err="1"/>
            <a:t>QŨY</a:t>
          </a:r>
          <a:r>
            <a:rPr lang="en-US" dirty="0"/>
            <a:t> </a:t>
          </a:r>
          <a:r>
            <a:rPr lang="en-US" dirty="0" err="1"/>
            <a:t>TĂNG</a:t>
          </a:r>
          <a:r>
            <a:rPr lang="en-US" dirty="0"/>
            <a:t> </a:t>
          </a:r>
          <a:r>
            <a:rPr lang="en-US" dirty="0" err="1"/>
            <a:t>TRƯỞNG</a:t>
          </a:r>
          <a:endParaRPr lang="en-US" dirty="0"/>
        </a:p>
      </dgm:t>
    </dgm:pt>
    <dgm:pt modelId="{5533A4E8-7C94-44E5-B616-C332004428BA}" type="parTrans" cxnId="{CE267463-AD6E-439C-A52F-23EC4A88C58E}">
      <dgm:prSet/>
      <dgm:spPr/>
      <dgm:t>
        <a:bodyPr/>
        <a:lstStyle/>
        <a:p>
          <a:endParaRPr lang="en-US"/>
        </a:p>
      </dgm:t>
    </dgm:pt>
    <dgm:pt modelId="{853D6FB7-4692-417A-B913-9A3C13621881}" type="sibTrans" cxnId="{CE267463-AD6E-439C-A52F-23EC4A88C58E}">
      <dgm:prSet/>
      <dgm:spPr/>
      <dgm:t>
        <a:bodyPr/>
        <a:lstStyle/>
        <a:p>
          <a:endParaRPr lang="en-US"/>
        </a:p>
      </dgm:t>
    </dgm:pt>
    <dgm:pt modelId="{6E075DC6-6027-45E3-B98A-B0A6C22B1D43}">
      <dgm:prSet phldrT="[Text]"/>
      <dgm:spPr/>
      <dgm:t>
        <a:bodyPr/>
        <a:lstStyle/>
        <a:p>
          <a:r>
            <a:rPr lang="en-US" dirty="0" err="1"/>
            <a:t>QUỸ</a:t>
          </a:r>
          <a:r>
            <a:rPr lang="en-US" dirty="0"/>
            <a:t> THU </a:t>
          </a:r>
          <a:r>
            <a:rPr lang="en-US" dirty="0" err="1"/>
            <a:t>NHẬP</a:t>
          </a:r>
          <a:endParaRPr lang="en-US" dirty="0"/>
        </a:p>
      </dgm:t>
    </dgm:pt>
    <dgm:pt modelId="{906C0CA2-58D6-4974-AEB0-D3660CB0B24C}" type="parTrans" cxnId="{45293E84-0B41-4F23-84FE-4D4C03428F6C}">
      <dgm:prSet/>
      <dgm:spPr/>
      <dgm:t>
        <a:bodyPr/>
        <a:lstStyle/>
        <a:p>
          <a:endParaRPr lang="en-US"/>
        </a:p>
      </dgm:t>
    </dgm:pt>
    <dgm:pt modelId="{E0BD25DA-56ED-462F-A60E-C320AEF166D6}" type="sibTrans" cxnId="{45293E84-0B41-4F23-84FE-4D4C03428F6C}">
      <dgm:prSet/>
      <dgm:spPr/>
      <dgm:t>
        <a:bodyPr/>
        <a:lstStyle/>
        <a:p>
          <a:endParaRPr lang="en-US"/>
        </a:p>
      </dgm:t>
    </dgm:pt>
    <dgm:pt modelId="{AC241713-1AB8-472E-93B4-72CAEF7C0921}">
      <dgm:prSet phldrT="[Text]"/>
      <dgm:spPr/>
      <dgm:t>
        <a:bodyPr/>
        <a:lstStyle/>
        <a:p>
          <a:r>
            <a:rPr lang="en-US" dirty="0" err="1"/>
            <a:t>QUỸ</a:t>
          </a:r>
          <a:r>
            <a:rPr lang="en-US" dirty="0"/>
            <a:t> </a:t>
          </a:r>
          <a:r>
            <a:rPr lang="en-US" dirty="0" err="1"/>
            <a:t>CÂN</a:t>
          </a:r>
          <a:r>
            <a:rPr lang="en-US" dirty="0"/>
            <a:t> </a:t>
          </a:r>
          <a:r>
            <a:rPr lang="en-US" dirty="0" err="1"/>
            <a:t>BẰNG</a:t>
          </a:r>
          <a:endParaRPr lang="en-US" dirty="0"/>
        </a:p>
      </dgm:t>
    </dgm:pt>
    <dgm:pt modelId="{5E17A3DA-76A1-464C-B270-DC5B7E949301}" type="parTrans" cxnId="{ACE57AF2-1B2F-42C2-B518-CF3E6817DD30}">
      <dgm:prSet/>
      <dgm:spPr/>
      <dgm:t>
        <a:bodyPr/>
        <a:lstStyle/>
        <a:p>
          <a:endParaRPr lang="en-US"/>
        </a:p>
      </dgm:t>
    </dgm:pt>
    <dgm:pt modelId="{0C6ED985-1398-40B5-B88F-1C5F0269414E}" type="sibTrans" cxnId="{ACE57AF2-1B2F-42C2-B518-CF3E6817DD30}">
      <dgm:prSet/>
      <dgm:spPr/>
      <dgm:t>
        <a:bodyPr/>
        <a:lstStyle/>
        <a:p>
          <a:endParaRPr lang="en-US"/>
        </a:p>
      </dgm:t>
    </dgm:pt>
    <dgm:pt modelId="{35C8694D-F5FD-4364-85D6-600EE61FEEAB}">
      <dgm:prSet phldrT="[Text]"/>
      <dgm:spPr/>
      <dgm:t>
        <a:bodyPr/>
        <a:lstStyle/>
        <a:p>
          <a:r>
            <a:rPr lang="en-US" dirty="0" err="1"/>
            <a:t>QUỸ</a:t>
          </a:r>
          <a:r>
            <a:rPr lang="en-US" dirty="0"/>
            <a:t> </a:t>
          </a:r>
          <a:r>
            <a:rPr lang="en-US" dirty="0" err="1"/>
            <a:t>CHỦ</a:t>
          </a:r>
          <a:r>
            <a:rPr lang="en-US" dirty="0"/>
            <a:t> </a:t>
          </a:r>
          <a:r>
            <a:rPr lang="en-US" dirty="0" err="1"/>
            <a:t>ĐỘNG</a:t>
          </a:r>
          <a:endParaRPr lang="en-US" dirty="0"/>
        </a:p>
      </dgm:t>
    </dgm:pt>
    <dgm:pt modelId="{306C581F-A43A-4CAC-B1A7-D6672BCDD626}" type="parTrans" cxnId="{027F680A-986A-4D0A-91D1-605853D7A6BC}">
      <dgm:prSet/>
      <dgm:spPr/>
      <dgm:t>
        <a:bodyPr/>
        <a:lstStyle/>
        <a:p>
          <a:endParaRPr lang="en-US"/>
        </a:p>
      </dgm:t>
    </dgm:pt>
    <dgm:pt modelId="{7C0E2779-F89B-404C-ACBF-59D7F091166C}" type="sibTrans" cxnId="{027F680A-986A-4D0A-91D1-605853D7A6BC}">
      <dgm:prSet/>
      <dgm:spPr/>
      <dgm:t>
        <a:bodyPr/>
        <a:lstStyle/>
        <a:p>
          <a:endParaRPr lang="en-US"/>
        </a:p>
      </dgm:t>
    </dgm:pt>
    <dgm:pt modelId="{80F9F507-7243-491F-9DBC-5D1EE5745215}">
      <dgm:prSet phldrT="[Text]"/>
      <dgm:spPr>
        <a:ln>
          <a:noFill/>
        </a:ln>
      </dgm:spPr>
      <dgm:t>
        <a:bodyPr/>
        <a:lstStyle/>
        <a:p>
          <a:r>
            <a:rPr lang="en-US" dirty="0" err="1"/>
            <a:t>QUỸ</a:t>
          </a:r>
          <a:r>
            <a:rPr lang="en-US" dirty="0"/>
            <a:t> </a:t>
          </a:r>
          <a:r>
            <a:rPr lang="en-US" dirty="0" err="1"/>
            <a:t>BỊ</a:t>
          </a:r>
          <a:r>
            <a:rPr lang="en-US" dirty="0"/>
            <a:t> </a:t>
          </a:r>
          <a:r>
            <a:rPr lang="en-US" dirty="0" err="1"/>
            <a:t>ĐỘNG</a:t>
          </a:r>
          <a:endParaRPr lang="en-US" dirty="0"/>
        </a:p>
      </dgm:t>
    </dgm:pt>
    <dgm:pt modelId="{9BCB0090-897E-4286-87DB-991F3F3F5BA4}" type="parTrans" cxnId="{B8C16C92-4E5A-436B-BDFE-2773854B0697}">
      <dgm:prSet/>
      <dgm:spPr/>
      <dgm:t>
        <a:bodyPr/>
        <a:lstStyle/>
        <a:p>
          <a:endParaRPr lang="en-US"/>
        </a:p>
      </dgm:t>
    </dgm:pt>
    <dgm:pt modelId="{D5580A0E-36FE-4F44-BC44-EB969A44BC31}" type="sibTrans" cxnId="{B8C16C92-4E5A-436B-BDFE-2773854B0697}">
      <dgm:prSet/>
      <dgm:spPr/>
      <dgm:t>
        <a:bodyPr/>
        <a:lstStyle/>
        <a:p>
          <a:endParaRPr lang="en-US"/>
        </a:p>
      </dgm:t>
    </dgm:pt>
    <dgm:pt modelId="{0A9A79B1-11C8-4EA0-BE0C-BD596D4F6D9F}" type="pres">
      <dgm:prSet presAssocID="{19485027-A6AC-439A-8834-3C3F43CFDDAF}" presName="Name0" presStyleCnt="0">
        <dgm:presLayoutVars>
          <dgm:chMax val="1"/>
          <dgm:chPref val="1"/>
        </dgm:presLayoutVars>
      </dgm:prSet>
      <dgm:spPr/>
    </dgm:pt>
    <dgm:pt modelId="{B0491D9F-7A13-420F-9719-FB654841FD1B}" type="pres">
      <dgm:prSet presAssocID="{8CE59592-3DCE-436D-98E2-89E6E8835D21}" presName="Parent" presStyleLbl="node0" presStyleIdx="0" presStyleCnt="1" custLinFactNeighborX="-1257">
        <dgm:presLayoutVars>
          <dgm:chMax val="5"/>
          <dgm:chPref val="5"/>
        </dgm:presLayoutVars>
      </dgm:prSet>
      <dgm:spPr/>
    </dgm:pt>
    <dgm:pt modelId="{42ED9C63-5F83-49BB-B0FF-B996A5543A8C}" type="pres">
      <dgm:prSet presAssocID="{8CE59592-3DCE-436D-98E2-89E6E8835D21}" presName="Accent2" presStyleLbl="node1" presStyleIdx="0" presStyleCnt="19"/>
      <dgm:spPr>
        <a:ln>
          <a:solidFill>
            <a:schemeClr val="bg1"/>
          </a:solidFill>
        </a:ln>
      </dgm:spPr>
    </dgm:pt>
    <dgm:pt modelId="{E0C3FF7E-15B7-45B8-A9C9-1B330A508084}" type="pres">
      <dgm:prSet presAssocID="{8CE59592-3DCE-436D-98E2-89E6E8835D21}" presName="Accent3" presStyleLbl="node1" presStyleIdx="1" presStyleCnt="19"/>
      <dgm:spPr/>
    </dgm:pt>
    <dgm:pt modelId="{B2464054-8DD8-4779-837E-ABE770A8B709}" type="pres">
      <dgm:prSet presAssocID="{8CE59592-3DCE-436D-98E2-89E6E8835D21}" presName="Accent4" presStyleLbl="node1" presStyleIdx="2" presStyleCnt="19"/>
      <dgm:spPr/>
    </dgm:pt>
    <dgm:pt modelId="{366755B3-D65E-4782-A2B8-E2FF43961A78}" type="pres">
      <dgm:prSet presAssocID="{8CE59592-3DCE-436D-98E2-89E6E8835D21}" presName="Accent5" presStyleLbl="node1" presStyleIdx="3" presStyleCnt="19"/>
      <dgm:spPr>
        <a:ln>
          <a:solidFill>
            <a:schemeClr val="bg1"/>
          </a:solidFill>
        </a:ln>
      </dgm:spPr>
    </dgm:pt>
    <dgm:pt modelId="{E1DA1E9E-FD6F-4598-A78C-3C0178DA0CCC}" type="pres">
      <dgm:prSet presAssocID="{8CE59592-3DCE-436D-98E2-89E6E8835D21}" presName="Accent6" presStyleLbl="node1" presStyleIdx="4" presStyleCnt="19"/>
      <dgm:spPr>
        <a:ln>
          <a:solidFill>
            <a:schemeClr val="bg1"/>
          </a:solidFill>
        </a:ln>
      </dgm:spPr>
    </dgm:pt>
    <dgm:pt modelId="{EA1B4419-CE09-4724-82B7-F086B80B12CA}" type="pres">
      <dgm:prSet presAssocID="{56D194E2-065A-430D-93DE-8CF80A37E2E8}" presName="Child1" presStyleLbl="node1" presStyleIdx="5" presStyleCnt="19">
        <dgm:presLayoutVars>
          <dgm:chMax val="0"/>
          <dgm:chPref val="0"/>
        </dgm:presLayoutVars>
      </dgm:prSet>
      <dgm:spPr/>
    </dgm:pt>
    <dgm:pt modelId="{0CE4EB25-7F4A-48DF-AB48-7F2C841309BE}" type="pres">
      <dgm:prSet presAssocID="{56D194E2-065A-430D-93DE-8CF80A37E2E8}" presName="Accent7" presStyleCnt="0"/>
      <dgm:spPr/>
    </dgm:pt>
    <dgm:pt modelId="{5942C0D8-C40F-4A23-9936-6FBFCA2F4EE5}" type="pres">
      <dgm:prSet presAssocID="{56D194E2-065A-430D-93DE-8CF80A37E2E8}" presName="AccentHold1" presStyleLbl="node1" presStyleIdx="6" presStyleCnt="19"/>
      <dgm:spPr>
        <a:ln>
          <a:solidFill>
            <a:schemeClr val="bg1"/>
          </a:solidFill>
        </a:ln>
      </dgm:spPr>
    </dgm:pt>
    <dgm:pt modelId="{4EFB04C6-6E77-473E-B7E4-DB8768959116}" type="pres">
      <dgm:prSet presAssocID="{56D194E2-065A-430D-93DE-8CF80A37E2E8}" presName="Accent8" presStyleCnt="0"/>
      <dgm:spPr/>
    </dgm:pt>
    <dgm:pt modelId="{A6795FE3-B135-49A1-8AA9-E87F4CD7BD93}" type="pres">
      <dgm:prSet presAssocID="{56D194E2-065A-430D-93DE-8CF80A37E2E8}" presName="AccentHold2" presStyleLbl="node1" presStyleIdx="7" presStyleCnt="19"/>
      <dgm:spPr/>
    </dgm:pt>
    <dgm:pt modelId="{8623731B-A691-4912-84EB-9D14C8FAEBAD}" type="pres">
      <dgm:prSet presAssocID="{6E075DC6-6027-45E3-B98A-B0A6C22B1D43}" presName="Child2" presStyleLbl="node1" presStyleIdx="8" presStyleCnt="19">
        <dgm:presLayoutVars>
          <dgm:chMax val="0"/>
          <dgm:chPref val="0"/>
        </dgm:presLayoutVars>
      </dgm:prSet>
      <dgm:spPr/>
    </dgm:pt>
    <dgm:pt modelId="{E733CE57-61AA-4A90-9177-920350F2C5D8}" type="pres">
      <dgm:prSet presAssocID="{6E075DC6-6027-45E3-B98A-B0A6C22B1D43}" presName="Accent9" presStyleCnt="0"/>
      <dgm:spPr/>
    </dgm:pt>
    <dgm:pt modelId="{B6EA6EC9-E843-4030-9073-8F4A7729618B}" type="pres">
      <dgm:prSet presAssocID="{6E075DC6-6027-45E3-B98A-B0A6C22B1D43}" presName="AccentHold1" presStyleLbl="node1" presStyleIdx="9" presStyleCnt="19"/>
      <dgm:spPr>
        <a:ln>
          <a:solidFill>
            <a:schemeClr val="bg1"/>
          </a:solidFill>
        </a:ln>
      </dgm:spPr>
    </dgm:pt>
    <dgm:pt modelId="{8F3639CA-85DE-4A17-BF99-656437922AB7}" type="pres">
      <dgm:prSet presAssocID="{6E075DC6-6027-45E3-B98A-B0A6C22B1D43}" presName="Accent10" presStyleCnt="0"/>
      <dgm:spPr/>
    </dgm:pt>
    <dgm:pt modelId="{48A3E52D-0108-4944-960E-43DBE8F34174}" type="pres">
      <dgm:prSet presAssocID="{6E075DC6-6027-45E3-B98A-B0A6C22B1D43}" presName="AccentHold2" presStyleLbl="node1" presStyleIdx="10" presStyleCnt="19"/>
      <dgm:spPr/>
    </dgm:pt>
    <dgm:pt modelId="{8DD360BD-9FB0-43DC-BCBA-7C7D87FEFD14}" type="pres">
      <dgm:prSet presAssocID="{6E075DC6-6027-45E3-B98A-B0A6C22B1D43}" presName="Accent11" presStyleCnt="0"/>
      <dgm:spPr/>
    </dgm:pt>
    <dgm:pt modelId="{95E3E5AA-A1E2-4D73-9904-E6F760F33B6A}" type="pres">
      <dgm:prSet presAssocID="{6E075DC6-6027-45E3-B98A-B0A6C22B1D43}" presName="AccentHold3" presStyleLbl="node1" presStyleIdx="11" presStyleCnt="19"/>
      <dgm:spPr>
        <a:ln>
          <a:solidFill>
            <a:schemeClr val="bg1"/>
          </a:solidFill>
        </a:ln>
      </dgm:spPr>
    </dgm:pt>
    <dgm:pt modelId="{794C38C0-5835-4925-9334-B8AFD1B25CD4}" type="pres">
      <dgm:prSet presAssocID="{AC241713-1AB8-472E-93B4-72CAEF7C0921}" presName="Child3" presStyleLbl="node1" presStyleIdx="12" presStyleCnt="19">
        <dgm:presLayoutVars>
          <dgm:chMax val="0"/>
          <dgm:chPref val="0"/>
        </dgm:presLayoutVars>
      </dgm:prSet>
      <dgm:spPr/>
    </dgm:pt>
    <dgm:pt modelId="{52C924DC-A58A-41D3-85A9-0E41FBE5E3EF}" type="pres">
      <dgm:prSet presAssocID="{AC241713-1AB8-472E-93B4-72CAEF7C0921}" presName="Accent12" presStyleCnt="0"/>
      <dgm:spPr/>
    </dgm:pt>
    <dgm:pt modelId="{33F6A047-7633-46B1-AB40-E4ADE5575066}" type="pres">
      <dgm:prSet presAssocID="{AC241713-1AB8-472E-93B4-72CAEF7C0921}" presName="AccentHold1" presStyleLbl="node1" presStyleIdx="13" presStyleCnt="19"/>
      <dgm:spPr/>
    </dgm:pt>
    <dgm:pt modelId="{74A86FB0-C62A-449D-82B6-AB0CA72BFA7D}" type="pres">
      <dgm:prSet presAssocID="{35C8694D-F5FD-4364-85D6-600EE61FEEAB}" presName="Child4" presStyleLbl="node1" presStyleIdx="14" presStyleCnt="19">
        <dgm:presLayoutVars>
          <dgm:chMax val="0"/>
          <dgm:chPref val="0"/>
        </dgm:presLayoutVars>
      </dgm:prSet>
      <dgm:spPr/>
    </dgm:pt>
    <dgm:pt modelId="{2E045E77-5153-4680-A3A1-291D6435102F}" type="pres">
      <dgm:prSet presAssocID="{35C8694D-F5FD-4364-85D6-600EE61FEEAB}" presName="Accent13" presStyleCnt="0"/>
      <dgm:spPr/>
    </dgm:pt>
    <dgm:pt modelId="{07DAD19E-EC11-4E6A-A0B1-746524283EE4}" type="pres">
      <dgm:prSet presAssocID="{35C8694D-F5FD-4364-85D6-600EE61FEEAB}" presName="AccentHold1" presStyleLbl="node1" presStyleIdx="15" presStyleCnt="19"/>
      <dgm:spPr/>
    </dgm:pt>
    <dgm:pt modelId="{B005C802-6330-4609-8093-DE45CDEC7FE5}" type="pres">
      <dgm:prSet presAssocID="{80F9F507-7243-491F-9DBC-5D1EE5745215}" presName="Child5" presStyleLbl="node1" presStyleIdx="16" presStyleCnt="19">
        <dgm:presLayoutVars>
          <dgm:chMax val="0"/>
          <dgm:chPref val="0"/>
        </dgm:presLayoutVars>
      </dgm:prSet>
      <dgm:spPr/>
    </dgm:pt>
    <dgm:pt modelId="{40C6868D-CE32-44E8-80FE-8AFDCE32C5B7}" type="pres">
      <dgm:prSet presAssocID="{80F9F507-7243-491F-9DBC-5D1EE5745215}" presName="Accent15" presStyleCnt="0"/>
      <dgm:spPr/>
    </dgm:pt>
    <dgm:pt modelId="{FA67E775-E5EF-4679-856E-BD647B811A3A}" type="pres">
      <dgm:prSet presAssocID="{80F9F507-7243-491F-9DBC-5D1EE5745215}" presName="AccentHold2" presStyleLbl="node1" presStyleIdx="17" presStyleCnt="19"/>
      <dgm:spPr/>
    </dgm:pt>
    <dgm:pt modelId="{81644C4A-2007-45BC-9638-46C2AEBD6BB7}" type="pres">
      <dgm:prSet presAssocID="{80F9F507-7243-491F-9DBC-5D1EE5745215}" presName="Accent16" presStyleCnt="0"/>
      <dgm:spPr/>
    </dgm:pt>
    <dgm:pt modelId="{8B54DC63-69E3-45F3-AA37-1A8AD2C8DB90}" type="pres">
      <dgm:prSet presAssocID="{80F9F507-7243-491F-9DBC-5D1EE5745215}" presName="AccentHold3" presStyleLbl="node1" presStyleIdx="18" presStyleCnt="19"/>
      <dgm:spPr/>
    </dgm:pt>
  </dgm:ptLst>
  <dgm:cxnLst>
    <dgm:cxn modelId="{027F680A-986A-4D0A-91D1-605853D7A6BC}" srcId="{8CE59592-3DCE-436D-98E2-89E6E8835D21}" destId="{35C8694D-F5FD-4364-85D6-600EE61FEEAB}" srcOrd="3" destOrd="0" parTransId="{306C581F-A43A-4CAC-B1A7-D6672BCDD626}" sibTransId="{7C0E2779-F89B-404C-ACBF-59D7F091166C}"/>
    <dgm:cxn modelId="{15C9642E-042A-4BE3-97CB-95CF3008B394}" type="presOf" srcId="{AC241713-1AB8-472E-93B4-72CAEF7C0921}" destId="{794C38C0-5835-4925-9334-B8AFD1B25CD4}" srcOrd="0" destOrd="0" presId="urn:microsoft.com/office/officeart/2009/3/layout/CircleRelationship"/>
    <dgm:cxn modelId="{CE267463-AD6E-439C-A52F-23EC4A88C58E}" srcId="{8CE59592-3DCE-436D-98E2-89E6E8835D21}" destId="{56D194E2-065A-430D-93DE-8CF80A37E2E8}" srcOrd="0" destOrd="0" parTransId="{5533A4E8-7C94-44E5-B616-C332004428BA}" sibTransId="{853D6FB7-4692-417A-B913-9A3C13621881}"/>
    <dgm:cxn modelId="{EADFE974-822A-4AA1-9CF7-7E54591FE374}" type="presOf" srcId="{80F9F507-7243-491F-9DBC-5D1EE5745215}" destId="{B005C802-6330-4609-8093-DE45CDEC7FE5}" srcOrd="0" destOrd="0" presId="urn:microsoft.com/office/officeart/2009/3/layout/CircleRelationship"/>
    <dgm:cxn modelId="{45293E84-0B41-4F23-84FE-4D4C03428F6C}" srcId="{8CE59592-3DCE-436D-98E2-89E6E8835D21}" destId="{6E075DC6-6027-45E3-B98A-B0A6C22B1D43}" srcOrd="1" destOrd="0" parTransId="{906C0CA2-58D6-4974-AEB0-D3660CB0B24C}" sibTransId="{E0BD25DA-56ED-462F-A60E-C320AEF166D6}"/>
    <dgm:cxn modelId="{232C558A-9160-452E-8B7B-FFE6D8764AFD}" type="presOf" srcId="{35C8694D-F5FD-4364-85D6-600EE61FEEAB}" destId="{74A86FB0-C62A-449D-82B6-AB0CA72BFA7D}" srcOrd="0" destOrd="0" presId="urn:microsoft.com/office/officeart/2009/3/layout/CircleRelationship"/>
    <dgm:cxn modelId="{B8C16C92-4E5A-436B-BDFE-2773854B0697}" srcId="{8CE59592-3DCE-436D-98E2-89E6E8835D21}" destId="{80F9F507-7243-491F-9DBC-5D1EE5745215}" srcOrd="4" destOrd="0" parTransId="{9BCB0090-897E-4286-87DB-991F3F3F5BA4}" sibTransId="{D5580A0E-36FE-4F44-BC44-EB969A44BC31}"/>
    <dgm:cxn modelId="{EC6536BB-389A-4BF2-8F5E-DBD22D030404}" type="presOf" srcId="{8CE59592-3DCE-436D-98E2-89E6E8835D21}" destId="{B0491D9F-7A13-420F-9719-FB654841FD1B}" srcOrd="0" destOrd="0" presId="urn:microsoft.com/office/officeart/2009/3/layout/CircleRelationship"/>
    <dgm:cxn modelId="{0895F0BC-FDBE-4932-82D2-801A08085A04}" type="presOf" srcId="{6E075DC6-6027-45E3-B98A-B0A6C22B1D43}" destId="{8623731B-A691-4912-84EB-9D14C8FAEBAD}" srcOrd="0" destOrd="0" presId="urn:microsoft.com/office/officeart/2009/3/layout/CircleRelationship"/>
    <dgm:cxn modelId="{54E06BD8-98D6-40CA-801E-983E26C01F30}" type="presOf" srcId="{19485027-A6AC-439A-8834-3C3F43CFDDAF}" destId="{0A9A79B1-11C8-4EA0-BE0C-BD596D4F6D9F}" srcOrd="0" destOrd="0" presId="urn:microsoft.com/office/officeart/2009/3/layout/CircleRelationship"/>
    <dgm:cxn modelId="{A85D36E4-5D3F-46F1-9860-1DE3588B2F2C}" type="presOf" srcId="{56D194E2-065A-430D-93DE-8CF80A37E2E8}" destId="{EA1B4419-CE09-4724-82B7-F086B80B12CA}" srcOrd="0" destOrd="0" presId="urn:microsoft.com/office/officeart/2009/3/layout/CircleRelationship"/>
    <dgm:cxn modelId="{ACE57AF2-1B2F-42C2-B518-CF3E6817DD30}" srcId="{8CE59592-3DCE-436D-98E2-89E6E8835D21}" destId="{AC241713-1AB8-472E-93B4-72CAEF7C0921}" srcOrd="2" destOrd="0" parTransId="{5E17A3DA-76A1-464C-B270-DC5B7E949301}" sibTransId="{0C6ED985-1398-40B5-B88F-1C5F0269414E}"/>
    <dgm:cxn modelId="{9EF6A4FB-F890-4E28-AC30-955349705FC5}" srcId="{19485027-A6AC-439A-8834-3C3F43CFDDAF}" destId="{8CE59592-3DCE-436D-98E2-89E6E8835D21}" srcOrd="0" destOrd="0" parTransId="{8E1C8365-C45B-45E6-821B-E6E4B51301B2}" sibTransId="{A399527E-97D2-45EE-9EA5-FFE82A6BACD3}"/>
    <dgm:cxn modelId="{E8D7C921-094F-45A4-8FC3-C3BA155FB94C}" type="presParOf" srcId="{0A9A79B1-11C8-4EA0-BE0C-BD596D4F6D9F}" destId="{B0491D9F-7A13-420F-9719-FB654841FD1B}" srcOrd="0" destOrd="0" presId="urn:microsoft.com/office/officeart/2009/3/layout/CircleRelationship"/>
    <dgm:cxn modelId="{69BB53DB-C1F2-40DB-8197-0E6A770E698A}" type="presParOf" srcId="{0A9A79B1-11C8-4EA0-BE0C-BD596D4F6D9F}" destId="{42ED9C63-5F83-49BB-B0FF-B996A5543A8C}" srcOrd="1" destOrd="0" presId="urn:microsoft.com/office/officeart/2009/3/layout/CircleRelationship"/>
    <dgm:cxn modelId="{14B88192-8DD1-4065-A6DA-BEFC72DD7688}" type="presParOf" srcId="{0A9A79B1-11C8-4EA0-BE0C-BD596D4F6D9F}" destId="{E0C3FF7E-15B7-45B8-A9C9-1B330A508084}" srcOrd="2" destOrd="0" presId="urn:microsoft.com/office/officeart/2009/3/layout/CircleRelationship"/>
    <dgm:cxn modelId="{7AE2EF5E-D5F5-423F-AF58-225F3C16FCCA}" type="presParOf" srcId="{0A9A79B1-11C8-4EA0-BE0C-BD596D4F6D9F}" destId="{B2464054-8DD8-4779-837E-ABE770A8B709}" srcOrd="3" destOrd="0" presId="urn:microsoft.com/office/officeart/2009/3/layout/CircleRelationship"/>
    <dgm:cxn modelId="{DA2622DA-2382-4BA5-9A64-F5FE17600CEC}" type="presParOf" srcId="{0A9A79B1-11C8-4EA0-BE0C-BD596D4F6D9F}" destId="{366755B3-D65E-4782-A2B8-E2FF43961A78}" srcOrd="4" destOrd="0" presId="urn:microsoft.com/office/officeart/2009/3/layout/CircleRelationship"/>
    <dgm:cxn modelId="{BF600913-C824-4628-948B-8B3EC97005A9}" type="presParOf" srcId="{0A9A79B1-11C8-4EA0-BE0C-BD596D4F6D9F}" destId="{E1DA1E9E-FD6F-4598-A78C-3C0178DA0CCC}" srcOrd="5" destOrd="0" presId="urn:microsoft.com/office/officeart/2009/3/layout/CircleRelationship"/>
    <dgm:cxn modelId="{1365B4C3-D744-4EC4-9CDE-A1D26247C1AF}" type="presParOf" srcId="{0A9A79B1-11C8-4EA0-BE0C-BD596D4F6D9F}" destId="{EA1B4419-CE09-4724-82B7-F086B80B12CA}" srcOrd="6" destOrd="0" presId="urn:microsoft.com/office/officeart/2009/3/layout/CircleRelationship"/>
    <dgm:cxn modelId="{30AE7541-322E-4C08-9D8E-61CCC3EBCCDC}" type="presParOf" srcId="{0A9A79B1-11C8-4EA0-BE0C-BD596D4F6D9F}" destId="{0CE4EB25-7F4A-48DF-AB48-7F2C841309BE}" srcOrd="7" destOrd="0" presId="urn:microsoft.com/office/officeart/2009/3/layout/CircleRelationship"/>
    <dgm:cxn modelId="{4AEDFE82-62F6-4C90-95D0-6A250830D931}" type="presParOf" srcId="{0CE4EB25-7F4A-48DF-AB48-7F2C841309BE}" destId="{5942C0D8-C40F-4A23-9936-6FBFCA2F4EE5}" srcOrd="0" destOrd="0" presId="urn:microsoft.com/office/officeart/2009/3/layout/CircleRelationship"/>
    <dgm:cxn modelId="{BC919D2C-2A07-4DAF-BDF7-F3000BEE8DBA}" type="presParOf" srcId="{0A9A79B1-11C8-4EA0-BE0C-BD596D4F6D9F}" destId="{4EFB04C6-6E77-473E-B7E4-DB8768959116}" srcOrd="8" destOrd="0" presId="urn:microsoft.com/office/officeart/2009/3/layout/CircleRelationship"/>
    <dgm:cxn modelId="{A39FA83D-5D04-4E37-B4D4-CA63C16B6BDC}" type="presParOf" srcId="{4EFB04C6-6E77-473E-B7E4-DB8768959116}" destId="{A6795FE3-B135-49A1-8AA9-E87F4CD7BD93}" srcOrd="0" destOrd="0" presId="urn:microsoft.com/office/officeart/2009/3/layout/CircleRelationship"/>
    <dgm:cxn modelId="{FBA9B71A-A1BF-4FF2-BEB0-32D1F705CB40}" type="presParOf" srcId="{0A9A79B1-11C8-4EA0-BE0C-BD596D4F6D9F}" destId="{8623731B-A691-4912-84EB-9D14C8FAEBAD}" srcOrd="9" destOrd="0" presId="urn:microsoft.com/office/officeart/2009/3/layout/CircleRelationship"/>
    <dgm:cxn modelId="{69487ECE-177C-4F55-8B08-52772D1E7BC3}" type="presParOf" srcId="{0A9A79B1-11C8-4EA0-BE0C-BD596D4F6D9F}" destId="{E733CE57-61AA-4A90-9177-920350F2C5D8}" srcOrd="10" destOrd="0" presId="urn:microsoft.com/office/officeart/2009/3/layout/CircleRelationship"/>
    <dgm:cxn modelId="{60BFBAFA-BA85-4E85-B972-29AC386BCA04}" type="presParOf" srcId="{E733CE57-61AA-4A90-9177-920350F2C5D8}" destId="{B6EA6EC9-E843-4030-9073-8F4A7729618B}" srcOrd="0" destOrd="0" presId="urn:microsoft.com/office/officeart/2009/3/layout/CircleRelationship"/>
    <dgm:cxn modelId="{8DE61B71-8A93-4B2A-8FAF-877BA54BF193}" type="presParOf" srcId="{0A9A79B1-11C8-4EA0-BE0C-BD596D4F6D9F}" destId="{8F3639CA-85DE-4A17-BF99-656437922AB7}" srcOrd="11" destOrd="0" presId="urn:microsoft.com/office/officeart/2009/3/layout/CircleRelationship"/>
    <dgm:cxn modelId="{713FBF46-228D-4D49-ACDF-67BD77E7E6FC}" type="presParOf" srcId="{8F3639CA-85DE-4A17-BF99-656437922AB7}" destId="{48A3E52D-0108-4944-960E-43DBE8F34174}" srcOrd="0" destOrd="0" presId="urn:microsoft.com/office/officeart/2009/3/layout/CircleRelationship"/>
    <dgm:cxn modelId="{51D86AC9-D278-4369-AE2A-64D7866C64AA}" type="presParOf" srcId="{0A9A79B1-11C8-4EA0-BE0C-BD596D4F6D9F}" destId="{8DD360BD-9FB0-43DC-BCBA-7C7D87FEFD14}" srcOrd="12" destOrd="0" presId="urn:microsoft.com/office/officeart/2009/3/layout/CircleRelationship"/>
    <dgm:cxn modelId="{BFF6A910-CDCA-4D88-981F-D756AE46B4B2}" type="presParOf" srcId="{8DD360BD-9FB0-43DC-BCBA-7C7D87FEFD14}" destId="{95E3E5AA-A1E2-4D73-9904-E6F760F33B6A}" srcOrd="0" destOrd="0" presId="urn:microsoft.com/office/officeart/2009/3/layout/CircleRelationship"/>
    <dgm:cxn modelId="{DD10CDEF-E0B9-4641-80D6-FC6ACC66C2D1}" type="presParOf" srcId="{0A9A79B1-11C8-4EA0-BE0C-BD596D4F6D9F}" destId="{794C38C0-5835-4925-9334-B8AFD1B25CD4}" srcOrd="13" destOrd="0" presId="urn:microsoft.com/office/officeart/2009/3/layout/CircleRelationship"/>
    <dgm:cxn modelId="{45724966-7705-437B-A567-E48583A9C5B2}" type="presParOf" srcId="{0A9A79B1-11C8-4EA0-BE0C-BD596D4F6D9F}" destId="{52C924DC-A58A-41D3-85A9-0E41FBE5E3EF}" srcOrd="14" destOrd="0" presId="urn:microsoft.com/office/officeart/2009/3/layout/CircleRelationship"/>
    <dgm:cxn modelId="{B2C46CBD-2C94-4754-8897-625CA02B0FD3}" type="presParOf" srcId="{52C924DC-A58A-41D3-85A9-0E41FBE5E3EF}" destId="{33F6A047-7633-46B1-AB40-E4ADE5575066}" srcOrd="0" destOrd="0" presId="urn:microsoft.com/office/officeart/2009/3/layout/CircleRelationship"/>
    <dgm:cxn modelId="{57D16876-AE69-4B1E-8D33-49277766C85C}" type="presParOf" srcId="{0A9A79B1-11C8-4EA0-BE0C-BD596D4F6D9F}" destId="{74A86FB0-C62A-449D-82B6-AB0CA72BFA7D}" srcOrd="15" destOrd="0" presId="urn:microsoft.com/office/officeart/2009/3/layout/CircleRelationship"/>
    <dgm:cxn modelId="{37B0F699-4EB1-49F6-8CE0-FC124A234BE1}" type="presParOf" srcId="{0A9A79B1-11C8-4EA0-BE0C-BD596D4F6D9F}" destId="{2E045E77-5153-4680-A3A1-291D6435102F}" srcOrd="16" destOrd="0" presId="urn:microsoft.com/office/officeart/2009/3/layout/CircleRelationship"/>
    <dgm:cxn modelId="{ED2B01BD-C033-4FD9-89E5-53E15D903236}" type="presParOf" srcId="{2E045E77-5153-4680-A3A1-291D6435102F}" destId="{07DAD19E-EC11-4E6A-A0B1-746524283EE4}" srcOrd="0" destOrd="0" presId="urn:microsoft.com/office/officeart/2009/3/layout/CircleRelationship"/>
    <dgm:cxn modelId="{10861194-01D9-463D-80EF-DB0ACCD5E027}" type="presParOf" srcId="{0A9A79B1-11C8-4EA0-BE0C-BD596D4F6D9F}" destId="{B005C802-6330-4609-8093-DE45CDEC7FE5}" srcOrd="17" destOrd="0" presId="urn:microsoft.com/office/officeart/2009/3/layout/CircleRelationship"/>
    <dgm:cxn modelId="{20A45D49-350A-49AC-BBBE-CB21E91AC8BE}" type="presParOf" srcId="{0A9A79B1-11C8-4EA0-BE0C-BD596D4F6D9F}" destId="{40C6868D-CE32-44E8-80FE-8AFDCE32C5B7}" srcOrd="18" destOrd="0" presId="urn:microsoft.com/office/officeart/2009/3/layout/CircleRelationship"/>
    <dgm:cxn modelId="{43A8D4FA-078D-4FDF-A2EA-02EE2751ABD7}" type="presParOf" srcId="{40C6868D-CE32-44E8-80FE-8AFDCE32C5B7}" destId="{FA67E775-E5EF-4679-856E-BD647B811A3A}" srcOrd="0" destOrd="0" presId="urn:microsoft.com/office/officeart/2009/3/layout/CircleRelationship"/>
    <dgm:cxn modelId="{35F520EF-79FF-47F7-A07A-AA5C031D6CD6}" type="presParOf" srcId="{0A9A79B1-11C8-4EA0-BE0C-BD596D4F6D9F}" destId="{81644C4A-2007-45BC-9638-46C2AEBD6BB7}" srcOrd="19" destOrd="0" presId="urn:microsoft.com/office/officeart/2009/3/layout/CircleRelationship"/>
    <dgm:cxn modelId="{C999A4CA-9797-4629-BAA8-227C4FB45388}" type="presParOf" srcId="{81644C4A-2007-45BC-9638-46C2AEBD6BB7}" destId="{8B54DC63-69E3-45F3-AA37-1A8AD2C8DB90}" srcOrd="0" destOrd="0" presId="urn:microsoft.com/office/officeart/2009/3/layout/CircleRelationship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E380D4C-E9B6-4CE7-AD62-82B644B92B92}" type="doc">
      <dgm:prSet loTypeId="urn:microsoft.com/office/officeart/2005/8/layout/chevronAccent+Icon" loCatId="process" qsTypeId="urn:microsoft.com/office/officeart/2005/8/quickstyle/simple1" qsCatId="simple" csTypeId="urn:microsoft.com/office/officeart/2005/8/colors/colorful5" csCatId="colorful" phldr="1"/>
      <dgm:spPr/>
    </dgm:pt>
    <dgm:pt modelId="{E405D989-0395-4A60-A3D4-FC611F63870B}">
      <dgm:prSet phldrT="[Text]"/>
      <dgm:spPr/>
      <dgm:t>
        <a:bodyPr/>
        <a:lstStyle/>
        <a:p>
          <a:r>
            <a:rPr lang="en-US" b="1" dirty="0">
              <a:solidFill>
                <a:srgbClr val="35874C"/>
              </a:solidFill>
            </a:rPr>
            <a:t>XÁC ĐỊNH MỤC TIÊU, CHIẾN LƯỢC</a:t>
          </a:r>
        </a:p>
      </dgm:t>
    </dgm:pt>
    <dgm:pt modelId="{22AD386E-6FC7-4FF1-8D0F-F6360E994D22}" type="parTrans" cxnId="{1426E3F5-C141-43A8-BF69-F0B958C0F943}">
      <dgm:prSet/>
      <dgm:spPr/>
      <dgm:t>
        <a:bodyPr/>
        <a:lstStyle/>
        <a:p>
          <a:endParaRPr lang="en-US"/>
        </a:p>
      </dgm:t>
    </dgm:pt>
    <dgm:pt modelId="{A67C3638-4D1C-4E65-AA23-8CFA7B1603D3}" type="sibTrans" cxnId="{1426E3F5-C141-43A8-BF69-F0B958C0F943}">
      <dgm:prSet/>
      <dgm:spPr/>
      <dgm:t>
        <a:bodyPr/>
        <a:lstStyle/>
        <a:p>
          <a:endParaRPr lang="en-US"/>
        </a:p>
      </dgm:t>
    </dgm:pt>
    <dgm:pt modelId="{49C190CB-9ADA-4E4E-9DBA-EF2592FFD534}">
      <dgm:prSet phldrT="[Text]"/>
      <dgm:spPr/>
      <dgm:t>
        <a:bodyPr/>
        <a:lstStyle/>
        <a:p>
          <a:r>
            <a:rPr lang="en-US" b="1" dirty="0">
              <a:solidFill>
                <a:srgbClr val="35874C"/>
              </a:solidFill>
            </a:rPr>
            <a:t>HUY ĐỘNG VỐN</a:t>
          </a:r>
        </a:p>
      </dgm:t>
    </dgm:pt>
    <dgm:pt modelId="{13163DA2-B81F-4FC4-8FAF-C09A97114B95}" type="parTrans" cxnId="{2A1B6E55-9BB3-4204-B7C4-5159F8011D1D}">
      <dgm:prSet/>
      <dgm:spPr/>
      <dgm:t>
        <a:bodyPr/>
        <a:lstStyle/>
        <a:p>
          <a:endParaRPr lang="en-US"/>
        </a:p>
      </dgm:t>
    </dgm:pt>
    <dgm:pt modelId="{4615D241-3B9E-451F-9CCF-0827BB6DF5C5}" type="sibTrans" cxnId="{2A1B6E55-9BB3-4204-B7C4-5159F8011D1D}">
      <dgm:prSet/>
      <dgm:spPr/>
      <dgm:t>
        <a:bodyPr/>
        <a:lstStyle/>
        <a:p>
          <a:endParaRPr lang="en-US"/>
        </a:p>
      </dgm:t>
    </dgm:pt>
    <dgm:pt modelId="{622D0BB2-A97B-4BEC-AAD9-9EC6D4C871EB}">
      <dgm:prSet phldrT="[Text]"/>
      <dgm:spPr/>
      <dgm:t>
        <a:bodyPr/>
        <a:lstStyle/>
        <a:p>
          <a:r>
            <a:rPr lang="en-US" b="1" dirty="0">
              <a:solidFill>
                <a:srgbClr val="35874C"/>
              </a:solidFill>
            </a:rPr>
            <a:t>PHÂN BỔ TÀI SẢN</a:t>
          </a:r>
        </a:p>
      </dgm:t>
    </dgm:pt>
    <dgm:pt modelId="{6DD73D84-28F9-4352-ACCF-FA0327FF10C5}" type="parTrans" cxnId="{483E218E-8EA4-4E7F-891E-65AEE13945D3}">
      <dgm:prSet/>
      <dgm:spPr/>
      <dgm:t>
        <a:bodyPr/>
        <a:lstStyle/>
        <a:p>
          <a:endParaRPr lang="en-US"/>
        </a:p>
      </dgm:t>
    </dgm:pt>
    <dgm:pt modelId="{D0C6E267-8910-4D7E-929B-24B5E0200D39}" type="sibTrans" cxnId="{483E218E-8EA4-4E7F-891E-65AEE13945D3}">
      <dgm:prSet/>
      <dgm:spPr/>
      <dgm:t>
        <a:bodyPr/>
        <a:lstStyle/>
        <a:p>
          <a:endParaRPr lang="en-US"/>
        </a:p>
      </dgm:t>
    </dgm:pt>
    <dgm:pt modelId="{468BDA86-469B-4337-96BE-FC41AB74C29B}">
      <dgm:prSet phldrT="[Text]"/>
      <dgm:spPr/>
      <dgm:t>
        <a:bodyPr/>
        <a:lstStyle/>
        <a:p>
          <a:r>
            <a:rPr lang="en-US" b="1" dirty="0">
              <a:solidFill>
                <a:srgbClr val="35874C"/>
              </a:solidFill>
            </a:rPr>
            <a:t>XÁC ĐỊNH NAV</a:t>
          </a:r>
        </a:p>
      </dgm:t>
    </dgm:pt>
    <dgm:pt modelId="{C04BAF8F-D665-4695-8952-5E8327EDBC03}" type="parTrans" cxnId="{CDCA1C01-A0E5-49CB-BD1C-757A523D958B}">
      <dgm:prSet/>
      <dgm:spPr/>
      <dgm:t>
        <a:bodyPr/>
        <a:lstStyle/>
        <a:p>
          <a:endParaRPr lang="en-US"/>
        </a:p>
      </dgm:t>
    </dgm:pt>
    <dgm:pt modelId="{396BAFA6-3129-454E-A21F-D6C92702D2EF}" type="sibTrans" cxnId="{CDCA1C01-A0E5-49CB-BD1C-757A523D958B}">
      <dgm:prSet/>
      <dgm:spPr/>
      <dgm:t>
        <a:bodyPr/>
        <a:lstStyle/>
        <a:p>
          <a:endParaRPr lang="en-US"/>
        </a:p>
      </dgm:t>
    </dgm:pt>
    <dgm:pt modelId="{AE0F5396-F708-4F77-B770-397FB7DC7FCD}">
      <dgm:prSet phldrT="[Text]"/>
      <dgm:spPr/>
      <dgm:t>
        <a:bodyPr/>
        <a:lstStyle/>
        <a:p>
          <a:r>
            <a:rPr lang="en-US" b="1" dirty="0">
              <a:solidFill>
                <a:srgbClr val="35874C"/>
              </a:solidFill>
            </a:rPr>
            <a:t>GIAO DỊCH MUA, BÁN CCQ</a:t>
          </a:r>
        </a:p>
      </dgm:t>
    </dgm:pt>
    <dgm:pt modelId="{7D3E5A81-9F67-4B1A-AB9F-1947B8C31727}" type="parTrans" cxnId="{805B24D8-7409-4B02-A7AD-5D27A0879E8C}">
      <dgm:prSet/>
      <dgm:spPr/>
      <dgm:t>
        <a:bodyPr/>
        <a:lstStyle/>
        <a:p>
          <a:endParaRPr lang="en-US"/>
        </a:p>
      </dgm:t>
    </dgm:pt>
    <dgm:pt modelId="{904FBBD7-A80D-4361-9A3A-05A83D429E06}" type="sibTrans" cxnId="{805B24D8-7409-4B02-A7AD-5D27A0879E8C}">
      <dgm:prSet/>
      <dgm:spPr/>
      <dgm:t>
        <a:bodyPr/>
        <a:lstStyle/>
        <a:p>
          <a:endParaRPr lang="en-US"/>
        </a:p>
      </dgm:t>
    </dgm:pt>
    <dgm:pt modelId="{D02A4B89-C271-4504-BB86-9E1E90C5986C}" type="pres">
      <dgm:prSet presAssocID="{1E380D4C-E9B6-4CE7-AD62-82B644B92B92}" presName="Name0" presStyleCnt="0">
        <dgm:presLayoutVars>
          <dgm:dir/>
          <dgm:resizeHandles val="exact"/>
        </dgm:presLayoutVars>
      </dgm:prSet>
      <dgm:spPr/>
    </dgm:pt>
    <dgm:pt modelId="{B4B08914-968F-4E77-9B50-EAA46FE7BB33}" type="pres">
      <dgm:prSet presAssocID="{E405D989-0395-4A60-A3D4-FC611F63870B}" presName="composite" presStyleCnt="0"/>
      <dgm:spPr/>
    </dgm:pt>
    <dgm:pt modelId="{E09428EF-D4B3-4800-A379-319724667C17}" type="pres">
      <dgm:prSet presAssocID="{E405D989-0395-4A60-A3D4-FC611F63870B}" presName="bgChev" presStyleLbl="node1" presStyleIdx="0" presStyleCnt="5"/>
      <dgm:spPr/>
    </dgm:pt>
    <dgm:pt modelId="{3FDC0E17-D4EA-4A78-9526-EFD400F0EDB7}" type="pres">
      <dgm:prSet presAssocID="{E405D989-0395-4A60-A3D4-FC611F63870B}" presName="txNode" presStyleLbl="fgAcc1" presStyleIdx="0" presStyleCnt="5">
        <dgm:presLayoutVars>
          <dgm:bulletEnabled val="1"/>
        </dgm:presLayoutVars>
      </dgm:prSet>
      <dgm:spPr/>
    </dgm:pt>
    <dgm:pt modelId="{92A696BF-932F-4815-BD92-90774F8C06EC}" type="pres">
      <dgm:prSet presAssocID="{A67C3638-4D1C-4E65-AA23-8CFA7B1603D3}" presName="compositeSpace" presStyleCnt="0"/>
      <dgm:spPr/>
    </dgm:pt>
    <dgm:pt modelId="{7518C42C-913B-4704-A792-269AE2CC4FBA}" type="pres">
      <dgm:prSet presAssocID="{49C190CB-9ADA-4E4E-9DBA-EF2592FFD534}" presName="composite" presStyleCnt="0"/>
      <dgm:spPr/>
    </dgm:pt>
    <dgm:pt modelId="{5AB6E08F-23F3-4DCE-92D7-1EF4E1B21F78}" type="pres">
      <dgm:prSet presAssocID="{49C190CB-9ADA-4E4E-9DBA-EF2592FFD534}" presName="bgChev" presStyleLbl="node1" presStyleIdx="1" presStyleCnt="5"/>
      <dgm:spPr/>
    </dgm:pt>
    <dgm:pt modelId="{267BE532-6E92-47C8-B800-8BB283B8751A}" type="pres">
      <dgm:prSet presAssocID="{49C190CB-9ADA-4E4E-9DBA-EF2592FFD534}" presName="txNode" presStyleLbl="fgAcc1" presStyleIdx="1" presStyleCnt="5">
        <dgm:presLayoutVars>
          <dgm:bulletEnabled val="1"/>
        </dgm:presLayoutVars>
      </dgm:prSet>
      <dgm:spPr/>
    </dgm:pt>
    <dgm:pt modelId="{FE3C2304-E62B-43F5-BDCC-CBD276789DDB}" type="pres">
      <dgm:prSet presAssocID="{4615D241-3B9E-451F-9CCF-0827BB6DF5C5}" presName="compositeSpace" presStyleCnt="0"/>
      <dgm:spPr/>
    </dgm:pt>
    <dgm:pt modelId="{35C16029-7BE7-40D6-9927-A2B4AD07DF19}" type="pres">
      <dgm:prSet presAssocID="{622D0BB2-A97B-4BEC-AAD9-9EC6D4C871EB}" presName="composite" presStyleCnt="0"/>
      <dgm:spPr/>
    </dgm:pt>
    <dgm:pt modelId="{1993239C-C407-44B1-8B77-4AC1565BF980}" type="pres">
      <dgm:prSet presAssocID="{622D0BB2-A97B-4BEC-AAD9-9EC6D4C871EB}" presName="bgChev" presStyleLbl="node1" presStyleIdx="2" presStyleCnt="5"/>
      <dgm:spPr/>
    </dgm:pt>
    <dgm:pt modelId="{3E5BD6C7-CFFA-4CE9-B59B-4937F93A36C9}" type="pres">
      <dgm:prSet presAssocID="{622D0BB2-A97B-4BEC-AAD9-9EC6D4C871EB}" presName="txNode" presStyleLbl="fgAcc1" presStyleIdx="2" presStyleCnt="5">
        <dgm:presLayoutVars>
          <dgm:bulletEnabled val="1"/>
        </dgm:presLayoutVars>
      </dgm:prSet>
      <dgm:spPr/>
    </dgm:pt>
    <dgm:pt modelId="{02478D86-010E-4716-924C-2E75E88C26D5}" type="pres">
      <dgm:prSet presAssocID="{D0C6E267-8910-4D7E-929B-24B5E0200D39}" presName="compositeSpace" presStyleCnt="0"/>
      <dgm:spPr/>
    </dgm:pt>
    <dgm:pt modelId="{7186EE00-F235-4AD9-A92F-F40BA19D9ACC}" type="pres">
      <dgm:prSet presAssocID="{468BDA86-469B-4337-96BE-FC41AB74C29B}" presName="composite" presStyleCnt="0"/>
      <dgm:spPr/>
    </dgm:pt>
    <dgm:pt modelId="{EB575E9C-BCFD-48FA-B199-FB73F0E5D97C}" type="pres">
      <dgm:prSet presAssocID="{468BDA86-469B-4337-96BE-FC41AB74C29B}" presName="bgChev" presStyleLbl="node1" presStyleIdx="3" presStyleCnt="5"/>
      <dgm:spPr/>
    </dgm:pt>
    <dgm:pt modelId="{55026A8E-3093-4878-881A-377430803B3F}" type="pres">
      <dgm:prSet presAssocID="{468BDA86-469B-4337-96BE-FC41AB74C29B}" presName="txNode" presStyleLbl="fgAcc1" presStyleIdx="3" presStyleCnt="5">
        <dgm:presLayoutVars>
          <dgm:bulletEnabled val="1"/>
        </dgm:presLayoutVars>
      </dgm:prSet>
      <dgm:spPr/>
    </dgm:pt>
    <dgm:pt modelId="{AC763C67-06CC-4918-9FB1-FF48E1892604}" type="pres">
      <dgm:prSet presAssocID="{396BAFA6-3129-454E-A21F-D6C92702D2EF}" presName="compositeSpace" presStyleCnt="0"/>
      <dgm:spPr/>
    </dgm:pt>
    <dgm:pt modelId="{5C636FB9-4D19-45EA-8E71-B409C131C200}" type="pres">
      <dgm:prSet presAssocID="{AE0F5396-F708-4F77-B770-397FB7DC7FCD}" presName="composite" presStyleCnt="0"/>
      <dgm:spPr/>
    </dgm:pt>
    <dgm:pt modelId="{2910945A-2D4D-4E7D-91C5-0E52F8BEF921}" type="pres">
      <dgm:prSet presAssocID="{AE0F5396-F708-4F77-B770-397FB7DC7FCD}" presName="bgChev" presStyleLbl="node1" presStyleIdx="4" presStyleCnt="5"/>
      <dgm:spPr/>
    </dgm:pt>
    <dgm:pt modelId="{800E640D-0E2E-44E3-8C53-70F42B0CE64E}" type="pres">
      <dgm:prSet presAssocID="{AE0F5396-F708-4F77-B770-397FB7DC7FCD}" presName="txNode" presStyleLbl="fgAcc1" presStyleIdx="4" presStyleCnt="5">
        <dgm:presLayoutVars>
          <dgm:bulletEnabled val="1"/>
        </dgm:presLayoutVars>
      </dgm:prSet>
      <dgm:spPr/>
    </dgm:pt>
  </dgm:ptLst>
  <dgm:cxnLst>
    <dgm:cxn modelId="{CDCA1C01-A0E5-49CB-BD1C-757A523D958B}" srcId="{1E380D4C-E9B6-4CE7-AD62-82B644B92B92}" destId="{468BDA86-469B-4337-96BE-FC41AB74C29B}" srcOrd="3" destOrd="0" parTransId="{C04BAF8F-D665-4695-8952-5E8327EDBC03}" sibTransId="{396BAFA6-3129-454E-A21F-D6C92702D2EF}"/>
    <dgm:cxn modelId="{BBA55E0F-2AD0-4474-A66F-59BB5F1E620E}" type="presOf" srcId="{622D0BB2-A97B-4BEC-AAD9-9EC6D4C871EB}" destId="{3E5BD6C7-CFFA-4CE9-B59B-4937F93A36C9}" srcOrd="0" destOrd="0" presId="urn:microsoft.com/office/officeart/2005/8/layout/chevronAccent+Icon"/>
    <dgm:cxn modelId="{298FE85D-A693-443A-A756-C897AA843640}" type="presOf" srcId="{E405D989-0395-4A60-A3D4-FC611F63870B}" destId="{3FDC0E17-D4EA-4A78-9526-EFD400F0EDB7}" srcOrd="0" destOrd="0" presId="urn:microsoft.com/office/officeart/2005/8/layout/chevronAccent+Icon"/>
    <dgm:cxn modelId="{2A1B6E55-9BB3-4204-B7C4-5159F8011D1D}" srcId="{1E380D4C-E9B6-4CE7-AD62-82B644B92B92}" destId="{49C190CB-9ADA-4E4E-9DBA-EF2592FFD534}" srcOrd="1" destOrd="0" parTransId="{13163DA2-B81F-4FC4-8FAF-C09A97114B95}" sibTransId="{4615D241-3B9E-451F-9CCF-0827BB6DF5C5}"/>
    <dgm:cxn modelId="{97B0C081-8352-4AEE-A145-7914ACFC5C8B}" type="presOf" srcId="{AE0F5396-F708-4F77-B770-397FB7DC7FCD}" destId="{800E640D-0E2E-44E3-8C53-70F42B0CE64E}" srcOrd="0" destOrd="0" presId="urn:microsoft.com/office/officeart/2005/8/layout/chevronAccent+Icon"/>
    <dgm:cxn modelId="{483E218E-8EA4-4E7F-891E-65AEE13945D3}" srcId="{1E380D4C-E9B6-4CE7-AD62-82B644B92B92}" destId="{622D0BB2-A97B-4BEC-AAD9-9EC6D4C871EB}" srcOrd="2" destOrd="0" parTransId="{6DD73D84-28F9-4352-ACCF-FA0327FF10C5}" sibTransId="{D0C6E267-8910-4D7E-929B-24B5E0200D39}"/>
    <dgm:cxn modelId="{C7C1D08E-5494-41F9-825A-12F1D8FC08E1}" type="presOf" srcId="{49C190CB-9ADA-4E4E-9DBA-EF2592FFD534}" destId="{267BE532-6E92-47C8-B800-8BB283B8751A}" srcOrd="0" destOrd="0" presId="urn:microsoft.com/office/officeart/2005/8/layout/chevronAccent+Icon"/>
    <dgm:cxn modelId="{6B57AD91-F25F-4C68-A1B3-030D8E500E15}" type="presOf" srcId="{1E380D4C-E9B6-4CE7-AD62-82B644B92B92}" destId="{D02A4B89-C271-4504-BB86-9E1E90C5986C}" srcOrd="0" destOrd="0" presId="urn:microsoft.com/office/officeart/2005/8/layout/chevronAccent+Icon"/>
    <dgm:cxn modelId="{3DCA49AF-4BAA-48D0-8126-0255B194379B}" type="presOf" srcId="{468BDA86-469B-4337-96BE-FC41AB74C29B}" destId="{55026A8E-3093-4878-881A-377430803B3F}" srcOrd="0" destOrd="0" presId="urn:microsoft.com/office/officeart/2005/8/layout/chevronAccent+Icon"/>
    <dgm:cxn modelId="{805B24D8-7409-4B02-A7AD-5D27A0879E8C}" srcId="{1E380D4C-E9B6-4CE7-AD62-82B644B92B92}" destId="{AE0F5396-F708-4F77-B770-397FB7DC7FCD}" srcOrd="4" destOrd="0" parTransId="{7D3E5A81-9F67-4B1A-AB9F-1947B8C31727}" sibTransId="{904FBBD7-A80D-4361-9A3A-05A83D429E06}"/>
    <dgm:cxn modelId="{1426E3F5-C141-43A8-BF69-F0B958C0F943}" srcId="{1E380D4C-E9B6-4CE7-AD62-82B644B92B92}" destId="{E405D989-0395-4A60-A3D4-FC611F63870B}" srcOrd="0" destOrd="0" parTransId="{22AD386E-6FC7-4FF1-8D0F-F6360E994D22}" sibTransId="{A67C3638-4D1C-4E65-AA23-8CFA7B1603D3}"/>
    <dgm:cxn modelId="{0C43ABF3-7085-476B-8B06-0517D8BE1B0F}" type="presParOf" srcId="{D02A4B89-C271-4504-BB86-9E1E90C5986C}" destId="{B4B08914-968F-4E77-9B50-EAA46FE7BB33}" srcOrd="0" destOrd="0" presId="urn:microsoft.com/office/officeart/2005/8/layout/chevronAccent+Icon"/>
    <dgm:cxn modelId="{0BDB11B9-0A84-476E-9C12-C3C709C4D264}" type="presParOf" srcId="{B4B08914-968F-4E77-9B50-EAA46FE7BB33}" destId="{E09428EF-D4B3-4800-A379-319724667C17}" srcOrd="0" destOrd="0" presId="urn:microsoft.com/office/officeart/2005/8/layout/chevronAccent+Icon"/>
    <dgm:cxn modelId="{17DF26B3-F7BC-44CC-8F48-2D8CCC4D60A5}" type="presParOf" srcId="{B4B08914-968F-4E77-9B50-EAA46FE7BB33}" destId="{3FDC0E17-D4EA-4A78-9526-EFD400F0EDB7}" srcOrd="1" destOrd="0" presId="urn:microsoft.com/office/officeart/2005/8/layout/chevronAccent+Icon"/>
    <dgm:cxn modelId="{6C9B6D36-C860-42CB-BB6D-7CBD207AB47C}" type="presParOf" srcId="{D02A4B89-C271-4504-BB86-9E1E90C5986C}" destId="{92A696BF-932F-4815-BD92-90774F8C06EC}" srcOrd="1" destOrd="0" presId="urn:microsoft.com/office/officeart/2005/8/layout/chevronAccent+Icon"/>
    <dgm:cxn modelId="{F16E02F8-0EBE-4BA4-8DDE-3CA18775B2FD}" type="presParOf" srcId="{D02A4B89-C271-4504-BB86-9E1E90C5986C}" destId="{7518C42C-913B-4704-A792-269AE2CC4FBA}" srcOrd="2" destOrd="0" presId="urn:microsoft.com/office/officeart/2005/8/layout/chevronAccent+Icon"/>
    <dgm:cxn modelId="{5608D0AF-683F-4CB6-8350-3AA4D758D235}" type="presParOf" srcId="{7518C42C-913B-4704-A792-269AE2CC4FBA}" destId="{5AB6E08F-23F3-4DCE-92D7-1EF4E1B21F78}" srcOrd="0" destOrd="0" presId="urn:microsoft.com/office/officeart/2005/8/layout/chevronAccent+Icon"/>
    <dgm:cxn modelId="{B14177A8-3E5F-484E-9F45-17B4A0FB0A10}" type="presParOf" srcId="{7518C42C-913B-4704-A792-269AE2CC4FBA}" destId="{267BE532-6E92-47C8-B800-8BB283B8751A}" srcOrd="1" destOrd="0" presId="urn:microsoft.com/office/officeart/2005/8/layout/chevronAccent+Icon"/>
    <dgm:cxn modelId="{7910053C-9CAC-4C1B-AC5B-ED9646D92B61}" type="presParOf" srcId="{D02A4B89-C271-4504-BB86-9E1E90C5986C}" destId="{FE3C2304-E62B-43F5-BDCC-CBD276789DDB}" srcOrd="3" destOrd="0" presId="urn:microsoft.com/office/officeart/2005/8/layout/chevronAccent+Icon"/>
    <dgm:cxn modelId="{3A4FE2D0-11D3-4A31-87FB-2B83A3B7C91B}" type="presParOf" srcId="{D02A4B89-C271-4504-BB86-9E1E90C5986C}" destId="{35C16029-7BE7-40D6-9927-A2B4AD07DF19}" srcOrd="4" destOrd="0" presId="urn:microsoft.com/office/officeart/2005/8/layout/chevronAccent+Icon"/>
    <dgm:cxn modelId="{9BE0BBC6-8092-4F72-8A3B-180EF527F7DB}" type="presParOf" srcId="{35C16029-7BE7-40D6-9927-A2B4AD07DF19}" destId="{1993239C-C407-44B1-8B77-4AC1565BF980}" srcOrd="0" destOrd="0" presId="urn:microsoft.com/office/officeart/2005/8/layout/chevronAccent+Icon"/>
    <dgm:cxn modelId="{9CBCD483-2841-404A-99B7-E71A20D68E46}" type="presParOf" srcId="{35C16029-7BE7-40D6-9927-A2B4AD07DF19}" destId="{3E5BD6C7-CFFA-4CE9-B59B-4937F93A36C9}" srcOrd="1" destOrd="0" presId="urn:microsoft.com/office/officeart/2005/8/layout/chevronAccent+Icon"/>
    <dgm:cxn modelId="{E4C91135-AD80-4325-BE4C-49B57BF36F19}" type="presParOf" srcId="{D02A4B89-C271-4504-BB86-9E1E90C5986C}" destId="{02478D86-010E-4716-924C-2E75E88C26D5}" srcOrd="5" destOrd="0" presId="urn:microsoft.com/office/officeart/2005/8/layout/chevronAccent+Icon"/>
    <dgm:cxn modelId="{E7760699-DB7A-419C-A36E-30B1AA7BC7A8}" type="presParOf" srcId="{D02A4B89-C271-4504-BB86-9E1E90C5986C}" destId="{7186EE00-F235-4AD9-A92F-F40BA19D9ACC}" srcOrd="6" destOrd="0" presId="urn:microsoft.com/office/officeart/2005/8/layout/chevronAccent+Icon"/>
    <dgm:cxn modelId="{4D29B34B-DA8C-4F3D-9742-AFFB1AA1BF96}" type="presParOf" srcId="{7186EE00-F235-4AD9-A92F-F40BA19D9ACC}" destId="{EB575E9C-BCFD-48FA-B199-FB73F0E5D97C}" srcOrd="0" destOrd="0" presId="urn:microsoft.com/office/officeart/2005/8/layout/chevronAccent+Icon"/>
    <dgm:cxn modelId="{5D6A0C3E-602A-4AB7-97AF-9A8B8C18034D}" type="presParOf" srcId="{7186EE00-F235-4AD9-A92F-F40BA19D9ACC}" destId="{55026A8E-3093-4878-881A-377430803B3F}" srcOrd="1" destOrd="0" presId="urn:microsoft.com/office/officeart/2005/8/layout/chevronAccent+Icon"/>
    <dgm:cxn modelId="{6221D47E-25C7-48E0-8AC8-F7E8F26D2594}" type="presParOf" srcId="{D02A4B89-C271-4504-BB86-9E1E90C5986C}" destId="{AC763C67-06CC-4918-9FB1-FF48E1892604}" srcOrd="7" destOrd="0" presId="urn:microsoft.com/office/officeart/2005/8/layout/chevronAccent+Icon"/>
    <dgm:cxn modelId="{08E0A181-1C0B-46A0-AC33-57CD55AD71CC}" type="presParOf" srcId="{D02A4B89-C271-4504-BB86-9E1E90C5986C}" destId="{5C636FB9-4D19-45EA-8E71-B409C131C200}" srcOrd="8" destOrd="0" presId="urn:microsoft.com/office/officeart/2005/8/layout/chevronAccent+Icon"/>
    <dgm:cxn modelId="{7184CA32-27DF-4F56-B42E-4303B656F030}" type="presParOf" srcId="{5C636FB9-4D19-45EA-8E71-B409C131C200}" destId="{2910945A-2D4D-4E7D-91C5-0E52F8BEF921}" srcOrd="0" destOrd="0" presId="urn:microsoft.com/office/officeart/2005/8/layout/chevronAccent+Icon"/>
    <dgm:cxn modelId="{4F5159ED-9AAB-48D3-B663-31AAD30E3FA2}" type="presParOf" srcId="{5C636FB9-4D19-45EA-8E71-B409C131C200}" destId="{800E640D-0E2E-44E3-8C53-70F42B0CE64E}" srcOrd="1" destOrd="0" presId="urn:microsoft.com/office/officeart/2005/8/layout/chevronAccent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329A70D-A797-4E2E-91C8-1F2CBEE0C40C}" type="doc">
      <dgm:prSet loTypeId="urn:microsoft.com/office/officeart/2005/8/layout/target1" loCatId="relationship" qsTypeId="urn:microsoft.com/office/officeart/2005/8/quickstyle/simple1" qsCatId="simple" csTypeId="urn:microsoft.com/office/officeart/2005/8/colors/accent1_2" csCatId="accent1" phldr="0"/>
      <dgm:spPr/>
    </dgm:pt>
    <dgm:pt modelId="{BAF6E08E-49C1-44DA-8FF2-D2D9A078FBC7}">
      <dgm:prSet phldrT="[Text]" phldr="1"/>
      <dgm:spPr/>
      <dgm:t>
        <a:bodyPr/>
        <a:lstStyle/>
        <a:p>
          <a:endParaRPr lang="en-US" dirty="0">
            <a:solidFill>
              <a:schemeClr val="bg1"/>
            </a:solidFill>
          </a:endParaRPr>
        </a:p>
      </dgm:t>
    </dgm:pt>
    <dgm:pt modelId="{CA6EA932-23CB-4CC1-93FA-68002360FED8}" type="parTrans" cxnId="{D77FAB8A-4FC8-41E5-9036-D160614F906C}">
      <dgm:prSet/>
      <dgm:spPr/>
      <dgm:t>
        <a:bodyPr/>
        <a:lstStyle/>
        <a:p>
          <a:endParaRPr lang="en-US"/>
        </a:p>
      </dgm:t>
    </dgm:pt>
    <dgm:pt modelId="{AA7C5F4D-4225-4B32-8B43-8890D8A7AAC8}" type="sibTrans" cxnId="{D77FAB8A-4FC8-41E5-9036-D160614F906C}">
      <dgm:prSet/>
      <dgm:spPr/>
      <dgm:t>
        <a:bodyPr/>
        <a:lstStyle/>
        <a:p>
          <a:endParaRPr lang="en-US"/>
        </a:p>
      </dgm:t>
    </dgm:pt>
    <dgm:pt modelId="{01D85ED0-8CD7-4D80-957B-64FF066396C1}">
      <dgm:prSet phldrT="[Text]" phldr="1"/>
      <dgm:spPr/>
      <dgm:t>
        <a:bodyPr/>
        <a:lstStyle/>
        <a:p>
          <a:endParaRPr lang="en-US" dirty="0">
            <a:solidFill>
              <a:schemeClr val="bg1"/>
            </a:solidFill>
          </a:endParaRPr>
        </a:p>
      </dgm:t>
    </dgm:pt>
    <dgm:pt modelId="{B570416A-E43A-4641-BF50-F29D4EDE6597}" type="sibTrans" cxnId="{76630300-4442-4CEB-B351-F229C262AA1E}">
      <dgm:prSet/>
      <dgm:spPr/>
      <dgm:t>
        <a:bodyPr/>
        <a:lstStyle/>
        <a:p>
          <a:endParaRPr lang="en-US"/>
        </a:p>
      </dgm:t>
    </dgm:pt>
    <dgm:pt modelId="{D1D17BD7-EB5C-461D-BAC0-AB46858146DA}" type="parTrans" cxnId="{76630300-4442-4CEB-B351-F229C262AA1E}">
      <dgm:prSet/>
      <dgm:spPr/>
      <dgm:t>
        <a:bodyPr/>
        <a:lstStyle/>
        <a:p>
          <a:endParaRPr lang="en-US"/>
        </a:p>
      </dgm:t>
    </dgm:pt>
    <dgm:pt modelId="{B630175A-5799-4BB4-B884-3F8C11CEFB7B}">
      <dgm:prSet phldrT="[Text]" phldr="1"/>
      <dgm:spPr/>
      <dgm:t>
        <a:bodyPr/>
        <a:lstStyle/>
        <a:p>
          <a:endParaRPr lang="en-US" dirty="0">
            <a:solidFill>
              <a:schemeClr val="bg1"/>
            </a:solidFill>
          </a:endParaRPr>
        </a:p>
      </dgm:t>
    </dgm:pt>
    <dgm:pt modelId="{E2BA9BBA-5F83-4E68-B1E6-2BFE31F37E8E}" type="sibTrans" cxnId="{0D1E13B1-5003-4DDA-8C73-1AFD5C5DA431}">
      <dgm:prSet/>
      <dgm:spPr/>
      <dgm:t>
        <a:bodyPr/>
        <a:lstStyle/>
        <a:p>
          <a:endParaRPr lang="en-US"/>
        </a:p>
      </dgm:t>
    </dgm:pt>
    <dgm:pt modelId="{28847680-AC0F-4472-BC90-9248C4C0A887}" type="parTrans" cxnId="{0D1E13B1-5003-4DDA-8C73-1AFD5C5DA431}">
      <dgm:prSet/>
      <dgm:spPr/>
      <dgm:t>
        <a:bodyPr/>
        <a:lstStyle/>
        <a:p>
          <a:endParaRPr lang="en-US"/>
        </a:p>
      </dgm:t>
    </dgm:pt>
    <dgm:pt modelId="{7E18D600-7054-491F-ADE3-5A54DBDAE35F}" type="pres">
      <dgm:prSet presAssocID="{6329A70D-A797-4E2E-91C8-1F2CBEE0C40C}" presName="composite" presStyleCnt="0">
        <dgm:presLayoutVars>
          <dgm:chMax val="5"/>
          <dgm:dir/>
          <dgm:resizeHandles val="exact"/>
        </dgm:presLayoutVars>
      </dgm:prSet>
      <dgm:spPr/>
    </dgm:pt>
    <dgm:pt modelId="{B356DBFF-4948-4AA1-8757-90E7E1578001}" type="pres">
      <dgm:prSet presAssocID="{B630175A-5799-4BB4-B884-3F8C11CEFB7B}" presName="circle1" presStyleLbl="lnNode1" presStyleIdx="0" presStyleCnt="3"/>
      <dgm:spPr>
        <a:solidFill>
          <a:srgbClr val="A9D18E"/>
        </a:solidFill>
        <a:ln>
          <a:solidFill>
            <a:srgbClr val="35874C"/>
          </a:solidFill>
        </a:ln>
      </dgm:spPr>
    </dgm:pt>
    <dgm:pt modelId="{88298A8A-DEAD-4000-B869-0E877F7629A4}" type="pres">
      <dgm:prSet presAssocID="{B630175A-5799-4BB4-B884-3F8C11CEFB7B}" presName="text1" presStyleLbl="revTx" presStyleIdx="0" presStyleCnt="3">
        <dgm:presLayoutVars>
          <dgm:bulletEnabled val="1"/>
        </dgm:presLayoutVars>
      </dgm:prSet>
      <dgm:spPr/>
    </dgm:pt>
    <dgm:pt modelId="{03AC7D29-4CEA-467E-993D-9BC84E3CF226}" type="pres">
      <dgm:prSet presAssocID="{B630175A-5799-4BB4-B884-3F8C11CEFB7B}" presName="line1" presStyleLbl="callout" presStyleIdx="0" presStyleCnt="6"/>
      <dgm:spPr>
        <a:ln>
          <a:noFill/>
        </a:ln>
      </dgm:spPr>
    </dgm:pt>
    <dgm:pt modelId="{C217D2B9-2D96-441E-90D8-549CC0880374}" type="pres">
      <dgm:prSet presAssocID="{B630175A-5799-4BB4-B884-3F8C11CEFB7B}" presName="d1" presStyleLbl="callout" presStyleIdx="1" presStyleCnt="6"/>
      <dgm:spPr>
        <a:ln>
          <a:noFill/>
        </a:ln>
      </dgm:spPr>
    </dgm:pt>
    <dgm:pt modelId="{CCAB9A5C-2B6F-4F61-BD27-2F2D6DDAFBEC}" type="pres">
      <dgm:prSet presAssocID="{01D85ED0-8CD7-4D80-957B-64FF066396C1}" presName="circle2" presStyleLbl="lnNode1" presStyleIdx="1" presStyleCnt="3"/>
      <dgm:spPr>
        <a:solidFill>
          <a:srgbClr val="10924C"/>
        </a:solidFill>
        <a:ln>
          <a:solidFill>
            <a:srgbClr val="42A048"/>
          </a:solidFill>
        </a:ln>
      </dgm:spPr>
    </dgm:pt>
    <dgm:pt modelId="{84D25AF3-DEA9-4E3F-83B8-0447D73182D7}" type="pres">
      <dgm:prSet presAssocID="{01D85ED0-8CD7-4D80-957B-64FF066396C1}" presName="text2" presStyleLbl="revTx" presStyleIdx="1" presStyleCnt="3">
        <dgm:presLayoutVars>
          <dgm:bulletEnabled val="1"/>
        </dgm:presLayoutVars>
      </dgm:prSet>
      <dgm:spPr/>
    </dgm:pt>
    <dgm:pt modelId="{FC1ADCA9-60C2-4DB2-AE1A-32DDEDE86198}" type="pres">
      <dgm:prSet presAssocID="{01D85ED0-8CD7-4D80-957B-64FF066396C1}" presName="line2" presStyleLbl="callout" presStyleIdx="2" presStyleCnt="6"/>
      <dgm:spPr>
        <a:ln>
          <a:noFill/>
        </a:ln>
      </dgm:spPr>
    </dgm:pt>
    <dgm:pt modelId="{16C44E85-6552-437D-AEB5-8C5383216B8B}" type="pres">
      <dgm:prSet presAssocID="{01D85ED0-8CD7-4D80-957B-64FF066396C1}" presName="d2" presStyleLbl="callout" presStyleIdx="3" presStyleCnt="6"/>
      <dgm:spPr>
        <a:ln>
          <a:noFill/>
        </a:ln>
      </dgm:spPr>
    </dgm:pt>
    <dgm:pt modelId="{89B882AB-D219-4476-9F59-FC84383B85F6}" type="pres">
      <dgm:prSet presAssocID="{BAF6E08E-49C1-44DA-8FF2-D2D9A078FBC7}" presName="circle3" presStyleLbl="lnNode1" presStyleIdx="2" presStyleCnt="3"/>
      <dgm:spPr>
        <a:solidFill>
          <a:srgbClr val="35874C"/>
        </a:solidFill>
        <a:ln>
          <a:noFill/>
        </a:ln>
      </dgm:spPr>
    </dgm:pt>
    <dgm:pt modelId="{8BCE0F87-FB31-4151-937A-5CE2E25AB56A}" type="pres">
      <dgm:prSet presAssocID="{BAF6E08E-49C1-44DA-8FF2-D2D9A078FBC7}" presName="text3" presStyleLbl="revTx" presStyleIdx="2" presStyleCnt="3">
        <dgm:presLayoutVars>
          <dgm:bulletEnabled val="1"/>
        </dgm:presLayoutVars>
      </dgm:prSet>
      <dgm:spPr/>
    </dgm:pt>
    <dgm:pt modelId="{CA876EEF-404F-4FE9-A87E-92B8C91291B2}" type="pres">
      <dgm:prSet presAssocID="{BAF6E08E-49C1-44DA-8FF2-D2D9A078FBC7}" presName="line3" presStyleLbl="callout" presStyleIdx="4" presStyleCnt="6"/>
      <dgm:spPr>
        <a:ln>
          <a:noFill/>
        </a:ln>
      </dgm:spPr>
    </dgm:pt>
    <dgm:pt modelId="{8E88EF25-4261-464A-8CB0-27A313CFA958}" type="pres">
      <dgm:prSet presAssocID="{BAF6E08E-49C1-44DA-8FF2-D2D9A078FBC7}" presName="d3" presStyleLbl="callout" presStyleIdx="5" presStyleCnt="6"/>
      <dgm:spPr>
        <a:ln>
          <a:noFill/>
        </a:ln>
      </dgm:spPr>
    </dgm:pt>
  </dgm:ptLst>
  <dgm:cxnLst>
    <dgm:cxn modelId="{76630300-4442-4CEB-B351-F229C262AA1E}" srcId="{6329A70D-A797-4E2E-91C8-1F2CBEE0C40C}" destId="{01D85ED0-8CD7-4D80-957B-64FF066396C1}" srcOrd="1" destOrd="0" parTransId="{D1D17BD7-EB5C-461D-BAC0-AB46858146DA}" sibTransId="{B570416A-E43A-4641-BF50-F29D4EDE6597}"/>
    <dgm:cxn modelId="{9CD32C35-0970-47A8-984F-0853D7D7B345}" type="presOf" srcId="{B630175A-5799-4BB4-B884-3F8C11CEFB7B}" destId="{88298A8A-DEAD-4000-B869-0E877F7629A4}" srcOrd="0" destOrd="0" presId="urn:microsoft.com/office/officeart/2005/8/layout/target1"/>
    <dgm:cxn modelId="{15050052-CDBB-4A63-8F7E-A1D7FEAC8863}" type="presOf" srcId="{01D85ED0-8CD7-4D80-957B-64FF066396C1}" destId="{84D25AF3-DEA9-4E3F-83B8-0447D73182D7}" srcOrd="0" destOrd="0" presId="urn:microsoft.com/office/officeart/2005/8/layout/target1"/>
    <dgm:cxn modelId="{D77FAB8A-4FC8-41E5-9036-D160614F906C}" srcId="{6329A70D-A797-4E2E-91C8-1F2CBEE0C40C}" destId="{BAF6E08E-49C1-44DA-8FF2-D2D9A078FBC7}" srcOrd="2" destOrd="0" parTransId="{CA6EA932-23CB-4CC1-93FA-68002360FED8}" sibTransId="{AA7C5F4D-4225-4B32-8B43-8890D8A7AAC8}"/>
    <dgm:cxn modelId="{D515678D-7328-4A68-A48A-B8E835794F62}" type="presOf" srcId="{BAF6E08E-49C1-44DA-8FF2-D2D9A078FBC7}" destId="{8BCE0F87-FB31-4151-937A-5CE2E25AB56A}" srcOrd="0" destOrd="0" presId="urn:microsoft.com/office/officeart/2005/8/layout/target1"/>
    <dgm:cxn modelId="{0D1E13B1-5003-4DDA-8C73-1AFD5C5DA431}" srcId="{6329A70D-A797-4E2E-91C8-1F2CBEE0C40C}" destId="{B630175A-5799-4BB4-B884-3F8C11CEFB7B}" srcOrd="0" destOrd="0" parTransId="{28847680-AC0F-4472-BC90-9248C4C0A887}" sibTransId="{E2BA9BBA-5F83-4E68-B1E6-2BFE31F37E8E}"/>
    <dgm:cxn modelId="{8C3B45F4-AAAD-4D34-8FFF-8C3DF1DB3673}" type="presOf" srcId="{6329A70D-A797-4E2E-91C8-1F2CBEE0C40C}" destId="{7E18D600-7054-491F-ADE3-5A54DBDAE35F}" srcOrd="0" destOrd="0" presId="urn:microsoft.com/office/officeart/2005/8/layout/target1"/>
    <dgm:cxn modelId="{E0C799E6-6472-4009-839F-0CBD5F8448E7}" type="presParOf" srcId="{7E18D600-7054-491F-ADE3-5A54DBDAE35F}" destId="{B356DBFF-4948-4AA1-8757-90E7E1578001}" srcOrd="0" destOrd="0" presId="urn:microsoft.com/office/officeart/2005/8/layout/target1"/>
    <dgm:cxn modelId="{45C82529-9F95-4151-987F-8464D0BA82E1}" type="presParOf" srcId="{7E18D600-7054-491F-ADE3-5A54DBDAE35F}" destId="{88298A8A-DEAD-4000-B869-0E877F7629A4}" srcOrd="1" destOrd="0" presId="urn:microsoft.com/office/officeart/2005/8/layout/target1"/>
    <dgm:cxn modelId="{ABF66216-124C-4702-96AE-71572CAB9B87}" type="presParOf" srcId="{7E18D600-7054-491F-ADE3-5A54DBDAE35F}" destId="{03AC7D29-4CEA-467E-993D-9BC84E3CF226}" srcOrd="2" destOrd="0" presId="urn:microsoft.com/office/officeart/2005/8/layout/target1"/>
    <dgm:cxn modelId="{DE66FABC-74FF-4993-AFB1-46C258D0DEF7}" type="presParOf" srcId="{7E18D600-7054-491F-ADE3-5A54DBDAE35F}" destId="{C217D2B9-2D96-441E-90D8-549CC0880374}" srcOrd="3" destOrd="0" presId="urn:microsoft.com/office/officeart/2005/8/layout/target1"/>
    <dgm:cxn modelId="{39C26FBC-F23B-401C-8ADC-45234F41B607}" type="presParOf" srcId="{7E18D600-7054-491F-ADE3-5A54DBDAE35F}" destId="{CCAB9A5C-2B6F-4F61-BD27-2F2D6DDAFBEC}" srcOrd="4" destOrd="0" presId="urn:microsoft.com/office/officeart/2005/8/layout/target1"/>
    <dgm:cxn modelId="{B7CD2588-D33A-49D3-848D-15B6D90DD24E}" type="presParOf" srcId="{7E18D600-7054-491F-ADE3-5A54DBDAE35F}" destId="{84D25AF3-DEA9-4E3F-83B8-0447D73182D7}" srcOrd="5" destOrd="0" presId="urn:microsoft.com/office/officeart/2005/8/layout/target1"/>
    <dgm:cxn modelId="{B30E7AB9-2D94-4EC8-B617-3E894F30F2AB}" type="presParOf" srcId="{7E18D600-7054-491F-ADE3-5A54DBDAE35F}" destId="{FC1ADCA9-60C2-4DB2-AE1A-32DDEDE86198}" srcOrd="6" destOrd="0" presId="urn:microsoft.com/office/officeart/2005/8/layout/target1"/>
    <dgm:cxn modelId="{59403E7C-3100-4D60-9881-33BAA32A6431}" type="presParOf" srcId="{7E18D600-7054-491F-ADE3-5A54DBDAE35F}" destId="{16C44E85-6552-437D-AEB5-8C5383216B8B}" srcOrd="7" destOrd="0" presId="urn:microsoft.com/office/officeart/2005/8/layout/target1"/>
    <dgm:cxn modelId="{A992D294-DE84-4B73-AE14-AF38651A0AF9}" type="presParOf" srcId="{7E18D600-7054-491F-ADE3-5A54DBDAE35F}" destId="{89B882AB-D219-4476-9F59-FC84383B85F6}" srcOrd="8" destOrd="0" presId="urn:microsoft.com/office/officeart/2005/8/layout/target1"/>
    <dgm:cxn modelId="{5361FFCF-3E2C-4E20-BFC7-7C4617A8480A}" type="presParOf" srcId="{7E18D600-7054-491F-ADE3-5A54DBDAE35F}" destId="{8BCE0F87-FB31-4151-937A-5CE2E25AB56A}" srcOrd="9" destOrd="0" presId="urn:microsoft.com/office/officeart/2005/8/layout/target1"/>
    <dgm:cxn modelId="{C3BA0037-497B-4F2A-87EF-B71BC8F9DCC6}" type="presParOf" srcId="{7E18D600-7054-491F-ADE3-5A54DBDAE35F}" destId="{CA876EEF-404F-4FE9-A87E-92B8C91291B2}" srcOrd="10" destOrd="0" presId="urn:microsoft.com/office/officeart/2005/8/layout/target1"/>
    <dgm:cxn modelId="{1AACC720-F402-496B-A1FF-CFE9BBB720E2}" type="presParOf" srcId="{7E18D600-7054-491F-ADE3-5A54DBDAE35F}" destId="{8E88EF25-4261-464A-8CB0-27A313CFA958}" srcOrd="11" destOrd="0" presId="urn:microsoft.com/office/officeart/2005/8/layout/target1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B4D949F-E7DB-4FA6-9528-F797C072EA4B}" type="doc">
      <dgm:prSet loTypeId="urn:microsoft.com/office/officeart/2005/8/layout/radial3" loCatId="relationship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DB2845D-307F-4421-B539-E7B5D07AAB0A}">
      <dgm:prSet phldrT="[Text]" custT="1"/>
      <dgm:spPr/>
      <dgm:t>
        <a:bodyPr/>
        <a:lstStyle/>
        <a:p>
          <a:r>
            <a:rPr lang="en-US" sz="2800" b="1" dirty="0"/>
            <a:t>QUỸ ĐẦU TƯ CHỨNG KHOÁN</a:t>
          </a:r>
        </a:p>
      </dgm:t>
    </dgm:pt>
    <dgm:pt modelId="{A07E32C4-324C-4369-B4DD-95DE06D62B73}" type="parTrans" cxnId="{92E1FCF9-96B7-49DC-94BC-9860419F802E}">
      <dgm:prSet/>
      <dgm:spPr/>
      <dgm:t>
        <a:bodyPr/>
        <a:lstStyle/>
        <a:p>
          <a:endParaRPr lang="en-US"/>
        </a:p>
      </dgm:t>
    </dgm:pt>
    <dgm:pt modelId="{5476F46E-1A5A-455A-88E5-3C66BE749DBE}" type="sibTrans" cxnId="{92E1FCF9-96B7-49DC-94BC-9860419F802E}">
      <dgm:prSet/>
      <dgm:spPr/>
      <dgm:t>
        <a:bodyPr/>
        <a:lstStyle/>
        <a:p>
          <a:endParaRPr lang="en-US"/>
        </a:p>
      </dgm:t>
    </dgm:pt>
    <dgm:pt modelId="{E572529B-A68E-4483-98C0-B08FD69ED1F1}">
      <dgm:prSet phldrT="[Text]"/>
      <dgm:spPr/>
      <dgm:t>
        <a:bodyPr/>
        <a:lstStyle/>
        <a:p>
          <a:r>
            <a:rPr lang="en-US" dirty="0"/>
            <a:t>NHÀ ĐẦU TƯ</a:t>
          </a:r>
        </a:p>
      </dgm:t>
    </dgm:pt>
    <dgm:pt modelId="{034F418E-F21C-413E-B18E-02B396E2A022}" type="parTrans" cxnId="{971CA769-5DA6-4E8B-9428-81409E74C585}">
      <dgm:prSet/>
      <dgm:spPr/>
      <dgm:t>
        <a:bodyPr/>
        <a:lstStyle/>
        <a:p>
          <a:endParaRPr lang="en-US"/>
        </a:p>
      </dgm:t>
    </dgm:pt>
    <dgm:pt modelId="{76848FCA-31B3-413F-9059-F20823C24C39}" type="sibTrans" cxnId="{971CA769-5DA6-4E8B-9428-81409E74C585}">
      <dgm:prSet/>
      <dgm:spPr/>
      <dgm:t>
        <a:bodyPr/>
        <a:lstStyle/>
        <a:p>
          <a:endParaRPr lang="en-US"/>
        </a:p>
      </dgm:t>
    </dgm:pt>
    <dgm:pt modelId="{DA669352-8192-4F0E-BACF-23D69612EEE6}">
      <dgm:prSet phldrT="[Text]"/>
      <dgm:spPr/>
      <dgm:t>
        <a:bodyPr/>
        <a:lstStyle/>
        <a:p>
          <a:r>
            <a:rPr lang="en-US" dirty="0"/>
            <a:t>NGÂN HÀNG GIÁM SÁT</a:t>
          </a:r>
        </a:p>
      </dgm:t>
    </dgm:pt>
    <dgm:pt modelId="{2BD43E7A-DF7C-4F3E-86C9-50E7D17F068D}" type="parTrans" cxnId="{FC42B56B-9642-4AB6-BEA5-E29F9CC4A5C1}">
      <dgm:prSet/>
      <dgm:spPr/>
      <dgm:t>
        <a:bodyPr/>
        <a:lstStyle/>
        <a:p>
          <a:endParaRPr lang="en-US"/>
        </a:p>
      </dgm:t>
    </dgm:pt>
    <dgm:pt modelId="{084AAD65-A3A8-402C-B0EB-AAC32F9884E2}" type="sibTrans" cxnId="{FC42B56B-9642-4AB6-BEA5-E29F9CC4A5C1}">
      <dgm:prSet/>
      <dgm:spPr/>
      <dgm:t>
        <a:bodyPr/>
        <a:lstStyle/>
        <a:p>
          <a:endParaRPr lang="en-US"/>
        </a:p>
      </dgm:t>
    </dgm:pt>
    <dgm:pt modelId="{E757561E-F6C0-49DC-A3F0-3EF35B2277BB}">
      <dgm:prSet phldrT="[Text]"/>
      <dgm:spPr/>
      <dgm:t>
        <a:bodyPr/>
        <a:lstStyle/>
        <a:p>
          <a:r>
            <a:rPr lang="en-US" b="1" dirty="0"/>
            <a:t>CƠ CẤU TỔ CHỨC CƠ BẢN</a:t>
          </a:r>
        </a:p>
      </dgm:t>
    </dgm:pt>
    <dgm:pt modelId="{230ECDC6-4159-43AB-9A87-78E5F17CDC86}" type="parTrans" cxnId="{30EC7781-E38A-4C74-B7AE-80EE24CC5211}">
      <dgm:prSet/>
      <dgm:spPr/>
      <dgm:t>
        <a:bodyPr/>
        <a:lstStyle/>
        <a:p>
          <a:endParaRPr lang="en-US"/>
        </a:p>
      </dgm:t>
    </dgm:pt>
    <dgm:pt modelId="{E8252DE9-0314-4BC8-8C32-9E6CABE45DAB}" type="sibTrans" cxnId="{30EC7781-E38A-4C74-B7AE-80EE24CC5211}">
      <dgm:prSet/>
      <dgm:spPr/>
      <dgm:t>
        <a:bodyPr/>
        <a:lstStyle/>
        <a:p>
          <a:endParaRPr lang="en-US"/>
        </a:p>
      </dgm:t>
    </dgm:pt>
    <dgm:pt modelId="{284E3F5A-9421-429E-B66C-AA611C8E6E89}">
      <dgm:prSet phldrT="[Text]"/>
      <dgm:spPr/>
      <dgm:t>
        <a:bodyPr/>
        <a:lstStyle/>
        <a:p>
          <a:r>
            <a:rPr lang="en-US" dirty="0"/>
            <a:t>CÔNG TY QUẢN LÝ QUỸ</a:t>
          </a:r>
        </a:p>
      </dgm:t>
    </dgm:pt>
    <dgm:pt modelId="{694851DD-FCE2-40FE-9A0E-2608492C6450}" type="parTrans" cxnId="{CBDA4684-DF3A-49C1-9B42-FC6B7CC9E98D}">
      <dgm:prSet/>
      <dgm:spPr/>
      <dgm:t>
        <a:bodyPr/>
        <a:lstStyle/>
        <a:p>
          <a:endParaRPr lang="en-US"/>
        </a:p>
      </dgm:t>
    </dgm:pt>
    <dgm:pt modelId="{F5F15230-A3A1-477F-AE77-DDA853518300}" type="sibTrans" cxnId="{CBDA4684-DF3A-49C1-9B42-FC6B7CC9E98D}">
      <dgm:prSet/>
      <dgm:spPr/>
      <dgm:t>
        <a:bodyPr/>
        <a:lstStyle/>
        <a:p>
          <a:endParaRPr lang="en-US"/>
        </a:p>
      </dgm:t>
    </dgm:pt>
    <dgm:pt modelId="{689DD54D-6C93-4E05-B46B-16DB7C905D73}" type="pres">
      <dgm:prSet presAssocID="{4B4D949F-E7DB-4FA6-9528-F797C072EA4B}" presName="composite" presStyleCnt="0">
        <dgm:presLayoutVars>
          <dgm:chMax val="1"/>
          <dgm:dir/>
          <dgm:resizeHandles val="exact"/>
        </dgm:presLayoutVars>
      </dgm:prSet>
      <dgm:spPr/>
    </dgm:pt>
    <dgm:pt modelId="{D5CC04BE-709D-482A-9BDF-547D3396B969}" type="pres">
      <dgm:prSet presAssocID="{4B4D949F-E7DB-4FA6-9528-F797C072EA4B}" presName="radial" presStyleCnt="0">
        <dgm:presLayoutVars>
          <dgm:animLvl val="ctr"/>
        </dgm:presLayoutVars>
      </dgm:prSet>
      <dgm:spPr/>
    </dgm:pt>
    <dgm:pt modelId="{05D055DF-FD7B-494C-9F81-983464EB7394}" type="pres">
      <dgm:prSet presAssocID="{DDB2845D-307F-4421-B539-E7B5D07AAB0A}" presName="centerShape" presStyleLbl="vennNode1" presStyleIdx="0" presStyleCnt="5"/>
      <dgm:spPr/>
    </dgm:pt>
    <dgm:pt modelId="{AD0F11C9-8AD2-4C25-97F3-E3049784EA9E}" type="pres">
      <dgm:prSet presAssocID="{E572529B-A68E-4483-98C0-B08FD69ED1F1}" presName="node" presStyleLbl="vennNode1" presStyleIdx="1" presStyleCnt="5">
        <dgm:presLayoutVars>
          <dgm:bulletEnabled val="1"/>
        </dgm:presLayoutVars>
      </dgm:prSet>
      <dgm:spPr/>
    </dgm:pt>
    <dgm:pt modelId="{F494806C-E632-4465-A2E4-39A81A294F64}" type="pres">
      <dgm:prSet presAssocID="{DA669352-8192-4F0E-BACF-23D69612EEE6}" presName="node" presStyleLbl="vennNode1" presStyleIdx="2" presStyleCnt="5">
        <dgm:presLayoutVars>
          <dgm:bulletEnabled val="1"/>
        </dgm:presLayoutVars>
      </dgm:prSet>
      <dgm:spPr/>
    </dgm:pt>
    <dgm:pt modelId="{E030DF32-8E6D-49AF-8E0E-CE5080ABC319}" type="pres">
      <dgm:prSet presAssocID="{E757561E-F6C0-49DC-A3F0-3EF35B2277BB}" presName="node" presStyleLbl="vennNode1" presStyleIdx="3" presStyleCnt="5" custScaleX="204280" custScaleY="61127" custRadScaleRad="136351" custRadScaleInc="44359">
        <dgm:presLayoutVars>
          <dgm:bulletEnabled val="1"/>
        </dgm:presLayoutVars>
      </dgm:prSet>
      <dgm:spPr>
        <a:prstGeom prst="roundRect">
          <a:avLst/>
        </a:prstGeom>
      </dgm:spPr>
    </dgm:pt>
    <dgm:pt modelId="{0AECFD49-8D3A-4A68-A2F3-D2C1EAD450D4}" type="pres">
      <dgm:prSet presAssocID="{284E3F5A-9421-429E-B66C-AA611C8E6E89}" presName="node" presStyleLbl="vennNode1" presStyleIdx="4" presStyleCnt="5">
        <dgm:presLayoutVars>
          <dgm:bulletEnabled val="1"/>
        </dgm:presLayoutVars>
      </dgm:prSet>
      <dgm:spPr/>
    </dgm:pt>
  </dgm:ptLst>
  <dgm:cxnLst>
    <dgm:cxn modelId="{57E88101-24B8-4E34-9278-485C1EB6A546}" type="presOf" srcId="{E572529B-A68E-4483-98C0-B08FD69ED1F1}" destId="{AD0F11C9-8AD2-4C25-97F3-E3049784EA9E}" srcOrd="0" destOrd="0" presId="urn:microsoft.com/office/officeart/2005/8/layout/radial3"/>
    <dgm:cxn modelId="{506D3813-DF0B-4B85-8FA7-5D3A8C7FB4E7}" type="presOf" srcId="{4B4D949F-E7DB-4FA6-9528-F797C072EA4B}" destId="{689DD54D-6C93-4E05-B46B-16DB7C905D73}" srcOrd="0" destOrd="0" presId="urn:microsoft.com/office/officeart/2005/8/layout/radial3"/>
    <dgm:cxn modelId="{0C1F4536-3DEC-410C-A7DF-3B6716208F7D}" type="presOf" srcId="{DA669352-8192-4F0E-BACF-23D69612EEE6}" destId="{F494806C-E632-4465-A2E4-39A81A294F64}" srcOrd="0" destOrd="0" presId="urn:microsoft.com/office/officeart/2005/8/layout/radial3"/>
    <dgm:cxn modelId="{971CA769-5DA6-4E8B-9428-81409E74C585}" srcId="{DDB2845D-307F-4421-B539-E7B5D07AAB0A}" destId="{E572529B-A68E-4483-98C0-B08FD69ED1F1}" srcOrd="0" destOrd="0" parTransId="{034F418E-F21C-413E-B18E-02B396E2A022}" sibTransId="{76848FCA-31B3-413F-9059-F20823C24C39}"/>
    <dgm:cxn modelId="{FC42B56B-9642-4AB6-BEA5-E29F9CC4A5C1}" srcId="{DDB2845D-307F-4421-B539-E7B5D07AAB0A}" destId="{DA669352-8192-4F0E-BACF-23D69612EEE6}" srcOrd="1" destOrd="0" parTransId="{2BD43E7A-DF7C-4F3E-86C9-50E7D17F068D}" sibTransId="{084AAD65-A3A8-402C-B0EB-AAC32F9884E2}"/>
    <dgm:cxn modelId="{30EC7781-E38A-4C74-B7AE-80EE24CC5211}" srcId="{DDB2845D-307F-4421-B539-E7B5D07AAB0A}" destId="{E757561E-F6C0-49DC-A3F0-3EF35B2277BB}" srcOrd="2" destOrd="0" parTransId="{230ECDC6-4159-43AB-9A87-78E5F17CDC86}" sibTransId="{E8252DE9-0314-4BC8-8C32-9E6CABE45DAB}"/>
    <dgm:cxn modelId="{CBDA4684-DF3A-49C1-9B42-FC6B7CC9E98D}" srcId="{DDB2845D-307F-4421-B539-E7B5D07AAB0A}" destId="{284E3F5A-9421-429E-B66C-AA611C8E6E89}" srcOrd="3" destOrd="0" parTransId="{694851DD-FCE2-40FE-9A0E-2608492C6450}" sibTransId="{F5F15230-A3A1-477F-AE77-DDA853518300}"/>
    <dgm:cxn modelId="{45769785-A0B1-40CE-880C-8189B48B66E9}" type="presOf" srcId="{284E3F5A-9421-429E-B66C-AA611C8E6E89}" destId="{0AECFD49-8D3A-4A68-A2F3-D2C1EAD450D4}" srcOrd="0" destOrd="0" presId="urn:microsoft.com/office/officeart/2005/8/layout/radial3"/>
    <dgm:cxn modelId="{6FC976C3-93A6-4638-BFD6-A952F01AE95A}" type="presOf" srcId="{DDB2845D-307F-4421-B539-E7B5D07AAB0A}" destId="{05D055DF-FD7B-494C-9F81-983464EB7394}" srcOrd="0" destOrd="0" presId="urn:microsoft.com/office/officeart/2005/8/layout/radial3"/>
    <dgm:cxn modelId="{2769FEE3-FCFE-477C-9CBA-FDF1B9682AD8}" type="presOf" srcId="{E757561E-F6C0-49DC-A3F0-3EF35B2277BB}" destId="{E030DF32-8E6D-49AF-8E0E-CE5080ABC319}" srcOrd="0" destOrd="0" presId="urn:microsoft.com/office/officeart/2005/8/layout/radial3"/>
    <dgm:cxn modelId="{92E1FCF9-96B7-49DC-94BC-9860419F802E}" srcId="{4B4D949F-E7DB-4FA6-9528-F797C072EA4B}" destId="{DDB2845D-307F-4421-B539-E7B5D07AAB0A}" srcOrd="0" destOrd="0" parTransId="{A07E32C4-324C-4369-B4DD-95DE06D62B73}" sibTransId="{5476F46E-1A5A-455A-88E5-3C66BE749DBE}"/>
    <dgm:cxn modelId="{9D2AE3B2-1B15-4E87-A088-A00C333196FA}" type="presParOf" srcId="{689DD54D-6C93-4E05-B46B-16DB7C905D73}" destId="{D5CC04BE-709D-482A-9BDF-547D3396B969}" srcOrd="0" destOrd="0" presId="urn:microsoft.com/office/officeart/2005/8/layout/radial3"/>
    <dgm:cxn modelId="{77034757-4CF9-4AE5-B6DC-B23EBC42C234}" type="presParOf" srcId="{D5CC04BE-709D-482A-9BDF-547D3396B969}" destId="{05D055DF-FD7B-494C-9F81-983464EB7394}" srcOrd="0" destOrd="0" presId="urn:microsoft.com/office/officeart/2005/8/layout/radial3"/>
    <dgm:cxn modelId="{358E1E3D-DA95-4883-A1BC-60FDFD65DBF0}" type="presParOf" srcId="{D5CC04BE-709D-482A-9BDF-547D3396B969}" destId="{AD0F11C9-8AD2-4C25-97F3-E3049784EA9E}" srcOrd="1" destOrd="0" presId="urn:microsoft.com/office/officeart/2005/8/layout/radial3"/>
    <dgm:cxn modelId="{F791D1CF-DE10-4DA7-B2CD-6D27BD65CF59}" type="presParOf" srcId="{D5CC04BE-709D-482A-9BDF-547D3396B969}" destId="{F494806C-E632-4465-A2E4-39A81A294F64}" srcOrd="2" destOrd="0" presId="urn:microsoft.com/office/officeart/2005/8/layout/radial3"/>
    <dgm:cxn modelId="{86EECB02-6A0F-45C6-9BDD-843B944BEC62}" type="presParOf" srcId="{D5CC04BE-709D-482A-9BDF-547D3396B969}" destId="{E030DF32-8E6D-49AF-8E0E-CE5080ABC319}" srcOrd="3" destOrd="0" presId="urn:microsoft.com/office/officeart/2005/8/layout/radial3"/>
    <dgm:cxn modelId="{303DEDAE-7E0A-4469-B4F8-4DF152924217}" type="presParOf" srcId="{D5CC04BE-709D-482A-9BDF-547D3396B969}" destId="{0AECFD49-8D3A-4A68-A2F3-D2C1EAD450D4}" srcOrd="4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2D0C201-49EB-4213-B293-A7285050843E}" type="doc">
      <dgm:prSet loTypeId="urn:microsoft.com/office/officeart/2005/8/layout/v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B1B2B7E-461F-4636-89E7-32C22C147A2F}">
      <dgm:prSet phldrT="[Text]" custT="1"/>
      <dgm:spPr>
        <a:solidFill>
          <a:srgbClr val="35874C"/>
        </a:solidFill>
      </dgm:spPr>
      <dgm:t>
        <a:bodyPr/>
        <a:lstStyle/>
        <a:p>
          <a:r>
            <a:rPr lang="en-US" sz="2400" b="1" dirty="0" err="1"/>
            <a:t>LƯU</a:t>
          </a:r>
          <a:r>
            <a:rPr lang="en-US" sz="2400" b="1" dirty="0"/>
            <a:t> </a:t>
          </a:r>
          <a:r>
            <a:rPr lang="en-US" sz="2400" b="1" dirty="0" err="1"/>
            <a:t>KÝ</a:t>
          </a:r>
          <a:r>
            <a:rPr lang="en-US" sz="2400" b="1" dirty="0"/>
            <a:t>, </a:t>
          </a:r>
          <a:r>
            <a:rPr lang="en-US" sz="2400" b="1" dirty="0" err="1"/>
            <a:t>BẢO</a:t>
          </a:r>
          <a:r>
            <a:rPr lang="en-US" sz="2400" b="1" dirty="0"/>
            <a:t> </a:t>
          </a:r>
          <a:r>
            <a:rPr lang="en-US" sz="2400" b="1" dirty="0" err="1"/>
            <a:t>QUẢN</a:t>
          </a:r>
          <a:r>
            <a:rPr lang="en-US" sz="2400" b="1" dirty="0"/>
            <a:t> </a:t>
          </a:r>
          <a:r>
            <a:rPr lang="en-US" sz="2400" b="1" dirty="0" err="1"/>
            <a:t>TÀI</a:t>
          </a:r>
          <a:r>
            <a:rPr lang="en-US" sz="2400" b="1" dirty="0"/>
            <a:t> </a:t>
          </a:r>
          <a:r>
            <a:rPr lang="en-US" sz="2400" b="1" dirty="0" err="1"/>
            <a:t>SẢN</a:t>
          </a:r>
          <a:endParaRPr lang="en-US" sz="2400" b="1" dirty="0"/>
        </a:p>
      </dgm:t>
    </dgm:pt>
    <dgm:pt modelId="{1EC8A338-5ACC-4BE6-BD4B-B795A52FBE41}" type="parTrans" cxnId="{F17FB8AB-9108-4B08-B92D-66A0ADA13A43}">
      <dgm:prSet/>
      <dgm:spPr/>
      <dgm:t>
        <a:bodyPr/>
        <a:lstStyle/>
        <a:p>
          <a:endParaRPr lang="en-US"/>
        </a:p>
      </dgm:t>
    </dgm:pt>
    <dgm:pt modelId="{95AC7CA6-A57F-46FE-A4CC-77B7C561F660}" type="sibTrans" cxnId="{F17FB8AB-9108-4B08-B92D-66A0ADA13A43}">
      <dgm:prSet/>
      <dgm:spPr/>
      <dgm:t>
        <a:bodyPr/>
        <a:lstStyle/>
        <a:p>
          <a:endParaRPr lang="en-US"/>
        </a:p>
      </dgm:t>
    </dgm:pt>
    <dgm:pt modelId="{C681BB0D-FF73-4577-BA37-425063159D27}">
      <dgm:prSet phldrT="[Text]" custT="1"/>
      <dgm:spPr>
        <a:solidFill>
          <a:schemeClr val="accent6">
            <a:lumMod val="40000"/>
            <a:lumOff val="60000"/>
            <a:alpha val="90000"/>
          </a:schemeClr>
        </a:solidFill>
        <a:ln>
          <a:noFill/>
        </a:ln>
      </dgm:spPr>
      <dgm:t>
        <a:bodyPr anchor="ctr"/>
        <a:lstStyle/>
        <a:p>
          <a:r>
            <a:rPr lang="en-US" sz="1800" dirty="0" err="1"/>
            <a:t>Lưu</a:t>
          </a:r>
          <a:r>
            <a:rPr lang="en-US" sz="1800" dirty="0"/>
            <a:t> </a:t>
          </a:r>
          <a:r>
            <a:rPr lang="en-US" sz="1800" dirty="0" err="1"/>
            <a:t>ký</a:t>
          </a:r>
          <a:r>
            <a:rPr lang="en-US" sz="1800" dirty="0"/>
            <a:t>, </a:t>
          </a:r>
          <a:r>
            <a:rPr lang="en-US" sz="1800" dirty="0" err="1"/>
            <a:t>bảo</a:t>
          </a:r>
          <a:r>
            <a:rPr lang="en-US" sz="1800" dirty="0"/>
            <a:t> </a:t>
          </a:r>
          <a:r>
            <a:rPr lang="en-US" sz="1800" dirty="0" err="1"/>
            <a:t>quản</a:t>
          </a:r>
          <a:r>
            <a:rPr lang="en-US" sz="1800" dirty="0"/>
            <a:t> </a:t>
          </a:r>
          <a:r>
            <a:rPr lang="en-US" sz="1800" dirty="0" err="1"/>
            <a:t>tài</a:t>
          </a:r>
          <a:r>
            <a:rPr lang="en-US" sz="1800" dirty="0"/>
            <a:t> </a:t>
          </a:r>
          <a:r>
            <a:rPr lang="en-US" sz="1800" dirty="0" err="1"/>
            <a:t>sản</a:t>
          </a:r>
          <a:r>
            <a:rPr lang="en-US" sz="1800" dirty="0"/>
            <a:t>/ </a:t>
          </a:r>
          <a:r>
            <a:rPr lang="en-US" sz="1800" dirty="0" err="1"/>
            <a:t>giấy</a:t>
          </a:r>
          <a:r>
            <a:rPr lang="en-US" sz="1800" dirty="0"/>
            <a:t> </a:t>
          </a:r>
          <a:r>
            <a:rPr lang="en-US" sz="1800" dirty="0" err="1"/>
            <a:t>tờ</a:t>
          </a:r>
          <a:r>
            <a:rPr lang="en-US" sz="1800" dirty="0"/>
            <a:t> </a:t>
          </a:r>
          <a:r>
            <a:rPr lang="en-US" sz="1800" dirty="0" err="1"/>
            <a:t>hợp</a:t>
          </a:r>
          <a:r>
            <a:rPr lang="en-US" sz="1800" dirty="0"/>
            <a:t> </a:t>
          </a:r>
          <a:r>
            <a:rPr lang="en-US" sz="1800" dirty="0" err="1"/>
            <a:t>pháp</a:t>
          </a:r>
          <a:r>
            <a:rPr lang="en-US" sz="1800" dirty="0"/>
            <a:t> </a:t>
          </a:r>
          <a:r>
            <a:rPr lang="en-US" sz="1800" dirty="0" err="1"/>
            <a:t>chứng</a:t>
          </a:r>
          <a:r>
            <a:rPr lang="en-US" sz="1800" dirty="0"/>
            <a:t> minh </a:t>
          </a:r>
          <a:r>
            <a:rPr lang="en-US" sz="1800" dirty="0" err="1"/>
            <a:t>quyền</a:t>
          </a:r>
          <a:r>
            <a:rPr lang="en-US" sz="1800" dirty="0"/>
            <a:t> </a:t>
          </a:r>
          <a:r>
            <a:rPr lang="en-US" sz="1800" dirty="0" err="1"/>
            <a:t>sở</a:t>
          </a:r>
          <a:r>
            <a:rPr lang="en-US" sz="1800" dirty="0"/>
            <a:t> </a:t>
          </a:r>
          <a:r>
            <a:rPr lang="en-US" sz="1800" dirty="0" err="1"/>
            <a:t>hữu</a:t>
          </a:r>
          <a:r>
            <a:rPr lang="en-US" sz="1800" dirty="0"/>
            <a:t> </a:t>
          </a:r>
          <a:r>
            <a:rPr lang="en-US" sz="1800" dirty="0" err="1"/>
            <a:t>tài</a:t>
          </a:r>
          <a:r>
            <a:rPr lang="en-US" sz="1800" dirty="0"/>
            <a:t> </a:t>
          </a:r>
          <a:r>
            <a:rPr lang="en-US" sz="1800" dirty="0" err="1"/>
            <a:t>sản</a:t>
          </a:r>
          <a:r>
            <a:rPr lang="en-US" sz="1800" dirty="0"/>
            <a:t> </a:t>
          </a:r>
          <a:r>
            <a:rPr lang="en-US" sz="1800" dirty="0" err="1"/>
            <a:t>của</a:t>
          </a:r>
          <a:r>
            <a:rPr lang="en-US" sz="1800" dirty="0"/>
            <a:t> </a:t>
          </a:r>
          <a:r>
            <a:rPr lang="en-US" sz="1800" dirty="0" err="1"/>
            <a:t>quỹ</a:t>
          </a:r>
          <a:endParaRPr lang="en-US" sz="1800" dirty="0"/>
        </a:p>
      </dgm:t>
    </dgm:pt>
    <dgm:pt modelId="{AD3C80A8-B292-4770-B618-BFCFDAFFE652}" type="parTrans" cxnId="{86357D5E-3A98-49D7-9F76-44F6C0D7CC20}">
      <dgm:prSet/>
      <dgm:spPr/>
      <dgm:t>
        <a:bodyPr/>
        <a:lstStyle/>
        <a:p>
          <a:endParaRPr lang="en-US"/>
        </a:p>
      </dgm:t>
    </dgm:pt>
    <dgm:pt modelId="{01746B7F-1E14-43FD-941E-5B278C3E5D78}" type="sibTrans" cxnId="{86357D5E-3A98-49D7-9F76-44F6C0D7CC20}">
      <dgm:prSet/>
      <dgm:spPr/>
      <dgm:t>
        <a:bodyPr/>
        <a:lstStyle/>
        <a:p>
          <a:endParaRPr lang="en-US"/>
        </a:p>
      </dgm:t>
    </dgm:pt>
    <dgm:pt modelId="{3C15E6FC-5757-4E05-A635-53BB545151F8}">
      <dgm:prSet phldrT="[Text]" custT="1"/>
      <dgm:spPr>
        <a:solidFill>
          <a:srgbClr val="FFC000"/>
        </a:solidFill>
      </dgm:spPr>
      <dgm:t>
        <a:bodyPr/>
        <a:lstStyle/>
        <a:p>
          <a:r>
            <a:rPr lang="en-US" sz="2400" b="1" dirty="0" err="1"/>
            <a:t>GIÁM</a:t>
          </a:r>
          <a:r>
            <a:rPr lang="en-US" sz="2400" b="1" dirty="0"/>
            <a:t> </a:t>
          </a:r>
          <a:r>
            <a:rPr lang="en-US" sz="2400" b="1" dirty="0" err="1"/>
            <a:t>SÁT</a:t>
          </a:r>
          <a:r>
            <a:rPr lang="en-US" sz="2400" b="1" dirty="0"/>
            <a:t> </a:t>
          </a:r>
          <a:r>
            <a:rPr lang="en-US" sz="2400" b="1" dirty="0" err="1"/>
            <a:t>HOẠT</a:t>
          </a:r>
          <a:r>
            <a:rPr lang="en-US" sz="2400" b="1" dirty="0"/>
            <a:t> </a:t>
          </a:r>
          <a:r>
            <a:rPr lang="en-US" sz="2400" b="1" dirty="0" err="1"/>
            <a:t>ĐỘNG</a:t>
          </a:r>
          <a:endParaRPr lang="en-US" sz="2400" b="1" dirty="0"/>
        </a:p>
      </dgm:t>
    </dgm:pt>
    <dgm:pt modelId="{04C3158B-C338-42CD-954D-78DF2B2C26A3}" type="parTrans" cxnId="{018A0BD4-EC76-4057-BF60-15AC31F06826}">
      <dgm:prSet/>
      <dgm:spPr/>
      <dgm:t>
        <a:bodyPr/>
        <a:lstStyle/>
        <a:p>
          <a:endParaRPr lang="en-US"/>
        </a:p>
      </dgm:t>
    </dgm:pt>
    <dgm:pt modelId="{04B6E6E7-85A1-47DF-A58B-89F95B211D40}" type="sibTrans" cxnId="{018A0BD4-EC76-4057-BF60-15AC31F06826}">
      <dgm:prSet/>
      <dgm:spPr/>
      <dgm:t>
        <a:bodyPr/>
        <a:lstStyle/>
        <a:p>
          <a:endParaRPr lang="en-US"/>
        </a:p>
      </dgm:t>
    </dgm:pt>
    <dgm:pt modelId="{E75A6DBA-41BF-40D8-9531-FCE3118F41E6}">
      <dgm:prSet phldrT="[Text]" custT="1"/>
      <dgm:spPr>
        <a:solidFill>
          <a:schemeClr val="accent6">
            <a:lumMod val="40000"/>
            <a:lumOff val="60000"/>
            <a:alpha val="90000"/>
          </a:schemeClr>
        </a:solidFill>
        <a:ln>
          <a:noFill/>
        </a:ln>
      </dgm:spPr>
      <dgm:t>
        <a:bodyPr/>
        <a:lstStyle/>
        <a:p>
          <a:r>
            <a:rPr lang="en-US" sz="1800" dirty="0" err="1"/>
            <a:t>Ghi</a:t>
          </a:r>
          <a:r>
            <a:rPr lang="en-US" sz="1800" dirty="0"/>
            <a:t> </a:t>
          </a:r>
          <a:r>
            <a:rPr lang="en-US" sz="1800" dirty="0" err="1"/>
            <a:t>nhận</a:t>
          </a:r>
          <a:r>
            <a:rPr lang="en-US" sz="1800" dirty="0"/>
            <a:t> </a:t>
          </a:r>
          <a:r>
            <a:rPr lang="en-US" sz="1800" dirty="0" err="1"/>
            <a:t>kế</a:t>
          </a:r>
          <a:r>
            <a:rPr lang="en-US" sz="1800" dirty="0"/>
            <a:t> </a:t>
          </a:r>
          <a:r>
            <a:rPr lang="en-US" sz="1800" dirty="0" err="1"/>
            <a:t>toán</a:t>
          </a:r>
          <a:r>
            <a:rPr lang="en-US" sz="1800" dirty="0"/>
            <a:t> </a:t>
          </a:r>
          <a:r>
            <a:rPr lang="en-US" sz="1800" dirty="0" err="1"/>
            <a:t>các</a:t>
          </a:r>
          <a:r>
            <a:rPr lang="en-US" sz="1800" dirty="0"/>
            <a:t> </a:t>
          </a:r>
          <a:r>
            <a:rPr lang="en-US" sz="1800" dirty="0" err="1"/>
            <a:t>giao</a:t>
          </a:r>
          <a:r>
            <a:rPr lang="en-US" sz="1800" dirty="0"/>
            <a:t> </a:t>
          </a:r>
          <a:r>
            <a:rPr lang="en-US" sz="1800" dirty="0" err="1"/>
            <a:t>dịch</a:t>
          </a:r>
          <a:r>
            <a:rPr lang="en-US" sz="1800" dirty="0"/>
            <a:t> </a:t>
          </a:r>
          <a:r>
            <a:rPr lang="en-US" sz="1800" dirty="0" err="1"/>
            <a:t>của</a:t>
          </a:r>
          <a:r>
            <a:rPr lang="en-US" sz="1800" dirty="0"/>
            <a:t> </a:t>
          </a:r>
          <a:r>
            <a:rPr lang="en-US" sz="1800" dirty="0" err="1"/>
            <a:t>quỹ</a:t>
          </a:r>
          <a:endParaRPr lang="en-US" sz="1800" dirty="0"/>
        </a:p>
      </dgm:t>
    </dgm:pt>
    <dgm:pt modelId="{A1DE1807-5F79-444D-8801-6D2EECF34A21}" type="parTrans" cxnId="{64EAA955-79AD-4BA0-86E0-50E2DA0F97BA}">
      <dgm:prSet/>
      <dgm:spPr/>
      <dgm:t>
        <a:bodyPr/>
        <a:lstStyle/>
        <a:p>
          <a:endParaRPr lang="en-US"/>
        </a:p>
      </dgm:t>
    </dgm:pt>
    <dgm:pt modelId="{CDAED21E-E224-4F44-9D11-A24A7DCAE3C1}" type="sibTrans" cxnId="{64EAA955-79AD-4BA0-86E0-50E2DA0F97BA}">
      <dgm:prSet/>
      <dgm:spPr/>
      <dgm:t>
        <a:bodyPr/>
        <a:lstStyle/>
        <a:p>
          <a:endParaRPr lang="en-US"/>
        </a:p>
      </dgm:t>
    </dgm:pt>
    <dgm:pt modelId="{F05237CE-66BD-4ACD-BED5-0F07769944F3}">
      <dgm:prSet phldrT="[Text]" custT="1"/>
      <dgm:spPr>
        <a:solidFill>
          <a:schemeClr val="accent6">
            <a:lumMod val="40000"/>
            <a:lumOff val="60000"/>
            <a:alpha val="90000"/>
          </a:schemeClr>
        </a:solidFill>
        <a:ln>
          <a:noFill/>
        </a:ln>
      </dgm:spPr>
      <dgm:t>
        <a:bodyPr/>
        <a:lstStyle/>
        <a:p>
          <a:r>
            <a:rPr lang="en-US" sz="1800" dirty="0" err="1"/>
            <a:t>Lập</a:t>
          </a:r>
          <a:r>
            <a:rPr lang="en-US" sz="1800" dirty="0"/>
            <a:t> </a:t>
          </a:r>
          <a:r>
            <a:rPr lang="en-US" sz="1800" dirty="0" err="1"/>
            <a:t>BCTC</a:t>
          </a:r>
          <a:r>
            <a:rPr lang="en-US" sz="1800" dirty="0"/>
            <a:t> </a:t>
          </a:r>
          <a:r>
            <a:rPr lang="en-US" sz="1800" dirty="0" err="1"/>
            <a:t>quỹ</a:t>
          </a:r>
          <a:endParaRPr lang="en-US" sz="1800" dirty="0"/>
        </a:p>
      </dgm:t>
    </dgm:pt>
    <dgm:pt modelId="{4809C6A0-6DB1-4113-965B-B15C4D861EE6}" type="parTrans" cxnId="{8FE5BE01-BEE1-46E9-9C09-DF56F98FD89B}">
      <dgm:prSet/>
      <dgm:spPr/>
      <dgm:t>
        <a:bodyPr/>
        <a:lstStyle/>
        <a:p>
          <a:endParaRPr lang="en-US"/>
        </a:p>
      </dgm:t>
    </dgm:pt>
    <dgm:pt modelId="{8D77A317-A7E4-41F0-B7AB-2CEF5A939DE8}" type="sibTrans" cxnId="{8FE5BE01-BEE1-46E9-9C09-DF56F98FD89B}">
      <dgm:prSet/>
      <dgm:spPr/>
      <dgm:t>
        <a:bodyPr/>
        <a:lstStyle/>
        <a:p>
          <a:endParaRPr lang="en-US"/>
        </a:p>
      </dgm:t>
    </dgm:pt>
    <dgm:pt modelId="{E4EFC1B1-050F-4735-AC00-C8EB98AF6C7C}">
      <dgm:prSet phldrT="[Text]" custT="1"/>
      <dgm:spPr>
        <a:solidFill>
          <a:srgbClr val="35874C"/>
        </a:solidFill>
      </dgm:spPr>
      <dgm:t>
        <a:bodyPr/>
        <a:lstStyle/>
        <a:p>
          <a:r>
            <a:rPr lang="en-US" sz="2400" b="1" dirty="0" err="1"/>
            <a:t>QUẢN</a:t>
          </a:r>
          <a:r>
            <a:rPr lang="en-US" sz="2400" b="1" dirty="0"/>
            <a:t> </a:t>
          </a:r>
          <a:r>
            <a:rPr lang="en-US" sz="2400" b="1" dirty="0" err="1"/>
            <a:t>TRỊ</a:t>
          </a:r>
          <a:r>
            <a:rPr lang="en-US" sz="2400" b="1" dirty="0"/>
            <a:t> </a:t>
          </a:r>
          <a:r>
            <a:rPr lang="en-US" sz="2400" b="1" dirty="0" err="1"/>
            <a:t>QUỸ</a:t>
          </a:r>
          <a:endParaRPr lang="en-US" sz="2400" b="1" dirty="0"/>
        </a:p>
      </dgm:t>
    </dgm:pt>
    <dgm:pt modelId="{88BED7E9-87D7-4C46-BA75-287D0CEC7BC5}" type="parTrans" cxnId="{7FFA126B-014C-47F7-86E8-0BBC8A22C531}">
      <dgm:prSet/>
      <dgm:spPr/>
      <dgm:t>
        <a:bodyPr/>
        <a:lstStyle/>
        <a:p>
          <a:endParaRPr lang="en-US"/>
        </a:p>
      </dgm:t>
    </dgm:pt>
    <dgm:pt modelId="{8FD9A314-2847-4C21-89F8-53F64D61B189}" type="sibTrans" cxnId="{7FFA126B-014C-47F7-86E8-0BBC8A22C531}">
      <dgm:prSet/>
      <dgm:spPr/>
      <dgm:t>
        <a:bodyPr/>
        <a:lstStyle/>
        <a:p>
          <a:endParaRPr lang="en-US"/>
        </a:p>
      </dgm:t>
    </dgm:pt>
    <dgm:pt modelId="{CD99058C-86FE-455E-9C19-2C14AB72FE9F}">
      <dgm:prSet phldrT="[Text]" custT="1"/>
      <dgm:spPr>
        <a:solidFill>
          <a:schemeClr val="accent4">
            <a:lumMod val="20000"/>
            <a:lumOff val="80000"/>
            <a:alpha val="90000"/>
          </a:schemeClr>
        </a:solidFill>
        <a:ln>
          <a:noFill/>
        </a:ln>
      </dgm:spPr>
      <dgm:t>
        <a:bodyPr/>
        <a:lstStyle/>
        <a:p>
          <a:r>
            <a:rPr lang="en-US" sz="1800" dirty="0" err="1"/>
            <a:t>Kiểm</a:t>
          </a:r>
          <a:r>
            <a:rPr lang="en-US" sz="1800" dirty="0"/>
            <a:t> </a:t>
          </a:r>
          <a:r>
            <a:rPr lang="en-US" sz="1800" dirty="0" err="1"/>
            <a:t>tra</a:t>
          </a:r>
          <a:r>
            <a:rPr lang="en-US" sz="1800" dirty="0"/>
            <a:t>, </a:t>
          </a:r>
          <a:r>
            <a:rPr lang="en-US" sz="1800" dirty="0" err="1"/>
            <a:t>giám</a:t>
          </a:r>
          <a:r>
            <a:rPr lang="en-US" sz="1800" dirty="0"/>
            <a:t> </a:t>
          </a:r>
          <a:r>
            <a:rPr lang="en-US" sz="1800" dirty="0" err="1"/>
            <a:t>sát</a:t>
          </a:r>
          <a:r>
            <a:rPr lang="en-US" sz="1800" dirty="0"/>
            <a:t> </a:t>
          </a:r>
          <a:r>
            <a:rPr lang="en-US" sz="1800" dirty="0" err="1"/>
            <a:t>hoạt</a:t>
          </a:r>
          <a:r>
            <a:rPr lang="en-US" sz="1800" dirty="0"/>
            <a:t> </a:t>
          </a:r>
          <a:r>
            <a:rPr lang="en-US" sz="1800" dirty="0" err="1"/>
            <a:t>động</a:t>
          </a:r>
          <a:r>
            <a:rPr lang="en-US" sz="1800" dirty="0"/>
            <a:t> </a:t>
          </a:r>
          <a:r>
            <a:rPr lang="en-US" sz="1800" dirty="0" err="1"/>
            <a:t>đầu</a:t>
          </a:r>
          <a:r>
            <a:rPr lang="en-US" sz="1800" dirty="0"/>
            <a:t> </a:t>
          </a:r>
          <a:r>
            <a:rPr lang="en-US" sz="1800" dirty="0" err="1"/>
            <a:t>tư</a:t>
          </a:r>
          <a:r>
            <a:rPr lang="en-US" sz="1800" dirty="0"/>
            <a:t>, </a:t>
          </a:r>
          <a:r>
            <a:rPr lang="en-US" sz="1800" dirty="0" err="1"/>
            <a:t>giao</a:t>
          </a:r>
          <a:r>
            <a:rPr lang="en-US" sz="1800" dirty="0"/>
            <a:t> </a:t>
          </a:r>
          <a:r>
            <a:rPr lang="en-US" sz="1800" dirty="0" err="1"/>
            <a:t>dịch</a:t>
          </a:r>
          <a:r>
            <a:rPr lang="en-US" sz="1800" dirty="0"/>
            <a:t> </a:t>
          </a:r>
          <a:r>
            <a:rPr lang="en-US" sz="1800" dirty="0" err="1"/>
            <a:t>tài</a:t>
          </a:r>
          <a:r>
            <a:rPr lang="en-US" sz="1800" dirty="0"/>
            <a:t> </a:t>
          </a:r>
          <a:r>
            <a:rPr lang="en-US" sz="1800" dirty="0" err="1"/>
            <a:t>sản</a:t>
          </a:r>
          <a:r>
            <a:rPr lang="en-US" sz="1800" dirty="0"/>
            <a:t> </a:t>
          </a:r>
          <a:r>
            <a:rPr lang="en-US" sz="1800" dirty="0" err="1"/>
            <a:t>của</a:t>
          </a:r>
          <a:r>
            <a:rPr lang="en-US" sz="1800" dirty="0"/>
            <a:t> </a:t>
          </a:r>
          <a:r>
            <a:rPr lang="en-US" sz="1800" dirty="0" err="1"/>
            <a:t>quỹ</a:t>
          </a:r>
          <a:endParaRPr lang="en-US" sz="1800" dirty="0"/>
        </a:p>
      </dgm:t>
    </dgm:pt>
    <dgm:pt modelId="{968DB4B7-04C1-40CE-A5E3-2AF17742C1DD}" type="parTrans" cxnId="{2C05F244-957C-4D15-8581-B36B180B596C}">
      <dgm:prSet/>
      <dgm:spPr/>
      <dgm:t>
        <a:bodyPr/>
        <a:lstStyle/>
        <a:p>
          <a:endParaRPr lang="en-US"/>
        </a:p>
      </dgm:t>
    </dgm:pt>
    <dgm:pt modelId="{DAF84BDD-62BB-470E-9A06-C6AB03F9E3F4}" type="sibTrans" cxnId="{2C05F244-957C-4D15-8581-B36B180B596C}">
      <dgm:prSet/>
      <dgm:spPr/>
      <dgm:t>
        <a:bodyPr/>
        <a:lstStyle/>
        <a:p>
          <a:endParaRPr lang="en-US"/>
        </a:p>
      </dgm:t>
    </dgm:pt>
    <dgm:pt modelId="{54C26F18-C09F-498E-B78D-8C5257127C1A}">
      <dgm:prSet phldrT="[Text]" custT="1"/>
      <dgm:spPr>
        <a:solidFill>
          <a:schemeClr val="accent4">
            <a:lumMod val="20000"/>
            <a:lumOff val="80000"/>
            <a:alpha val="90000"/>
          </a:schemeClr>
        </a:solidFill>
        <a:ln>
          <a:noFill/>
        </a:ln>
      </dgm:spPr>
      <dgm:t>
        <a:bodyPr/>
        <a:lstStyle/>
        <a:p>
          <a:r>
            <a:rPr lang="en-US" sz="1800" dirty="0" err="1"/>
            <a:t>Kiểm</a:t>
          </a:r>
          <a:r>
            <a:rPr lang="en-US" sz="1800" dirty="0"/>
            <a:t> </a:t>
          </a:r>
          <a:r>
            <a:rPr lang="en-US" sz="1800" dirty="0" err="1"/>
            <a:t>tra</a:t>
          </a:r>
          <a:r>
            <a:rPr lang="en-US" sz="1800" dirty="0"/>
            <a:t>, </a:t>
          </a:r>
          <a:r>
            <a:rPr lang="en-US" sz="1800" dirty="0" err="1"/>
            <a:t>giám</a:t>
          </a:r>
          <a:r>
            <a:rPr lang="en-US" sz="1800" dirty="0"/>
            <a:t> </a:t>
          </a:r>
          <a:r>
            <a:rPr lang="en-US" sz="1800" dirty="0" err="1"/>
            <a:t>sát</a:t>
          </a:r>
          <a:r>
            <a:rPr lang="en-US" sz="1800" dirty="0"/>
            <a:t> </a:t>
          </a:r>
          <a:r>
            <a:rPr lang="en-US" sz="1800" dirty="0" err="1"/>
            <a:t>việc</a:t>
          </a:r>
          <a:r>
            <a:rPr lang="en-US" sz="1800" dirty="0"/>
            <a:t> </a:t>
          </a:r>
          <a:r>
            <a:rPr lang="en-US" sz="1800" dirty="0" err="1"/>
            <a:t>xác</a:t>
          </a:r>
          <a:r>
            <a:rPr lang="en-US" sz="1800" dirty="0"/>
            <a:t> </a:t>
          </a:r>
          <a:r>
            <a:rPr lang="en-US" sz="1800" dirty="0" err="1"/>
            <a:t>định</a:t>
          </a:r>
          <a:r>
            <a:rPr lang="en-US" sz="1800" dirty="0"/>
            <a:t> </a:t>
          </a:r>
          <a:r>
            <a:rPr lang="en-US" sz="1800" dirty="0" err="1"/>
            <a:t>NAV</a:t>
          </a:r>
          <a:endParaRPr lang="en-US" sz="1800" dirty="0"/>
        </a:p>
      </dgm:t>
    </dgm:pt>
    <dgm:pt modelId="{A152374D-4A55-4D61-A656-53FB68500E56}" type="parTrans" cxnId="{D15E483E-4A30-4AD1-BD4A-6291AADCE496}">
      <dgm:prSet/>
      <dgm:spPr/>
      <dgm:t>
        <a:bodyPr/>
        <a:lstStyle/>
        <a:p>
          <a:endParaRPr lang="en-US"/>
        </a:p>
      </dgm:t>
    </dgm:pt>
    <dgm:pt modelId="{E9C50DB0-AECB-48B6-B52F-C006BBB4CDA7}" type="sibTrans" cxnId="{D15E483E-4A30-4AD1-BD4A-6291AADCE496}">
      <dgm:prSet/>
      <dgm:spPr/>
      <dgm:t>
        <a:bodyPr/>
        <a:lstStyle/>
        <a:p>
          <a:endParaRPr lang="en-US"/>
        </a:p>
      </dgm:t>
    </dgm:pt>
    <dgm:pt modelId="{9274CA69-C9C7-48C5-BFA7-BC2A58399C61}">
      <dgm:prSet phldrT="[Text]" custT="1"/>
      <dgm:spPr>
        <a:solidFill>
          <a:schemeClr val="accent6">
            <a:lumMod val="40000"/>
            <a:lumOff val="60000"/>
            <a:alpha val="90000"/>
          </a:schemeClr>
        </a:solidFill>
        <a:ln>
          <a:noFill/>
        </a:ln>
      </dgm:spPr>
      <dgm:t>
        <a:bodyPr/>
        <a:lstStyle/>
        <a:p>
          <a:r>
            <a:rPr lang="en-US" sz="1800" dirty="0" err="1"/>
            <a:t>Xác</a:t>
          </a:r>
          <a:r>
            <a:rPr lang="en-US" sz="1800" dirty="0"/>
            <a:t> </a:t>
          </a:r>
          <a:r>
            <a:rPr lang="en-US" sz="1800" dirty="0" err="1"/>
            <a:t>định</a:t>
          </a:r>
          <a:r>
            <a:rPr lang="en-US" sz="1800" dirty="0"/>
            <a:t> </a:t>
          </a:r>
          <a:r>
            <a:rPr lang="en-US" sz="1800" dirty="0" err="1"/>
            <a:t>NAV</a:t>
          </a:r>
          <a:endParaRPr lang="en-US" sz="1800" dirty="0"/>
        </a:p>
      </dgm:t>
    </dgm:pt>
    <dgm:pt modelId="{624E26DA-B439-4CAF-927B-DE09BE4EB11F}" type="parTrans" cxnId="{CE20E3A0-76BF-4BA4-9BC9-9019319B4797}">
      <dgm:prSet/>
      <dgm:spPr/>
      <dgm:t>
        <a:bodyPr/>
        <a:lstStyle/>
        <a:p>
          <a:endParaRPr lang="en-US"/>
        </a:p>
      </dgm:t>
    </dgm:pt>
    <dgm:pt modelId="{82CD6C07-F3EE-4A74-8DA1-FF174CDF38CA}" type="sibTrans" cxnId="{CE20E3A0-76BF-4BA4-9BC9-9019319B4797}">
      <dgm:prSet/>
      <dgm:spPr/>
      <dgm:t>
        <a:bodyPr/>
        <a:lstStyle/>
        <a:p>
          <a:endParaRPr lang="en-US"/>
        </a:p>
      </dgm:t>
    </dgm:pt>
    <dgm:pt modelId="{DC852398-8575-4775-8AC3-61C980259F61}" type="pres">
      <dgm:prSet presAssocID="{B2D0C201-49EB-4213-B293-A7285050843E}" presName="Name0" presStyleCnt="0">
        <dgm:presLayoutVars>
          <dgm:dir/>
          <dgm:animLvl val="lvl"/>
          <dgm:resizeHandles/>
        </dgm:presLayoutVars>
      </dgm:prSet>
      <dgm:spPr/>
    </dgm:pt>
    <dgm:pt modelId="{6A5B7D02-DBE2-4A26-BE5B-0A07E2839750}" type="pres">
      <dgm:prSet presAssocID="{4B1B2B7E-461F-4636-89E7-32C22C147A2F}" presName="linNode" presStyleCnt="0"/>
      <dgm:spPr/>
    </dgm:pt>
    <dgm:pt modelId="{2AD41021-D22E-4363-83E9-2F3D4DD5392D}" type="pres">
      <dgm:prSet presAssocID="{4B1B2B7E-461F-4636-89E7-32C22C147A2F}" presName="parentShp" presStyleLbl="node1" presStyleIdx="0" presStyleCnt="3" custScaleX="67612">
        <dgm:presLayoutVars>
          <dgm:bulletEnabled val="1"/>
        </dgm:presLayoutVars>
      </dgm:prSet>
      <dgm:spPr/>
    </dgm:pt>
    <dgm:pt modelId="{1E85AA05-E841-46E1-875C-B85FA7A0555E}" type="pres">
      <dgm:prSet presAssocID="{4B1B2B7E-461F-4636-89E7-32C22C147A2F}" presName="childShp" presStyleLbl="bgAccFollowNode1" presStyleIdx="0" presStyleCnt="3">
        <dgm:presLayoutVars>
          <dgm:bulletEnabled val="1"/>
        </dgm:presLayoutVars>
      </dgm:prSet>
      <dgm:spPr/>
    </dgm:pt>
    <dgm:pt modelId="{3D6D3DBB-1E58-4850-BBF6-133234F11EE6}" type="pres">
      <dgm:prSet presAssocID="{95AC7CA6-A57F-46FE-A4CC-77B7C561F660}" presName="spacing" presStyleCnt="0"/>
      <dgm:spPr/>
    </dgm:pt>
    <dgm:pt modelId="{5DE5ABE3-2174-41E4-9DB7-BB287FEAB5F9}" type="pres">
      <dgm:prSet presAssocID="{3C15E6FC-5757-4E05-A635-53BB545151F8}" presName="linNode" presStyleCnt="0"/>
      <dgm:spPr/>
    </dgm:pt>
    <dgm:pt modelId="{A0D44529-FC85-4145-A388-62CA9B639016}" type="pres">
      <dgm:prSet presAssocID="{3C15E6FC-5757-4E05-A635-53BB545151F8}" presName="parentShp" presStyleLbl="node1" presStyleIdx="1" presStyleCnt="3" custScaleX="67612">
        <dgm:presLayoutVars>
          <dgm:bulletEnabled val="1"/>
        </dgm:presLayoutVars>
      </dgm:prSet>
      <dgm:spPr/>
    </dgm:pt>
    <dgm:pt modelId="{404983FC-3886-439F-B10B-0B198318E034}" type="pres">
      <dgm:prSet presAssocID="{3C15E6FC-5757-4E05-A635-53BB545151F8}" presName="childShp" presStyleLbl="bgAccFollowNode1" presStyleIdx="1" presStyleCnt="3">
        <dgm:presLayoutVars>
          <dgm:bulletEnabled val="1"/>
        </dgm:presLayoutVars>
      </dgm:prSet>
      <dgm:spPr/>
    </dgm:pt>
    <dgm:pt modelId="{3FF1C8FC-A06A-401A-9E19-EF0A7372A07C}" type="pres">
      <dgm:prSet presAssocID="{04B6E6E7-85A1-47DF-A58B-89F95B211D40}" presName="spacing" presStyleCnt="0"/>
      <dgm:spPr/>
    </dgm:pt>
    <dgm:pt modelId="{1615A256-BAA8-475D-B36E-CC6CCA88CE1C}" type="pres">
      <dgm:prSet presAssocID="{E4EFC1B1-050F-4735-AC00-C8EB98AF6C7C}" presName="linNode" presStyleCnt="0"/>
      <dgm:spPr/>
    </dgm:pt>
    <dgm:pt modelId="{D1E108FD-5051-49E0-AB55-AC1BE4120A6D}" type="pres">
      <dgm:prSet presAssocID="{E4EFC1B1-050F-4735-AC00-C8EB98AF6C7C}" presName="parentShp" presStyleLbl="node1" presStyleIdx="2" presStyleCnt="3" custScaleX="67612">
        <dgm:presLayoutVars>
          <dgm:bulletEnabled val="1"/>
        </dgm:presLayoutVars>
      </dgm:prSet>
      <dgm:spPr/>
    </dgm:pt>
    <dgm:pt modelId="{5E7AD8B4-CDEF-4255-B043-BE525BFCD5EF}" type="pres">
      <dgm:prSet presAssocID="{E4EFC1B1-050F-4735-AC00-C8EB98AF6C7C}" presName="childShp" presStyleLbl="bgAccFollowNode1" presStyleIdx="2" presStyleCnt="3">
        <dgm:presLayoutVars>
          <dgm:bulletEnabled val="1"/>
        </dgm:presLayoutVars>
      </dgm:prSet>
      <dgm:spPr/>
    </dgm:pt>
  </dgm:ptLst>
  <dgm:cxnLst>
    <dgm:cxn modelId="{8FE5BE01-BEE1-46E9-9C09-DF56F98FD89B}" srcId="{E4EFC1B1-050F-4735-AC00-C8EB98AF6C7C}" destId="{F05237CE-66BD-4ACD-BED5-0F07769944F3}" srcOrd="1" destOrd="0" parTransId="{4809C6A0-6DB1-4113-965B-B15C4D861EE6}" sibTransId="{8D77A317-A7E4-41F0-B7AB-2CEF5A939DE8}"/>
    <dgm:cxn modelId="{D5152531-B3FC-40A4-A99C-50B3DA555C4B}" type="presOf" srcId="{C681BB0D-FF73-4577-BA37-425063159D27}" destId="{1E85AA05-E841-46E1-875C-B85FA7A0555E}" srcOrd="0" destOrd="0" presId="urn:microsoft.com/office/officeart/2005/8/layout/vList6"/>
    <dgm:cxn modelId="{02EC4639-B1B7-49DD-869A-1EF34AD94523}" type="presOf" srcId="{E4EFC1B1-050F-4735-AC00-C8EB98AF6C7C}" destId="{D1E108FD-5051-49E0-AB55-AC1BE4120A6D}" srcOrd="0" destOrd="0" presId="urn:microsoft.com/office/officeart/2005/8/layout/vList6"/>
    <dgm:cxn modelId="{E960053E-D3F6-4760-9911-135EAD5CE550}" type="presOf" srcId="{54C26F18-C09F-498E-B78D-8C5257127C1A}" destId="{404983FC-3886-439F-B10B-0B198318E034}" srcOrd="0" destOrd="1" presId="urn:microsoft.com/office/officeart/2005/8/layout/vList6"/>
    <dgm:cxn modelId="{D15E483E-4A30-4AD1-BD4A-6291AADCE496}" srcId="{3C15E6FC-5757-4E05-A635-53BB545151F8}" destId="{54C26F18-C09F-498E-B78D-8C5257127C1A}" srcOrd="1" destOrd="0" parTransId="{A152374D-4A55-4D61-A656-53FB68500E56}" sibTransId="{E9C50DB0-AECB-48B6-B52F-C006BBB4CDA7}"/>
    <dgm:cxn modelId="{86357D5E-3A98-49D7-9F76-44F6C0D7CC20}" srcId="{4B1B2B7E-461F-4636-89E7-32C22C147A2F}" destId="{C681BB0D-FF73-4577-BA37-425063159D27}" srcOrd="0" destOrd="0" parTransId="{AD3C80A8-B292-4770-B618-BFCFDAFFE652}" sibTransId="{01746B7F-1E14-43FD-941E-5B278C3E5D78}"/>
    <dgm:cxn modelId="{2C05F244-957C-4D15-8581-B36B180B596C}" srcId="{3C15E6FC-5757-4E05-A635-53BB545151F8}" destId="{CD99058C-86FE-455E-9C19-2C14AB72FE9F}" srcOrd="0" destOrd="0" parTransId="{968DB4B7-04C1-40CE-A5E3-2AF17742C1DD}" sibTransId="{DAF84BDD-62BB-470E-9A06-C6AB03F9E3F4}"/>
    <dgm:cxn modelId="{7FFA126B-014C-47F7-86E8-0BBC8A22C531}" srcId="{B2D0C201-49EB-4213-B293-A7285050843E}" destId="{E4EFC1B1-050F-4735-AC00-C8EB98AF6C7C}" srcOrd="2" destOrd="0" parTransId="{88BED7E9-87D7-4C46-BA75-287D0CEC7BC5}" sibTransId="{8FD9A314-2847-4C21-89F8-53F64D61B189}"/>
    <dgm:cxn modelId="{E547DA51-E94A-42ED-BE8D-25283C9D6F3C}" type="presOf" srcId="{F05237CE-66BD-4ACD-BED5-0F07769944F3}" destId="{5E7AD8B4-CDEF-4255-B043-BE525BFCD5EF}" srcOrd="0" destOrd="1" presId="urn:microsoft.com/office/officeart/2005/8/layout/vList6"/>
    <dgm:cxn modelId="{64EAA955-79AD-4BA0-86E0-50E2DA0F97BA}" srcId="{E4EFC1B1-050F-4735-AC00-C8EB98AF6C7C}" destId="{E75A6DBA-41BF-40D8-9531-FCE3118F41E6}" srcOrd="0" destOrd="0" parTransId="{A1DE1807-5F79-444D-8801-6D2EECF34A21}" sibTransId="{CDAED21E-E224-4F44-9D11-A24A7DCAE3C1}"/>
    <dgm:cxn modelId="{D5EC9883-38A1-4FED-8E58-F0F0A94BCA48}" type="presOf" srcId="{3C15E6FC-5757-4E05-A635-53BB545151F8}" destId="{A0D44529-FC85-4145-A388-62CA9B639016}" srcOrd="0" destOrd="0" presId="urn:microsoft.com/office/officeart/2005/8/layout/vList6"/>
    <dgm:cxn modelId="{9DBE4C92-B983-47A5-89CC-1D1CE9665F6A}" type="presOf" srcId="{9274CA69-C9C7-48C5-BFA7-BC2A58399C61}" destId="{5E7AD8B4-CDEF-4255-B043-BE525BFCD5EF}" srcOrd="0" destOrd="2" presId="urn:microsoft.com/office/officeart/2005/8/layout/vList6"/>
    <dgm:cxn modelId="{C05E7198-ABB0-438E-9040-AAF78EE13110}" type="presOf" srcId="{E75A6DBA-41BF-40D8-9531-FCE3118F41E6}" destId="{5E7AD8B4-CDEF-4255-B043-BE525BFCD5EF}" srcOrd="0" destOrd="0" presId="urn:microsoft.com/office/officeart/2005/8/layout/vList6"/>
    <dgm:cxn modelId="{CE20E3A0-76BF-4BA4-9BC9-9019319B4797}" srcId="{E4EFC1B1-050F-4735-AC00-C8EB98AF6C7C}" destId="{9274CA69-C9C7-48C5-BFA7-BC2A58399C61}" srcOrd="2" destOrd="0" parTransId="{624E26DA-B439-4CAF-927B-DE09BE4EB11F}" sibTransId="{82CD6C07-F3EE-4A74-8DA1-FF174CDF38CA}"/>
    <dgm:cxn modelId="{24825BA5-CE45-4373-8827-164F01BD16AE}" type="presOf" srcId="{4B1B2B7E-461F-4636-89E7-32C22C147A2F}" destId="{2AD41021-D22E-4363-83E9-2F3D4DD5392D}" srcOrd="0" destOrd="0" presId="urn:microsoft.com/office/officeart/2005/8/layout/vList6"/>
    <dgm:cxn modelId="{F17FB8AB-9108-4B08-B92D-66A0ADA13A43}" srcId="{B2D0C201-49EB-4213-B293-A7285050843E}" destId="{4B1B2B7E-461F-4636-89E7-32C22C147A2F}" srcOrd="0" destOrd="0" parTransId="{1EC8A338-5ACC-4BE6-BD4B-B795A52FBE41}" sibTransId="{95AC7CA6-A57F-46FE-A4CC-77B7C561F660}"/>
    <dgm:cxn modelId="{018A0BD4-EC76-4057-BF60-15AC31F06826}" srcId="{B2D0C201-49EB-4213-B293-A7285050843E}" destId="{3C15E6FC-5757-4E05-A635-53BB545151F8}" srcOrd="1" destOrd="0" parTransId="{04C3158B-C338-42CD-954D-78DF2B2C26A3}" sibTransId="{04B6E6E7-85A1-47DF-A58B-89F95B211D40}"/>
    <dgm:cxn modelId="{8E4FC8DA-92D3-42B8-A0FD-3538306AAAB4}" type="presOf" srcId="{CD99058C-86FE-455E-9C19-2C14AB72FE9F}" destId="{404983FC-3886-439F-B10B-0B198318E034}" srcOrd="0" destOrd="0" presId="urn:microsoft.com/office/officeart/2005/8/layout/vList6"/>
    <dgm:cxn modelId="{D713AEED-53C8-44C5-B7B8-019C4F9E255E}" type="presOf" srcId="{B2D0C201-49EB-4213-B293-A7285050843E}" destId="{DC852398-8575-4775-8AC3-61C980259F61}" srcOrd="0" destOrd="0" presId="urn:microsoft.com/office/officeart/2005/8/layout/vList6"/>
    <dgm:cxn modelId="{A0D85BD0-1AC0-4121-B4E8-FAD34E39C18E}" type="presParOf" srcId="{DC852398-8575-4775-8AC3-61C980259F61}" destId="{6A5B7D02-DBE2-4A26-BE5B-0A07E2839750}" srcOrd="0" destOrd="0" presId="urn:microsoft.com/office/officeart/2005/8/layout/vList6"/>
    <dgm:cxn modelId="{33DF70F8-2540-40E4-ADE9-99FE1F23A24B}" type="presParOf" srcId="{6A5B7D02-DBE2-4A26-BE5B-0A07E2839750}" destId="{2AD41021-D22E-4363-83E9-2F3D4DD5392D}" srcOrd="0" destOrd="0" presId="urn:microsoft.com/office/officeart/2005/8/layout/vList6"/>
    <dgm:cxn modelId="{19FAF5E2-F2A8-4127-9F9F-416E00181B0D}" type="presParOf" srcId="{6A5B7D02-DBE2-4A26-BE5B-0A07E2839750}" destId="{1E85AA05-E841-46E1-875C-B85FA7A0555E}" srcOrd="1" destOrd="0" presId="urn:microsoft.com/office/officeart/2005/8/layout/vList6"/>
    <dgm:cxn modelId="{81350A35-8A72-4AF4-A7F7-4D102C259116}" type="presParOf" srcId="{DC852398-8575-4775-8AC3-61C980259F61}" destId="{3D6D3DBB-1E58-4850-BBF6-133234F11EE6}" srcOrd="1" destOrd="0" presId="urn:microsoft.com/office/officeart/2005/8/layout/vList6"/>
    <dgm:cxn modelId="{1C114E79-7BC8-4B08-AAB5-7AD9DD107B6F}" type="presParOf" srcId="{DC852398-8575-4775-8AC3-61C980259F61}" destId="{5DE5ABE3-2174-41E4-9DB7-BB287FEAB5F9}" srcOrd="2" destOrd="0" presId="urn:microsoft.com/office/officeart/2005/8/layout/vList6"/>
    <dgm:cxn modelId="{69AF8489-F2D0-4D70-A169-1574AF624432}" type="presParOf" srcId="{5DE5ABE3-2174-41E4-9DB7-BB287FEAB5F9}" destId="{A0D44529-FC85-4145-A388-62CA9B639016}" srcOrd="0" destOrd="0" presId="urn:microsoft.com/office/officeart/2005/8/layout/vList6"/>
    <dgm:cxn modelId="{1E3A739F-7D26-44FD-8F42-A30A4BEF5C52}" type="presParOf" srcId="{5DE5ABE3-2174-41E4-9DB7-BB287FEAB5F9}" destId="{404983FC-3886-439F-B10B-0B198318E034}" srcOrd="1" destOrd="0" presId="urn:microsoft.com/office/officeart/2005/8/layout/vList6"/>
    <dgm:cxn modelId="{FA1A4EEE-43D1-42B3-A2B5-F4052AD5BFEA}" type="presParOf" srcId="{DC852398-8575-4775-8AC3-61C980259F61}" destId="{3FF1C8FC-A06A-401A-9E19-EF0A7372A07C}" srcOrd="3" destOrd="0" presId="urn:microsoft.com/office/officeart/2005/8/layout/vList6"/>
    <dgm:cxn modelId="{0DC3E769-3CCA-45FA-B4E0-85D184C35A16}" type="presParOf" srcId="{DC852398-8575-4775-8AC3-61C980259F61}" destId="{1615A256-BAA8-475D-B36E-CC6CCA88CE1C}" srcOrd="4" destOrd="0" presId="urn:microsoft.com/office/officeart/2005/8/layout/vList6"/>
    <dgm:cxn modelId="{8C6F1AC2-2436-4362-A7A2-85E4FBCD3C0C}" type="presParOf" srcId="{1615A256-BAA8-475D-B36E-CC6CCA88CE1C}" destId="{D1E108FD-5051-49E0-AB55-AC1BE4120A6D}" srcOrd="0" destOrd="0" presId="urn:microsoft.com/office/officeart/2005/8/layout/vList6"/>
    <dgm:cxn modelId="{3775A534-7A9E-4D4E-B193-D9FAA41FAC7D}" type="presParOf" srcId="{1615A256-BAA8-475D-B36E-CC6CCA88CE1C}" destId="{5E7AD8B4-CDEF-4255-B043-BE525BFCD5EF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0C510E3-B117-48A3-AD67-5EC2A16624D6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520EBF3-61A1-4BF1-9ACB-C215554A22E2}">
      <dgm:prSet phldrT="[Text]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r>
            <a:rPr lang="en-US" dirty="0" err="1">
              <a:solidFill>
                <a:schemeClr val="accent6">
                  <a:lumMod val="50000"/>
                </a:schemeClr>
              </a:solidFill>
            </a:rPr>
            <a:t>Thực</a:t>
          </a:r>
          <a:r>
            <a:rPr lang="en-US" dirty="0">
              <a:solidFill>
                <a:schemeClr val="accent6">
                  <a:lumMod val="50000"/>
                </a:schemeClr>
              </a:solidFill>
            </a:rPr>
            <a:t> </a:t>
          </a:r>
          <a:r>
            <a:rPr lang="en-US" dirty="0" err="1">
              <a:solidFill>
                <a:schemeClr val="accent6">
                  <a:lumMod val="50000"/>
                </a:schemeClr>
              </a:solidFill>
            </a:rPr>
            <a:t>hiện</a:t>
          </a:r>
          <a:r>
            <a:rPr lang="en-US" dirty="0">
              <a:solidFill>
                <a:schemeClr val="accent6">
                  <a:lumMod val="50000"/>
                </a:schemeClr>
              </a:solidFill>
            </a:rPr>
            <a:t> </a:t>
          </a:r>
          <a:r>
            <a:rPr lang="en-US" dirty="0" err="1">
              <a:solidFill>
                <a:schemeClr val="accent6">
                  <a:lumMod val="50000"/>
                </a:schemeClr>
              </a:solidFill>
            </a:rPr>
            <a:t>nhiệm</a:t>
          </a:r>
          <a:r>
            <a:rPr lang="en-US" dirty="0">
              <a:solidFill>
                <a:schemeClr val="accent6">
                  <a:lumMod val="50000"/>
                </a:schemeClr>
              </a:solidFill>
            </a:rPr>
            <a:t> </a:t>
          </a:r>
          <a:r>
            <a:rPr lang="en-US" dirty="0" err="1">
              <a:solidFill>
                <a:schemeClr val="accent6">
                  <a:lumMod val="50000"/>
                </a:schemeClr>
              </a:solidFill>
            </a:rPr>
            <a:t>vụ</a:t>
          </a:r>
          <a:r>
            <a:rPr lang="en-US" dirty="0">
              <a:solidFill>
                <a:schemeClr val="accent6">
                  <a:lumMod val="50000"/>
                </a:schemeClr>
              </a:solidFill>
            </a:rPr>
            <a:t> </a:t>
          </a:r>
          <a:r>
            <a:rPr lang="en-US" dirty="0" err="1">
              <a:solidFill>
                <a:schemeClr val="accent6">
                  <a:lumMod val="50000"/>
                </a:schemeClr>
              </a:solidFill>
            </a:rPr>
            <a:t>tận</a:t>
          </a:r>
          <a:r>
            <a:rPr lang="en-US" dirty="0">
              <a:solidFill>
                <a:schemeClr val="accent6">
                  <a:lumMod val="50000"/>
                </a:schemeClr>
              </a:solidFill>
            </a:rPr>
            <a:t> </a:t>
          </a:r>
          <a:r>
            <a:rPr lang="en-US" dirty="0" err="1">
              <a:solidFill>
                <a:schemeClr val="accent6">
                  <a:lumMod val="50000"/>
                </a:schemeClr>
              </a:solidFill>
            </a:rPr>
            <a:t>tụy</a:t>
          </a:r>
          <a:r>
            <a:rPr lang="en-US" dirty="0">
              <a:solidFill>
                <a:schemeClr val="accent6">
                  <a:lumMod val="50000"/>
                </a:schemeClr>
              </a:solidFill>
            </a:rPr>
            <a:t>, </a:t>
          </a:r>
          <a:r>
            <a:rPr lang="en-US" dirty="0" err="1">
              <a:solidFill>
                <a:schemeClr val="accent6">
                  <a:lumMod val="50000"/>
                </a:schemeClr>
              </a:solidFill>
            </a:rPr>
            <a:t>trung</a:t>
          </a:r>
          <a:r>
            <a:rPr lang="en-US" dirty="0">
              <a:solidFill>
                <a:schemeClr val="accent6">
                  <a:lumMod val="50000"/>
                </a:schemeClr>
              </a:solidFill>
            </a:rPr>
            <a:t> </a:t>
          </a:r>
          <a:r>
            <a:rPr lang="en-US" dirty="0" err="1">
              <a:solidFill>
                <a:schemeClr val="accent6">
                  <a:lumMod val="50000"/>
                </a:schemeClr>
              </a:solidFill>
            </a:rPr>
            <a:t>thực</a:t>
          </a:r>
          <a:r>
            <a:rPr lang="en-US" dirty="0">
              <a:solidFill>
                <a:schemeClr val="accent6">
                  <a:lumMod val="50000"/>
                </a:schemeClr>
              </a:solidFill>
            </a:rPr>
            <a:t>, </a:t>
          </a:r>
          <a:r>
            <a:rPr lang="en-US" dirty="0" err="1">
              <a:solidFill>
                <a:schemeClr val="accent6">
                  <a:lumMod val="50000"/>
                </a:schemeClr>
              </a:solidFill>
            </a:rPr>
            <a:t>đúng</a:t>
          </a:r>
          <a:r>
            <a:rPr lang="en-US" dirty="0">
              <a:solidFill>
                <a:schemeClr val="accent6">
                  <a:lumMod val="50000"/>
                </a:schemeClr>
              </a:solidFill>
            </a:rPr>
            <a:t> </a:t>
          </a:r>
          <a:r>
            <a:rPr lang="en-US" dirty="0" err="1">
              <a:solidFill>
                <a:schemeClr val="accent6">
                  <a:lumMod val="50000"/>
                </a:schemeClr>
              </a:solidFill>
            </a:rPr>
            <a:t>yêu</a:t>
          </a:r>
          <a:r>
            <a:rPr lang="en-US" dirty="0">
              <a:solidFill>
                <a:schemeClr val="accent6">
                  <a:lumMod val="50000"/>
                </a:schemeClr>
              </a:solidFill>
            </a:rPr>
            <a:t> </a:t>
          </a:r>
          <a:r>
            <a:rPr lang="en-US" dirty="0" err="1">
              <a:solidFill>
                <a:schemeClr val="accent6">
                  <a:lumMod val="50000"/>
                </a:schemeClr>
              </a:solidFill>
            </a:rPr>
            <a:t>cầu</a:t>
          </a:r>
          <a:r>
            <a:rPr lang="en-US" dirty="0">
              <a:solidFill>
                <a:schemeClr val="accent6">
                  <a:lumMod val="50000"/>
                </a:schemeClr>
              </a:solidFill>
            </a:rPr>
            <a:t> </a:t>
          </a:r>
          <a:r>
            <a:rPr lang="en-US" dirty="0" err="1">
              <a:solidFill>
                <a:schemeClr val="accent6">
                  <a:lumMod val="50000"/>
                </a:schemeClr>
              </a:solidFill>
            </a:rPr>
            <a:t>đạo</a:t>
          </a:r>
          <a:r>
            <a:rPr lang="en-US" dirty="0">
              <a:solidFill>
                <a:schemeClr val="accent6">
                  <a:lumMod val="50000"/>
                </a:schemeClr>
              </a:solidFill>
            </a:rPr>
            <a:t> </a:t>
          </a:r>
          <a:r>
            <a:rPr lang="en-US" dirty="0" err="1">
              <a:solidFill>
                <a:schemeClr val="accent6">
                  <a:lumMod val="50000"/>
                </a:schemeClr>
              </a:solidFill>
            </a:rPr>
            <a:t>đức</a:t>
          </a:r>
          <a:r>
            <a:rPr lang="en-US" dirty="0">
              <a:solidFill>
                <a:schemeClr val="accent6">
                  <a:lumMod val="50000"/>
                </a:schemeClr>
              </a:solidFill>
            </a:rPr>
            <a:t> </a:t>
          </a:r>
          <a:r>
            <a:rPr lang="en-US" dirty="0" err="1">
              <a:solidFill>
                <a:schemeClr val="accent6">
                  <a:lumMod val="50000"/>
                </a:schemeClr>
              </a:solidFill>
            </a:rPr>
            <a:t>nghề</a:t>
          </a:r>
          <a:r>
            <a:rPr lang="en-US" dirty="0">
              <a:solidFill>
                <a:schemeClr val="accent6">
                  <a:lumMod val="50000"/>
                </a:schemeClr>
              </a:solidFill>
            </a:rPr>
            <a:t> </a:t>
          </a:r>
          <a:r>
            <a:rPr lang="en-US" dirty="0" err="1">
              <a:solidFill>
                <a:schemeClr val="accent6">
                  <a:lumMod val="50000"/>
                </a:schemeClr>
              </a:solidFill>
            </a:rPr>
            <a:t>nghiệp</a:t>
          </a:r>
          <a:r>
            <a:rPr lang="en-US" dirty="0">
              <a:solidFill>
                <a:schemeClr val="accent6">
                  <a:lumMod val="50000"/>
                </a:schemeClr>
              </a:solidFill>
            </a:rPr>
            <a:t>, </a:t>
          </a:r>
          <a:r>
            <a:rPr lang="en-US" dirty="0" err="1">
              <a:solidFill>
                <a:schemeClr val="accent6">
                  <a:lumMod val="50000"/>
                </a:schemeClr>
              </a:solidFill>
            </a:rPr>
            <a:t>vì</a:t>
          </a:r>
          <a:r>
            <a:rPr lang="en-US" dirty="0">
              <a:solidFill>
                <a:schemeClr val="accent6">
                  <a:lumMod val="50000"/>
                </a:schemeClr>
              </a:solidFill>
            </a:rPr>
            <a:t> </a:t>
          </a:r>
          <a:r>
            <a:rPr lang="en-US" dirty="0" err="1">
              <a:solidFill>
                <a:schemeClr val="accent6">
                  <a:lumMod val="50000"/>
                </a:schemeClr>
              </a:solidFill>
            </a:rPr>
            <a:t>lợi</a:t>
          </a:r>
          <a:r>
            <a:rPr lang="en-US" dirty="0">
              <a:solidFill>
                <a:schemeClr val="accent6">
                  <a:lumMod val="50000"/>
                </a:schemeClr>
              </a:solidFill>
            </a:rPr>
            <a:t> </a:t>
          </a:r>
          <a:r>
            <a:rPr lang="en-US" dirty="0" err="1">
              <a:solidFill>
                <a:schemeClr val="accent6">
                  <a:lumMod val="50000"/>
                </a:schemeClr>
              </a:solidFill>
            </a:rPr>
            <a:t>ích</a:t>
          </a:r>
          <a:r>
            <a:rPr lang="en-US" dirty="0">
              <a:solidFill>
                <a:schemeClr val="accent6">
                  <a:lumMod val="50000"/>
                </a:schemeClr>
              </a:solidFill>
            </a:rPr>
            <a:t> </a:t>
          </a:r>
          <a:r>
            <a:rPr lang="en-US" dirty="0" err="1">
              <a:solidFill>
                <a:schemeClr val="accent6">
                  <a:lumMod val="50000"/>
                </a:schemeClr>
              </a:solidFill>
            </a:rPr>
            <a:t>NĐT</a:t>
          </a:r>
          <a:endParaRPr lang="en-US" dirty="0">
            <a:solidFill>
              <a:schemeClr val="accent6">
                <a:lumMod val="50000"/>
              </a:schemeClr>
            </a:solidFill>
          </a:endParaRPr>
        </a:p>
      </dgm:t>
    </dgm:pt>
    <dgm:pt modelId="{7989B7D8-F122-4BA7-B325-30B0970B8E20}" type="parTrans" cxnId="{E8620B20-1824-468A-9363-57B41BAED517}">
      <dgm:prSet/>
      <dgm:spPr/>
      <dgm:t>
        <a:bodyPr/>
        <a:lstStyle/>
        <a:p>
          <a:endParaRPr lang="en-US"/>
        </a:p>
      </dgm:t>
    </dgm:pt>
    <dgm:pt modelId="{20F687D0-9176-4E35-9B42-D4BB3782FA0C}" type="sibTrans" cxnId="{E8620B20-1824-468A-9363-57B41BAED517}">
      <dgm:prSet/>
      <dgm:spPr>
        <a:ln>
          <a:solidFill>
            <a:schemeClr val="accent6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64712915-1C20-448D-9A8E-4308B1F1F24C}">
      <dgm:prSet phldrT="[Text]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n-US" dirty="0" err="1">
              <a:solidFill>
                <a:schemeClr val="accent6">
                  <a:lumMod val="75000"/>
                </a:schemeClr>
              </a:solidFill>
            </a:rPr>
            <a:t>Tuân</a:t>
          </a:r>
          <a:r>
            <a:rPr lang="en-US" dirty="0">
              <a:solidFill>
                <a:schemeClr val="accent6">
                  <a:lumMod val="75000"/>
                </a:schemeClr>
              </a:solidFill>
            </a:rPr>
            <a:t> </a:t>
          </a:r>
          <a:r>
            <a:rPr lang="en-US" dirty="0" err="1">
              <a:solidFill>
                <a:schemeClr val="accent6">
                  <a:lumMod val="75000"/>
                </a:schemeClr>
              </a:solidFill>
            </a:rPr>
            <a:t>thủ</a:t>
          </a:r>
          <a:r>
            <a:rPr lang="en-US" dirty="0">
              <a:solidFill>
                <a:schemeClr val="accent6">
                  <a:lumMod val="75000"/>
                </a:schemeClr>
              </a:solidFill>
            </a:rPr>
            <a:t> </a:t>
          </a:r>
          <a:r>
            <a:rPr lang="en-US" dirty="0" err="1">
              <a:solidFill>
                <a:schemeClr val="accent6">
                  <a:lumMod val="75000"/>
                </a:schemeClr>
              </a:solidFill>
            </a:rPr>
            <a:t>quy</a:t>
          </a:r>
          <a:r>
            <a:rPr lang="en-US" dirty="0">
              <a:solidFill>
                <a:schemeClr val="accent6">
                  <a:lumMod val="75000"/>
                </a:schemeClr>
              </a:solidFill>
            </a:rPr>
            <a:t> </a:t>
          </a:r>
          <a:r>
            <a:rPr lang="en-US" dirty="0" err="1">
              <a:solidFill>
                <a:schemeClr val="accent6">
                  <a:lumMod val="75000"/>
                </a:schemeClr>
              </a:solidFill>
            </a:rPr>
            <a:t>định</a:t>
          </a:r>
          <a:r>
            <a:rPr lang="en-US" dirty="0">
              <a:solidFill>
                <a:schemeClr val="accent6">
                  <a:lumMod val="75000"/>
                </a:schemeClr>
              </a:solidFill>
            </a:rPr>
            <a:t> </a:t>
          </a:r>
          <a:r>
            <a:rPr lang="en-US" dirty="0" err="1">
              <a:solidFill>
                <a:schemeClr val="accent6">
                  <a:lumMod val="75000"/>
                </a:schemeClr>
              </a:solidFill>
            </a:rPr>
            <a:t>pháp</a:t>
          </a:r>
          <a:r>
            <a:rPr lang="en-US" dirty="0">
              <a:solidFill>
                <a:schemeClr val="accent6">
                  <a:lumMod val="75000"/>
                </a:schemeClr>
              </a:solidFill>
            </a:rPr>
            <a:t> </a:t>
          </a:r>
          <a:r>
            <a:rPr lang="en-US" dirty="0" err="1">
              <a:solidFill>
                <a:schemeClr val="accent6">
                  <a:lumMod val="75000"/>
                </a:schemeClr>
              </a:solidFill>
            </a:rPr>
            <a:t>luật</a:t>
          </a:r>
          <a:endParaRPr lang="en-US" dirty="0">
            <a:solidFill>
              <a:schemeClr val="accent6">
                <a:lumMod val="75000"/>
              </a:schemeClr>
            </a:solidFill>
          </a:endParaRPr>
        </a:p>
      </dgm:t>
    </dgm:pt>
    <dgm:pt modelId="{A51F2C1A-1A19-444B-8BDE-67E141A4AE28}" type="parTrans" cxnId="{0A973B8E-D7F3-496F-A200-6403884FEF2A}">
      <dgm:prSet/>
      <dgm:spPr/>
      <dgm:t>
        <a:bodyPr/>
        <a:lstStyle/>
        <a:p>
          <a:endParaRPr lang="en-US"/>
        </a:p>
      </dgm:t>
    </dgm:pt>
    <dgm:pt modelId="{C46E05CD-BA15-46FF-92A1-AA352BE85B73}" type="sibTrans" cxnId="{0A973B8E-D7F3-496F-A200-6403884FEF2A}">
      <dgm:prSet/>
      <dgm:spPr/>
      <dgm:t>
        <a:bodyPr/>
        <a:lstStyle/>
        <a:p>
          <a:endParaRPr lang="en-US"/>
        </a:p>
      </dgm:t>
    </dgm:pt>
    <dgm:pt modelId="{526C99E5-12C7-4D28-AAB4-E307341A8271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dirty="0" err="1">
              <a:solidFill>
                <a:schemeClr val="bg1"/>
              </a:solidFill>
            </a:rPr>
            <a:t>Tách</a:t>
          </a:r>
          <a:r>
            <a:rPr lang="en-US" dirty="0">
              <a:solidFill>
                <a:schemeClr val="bg1"/>
              </a:solidFill>
            </a:rPr>
            <a:t> </a:t>
          </a:r>
          <a:r>
            <a:rPr lang="en-US" dirty="0" err="1">
              <a:solidFill>
                <a:schemeClr val="bg1"/>
              </a:solidFill>
            </a:rPr>
            <a:t>biệt</a:t>
          </a:r>
          <a:r>
            <a:rPr lang="en-US" dirty="0">
              <a:solidFill>
                <a:schemeClr val="bg1"/>
              </a:solidFill>
            </a:rPr>
            <a:t> </a:t>
          </a:r>
          <a:r>
            <a:rPr lang="en-US" dirty="0" err="1">
              <a:solidFill>
                <a:schemeClr val="bg1"/>
              </a:solidFill>
            </a:rPr>
            <a:t>tài</a:t>
          </a:r>
          <a:r>
            <a:rPr lang="en-US" dirty="0">
              <a:solidFill>
                <a:schemeClr val="bg1"/>
              </a:solidFill>
            </a:rPr>
            <a:t> </a:t>
          </a:r>
          <a:r>
            <a:rPr lang="en-US" dirty="0" err="1">
              <a:solidFill>
                <a:schemeClr val="bg1"/>
              </a:solidFill>
            </a:rPr>
            <a:t>sản</a:t>
          </a:r>
          <a:r>
            <a:rPr lang="en-US" dirty="0">
              <a:solidFill>
                <a:schemeClr val="bg1"/>
              </a:solidFill>
            </a:rPr>
            <a:t> </a:t>
          </a:r>
          <a:r>
            <a:rPr lang="en-US" dirty="0" err="1">
              <a:solidFill>
                <a:schemeClr val="bg1"/>
              </a:solidFill>
            </a:rPr>
            <a:t>của</a:t>
          </a:r>
          <a:r>
            <a:rPr lang="en-US" dirty="0">
              <a:solidFill>
                <a:schemeClr val="bg1"/>
              </a:solidFill>
            </a:rPr>
            <a:t> </a:t>
          </a:r>
          <a:r>
            <a:rPr lang="en-US" dirty="0" err="1">
              <a:solidFill>
                <a:schemeClr val="bg1"/>
              </a:solidFill>
            </a:rPr>
            <a:t>quỹ</a:t>
          </a:r>
          <a:r>
            <a:rPr lang="en-US" dirty="0">
              <a:solidFill>
                <a:schemeClr val="bg1"/>
              </a:solidFill>
            </a:rPr>
            <a:t> </a:t>
          </a:r>
          <a:r>
            <a:rPr lang="en-US" dirty="0" err="1">
              <a:solidFill>
                <a:schemeClr val="bg1"/>
              </a:solidFill>
            </a:rPr>
            <a:t>với</a:t>
          </a:r>
          <a:r>
            <a:rPr lang="en-US" dirty="0">
              <a:solidFill>
                <a:schemeClr val="bg1"/>
              </a:solidFill>
            </a:rPr>
            <a:t> </a:t>
          </a:r>
          <a:r>
            <a:rPr lang="en-US" dirty="0" err="1">
              <a:solidFill>
                <a:schemeClr val="bg1"/>
              </a:solidFill>
            </a:rPr>
            <a:t>tài</a:t>
          </a:r>
          <a:r>
            <a:rPr lang="en-US" dirty="0">
              <a:solidFill>
                <a:schemeClr val="bg1"/>
              </a:solidFill>
            </a:rPr>
            <a:t> </a:t>
          </a:r>
          <a:r>
            <a:rPr lang="en-US" dirty="0" err="1">
              <a:solidFill>
                <a:schemeClr val="bg1"/>
              </a:solidFill>
            </a:rPr>
            <a:t>sản</a:t>
          </a:r>
          <a:r>
            <a:rPr lang="en-US" dirty="0">
              <a:solidFill>
                <a:schemeClr val="bg1"/>
              </a:solidFill>
            </a:rPr>
            <a:t> </a:t>
          </a:r>
          <a:r>
            <a:rPr lang="en-US" dirty="0" err="1">
              <a:solidFill>
                <a:schemeClr val="bg1"/>
              </a:solidFill>
            </a:rPr>
            <a:t>của</a:t>
          </a:r>
          <a:r>
            <a:rPr lang="en-US" dirty="0">
              <a:solidFill>
                <a:schemeClr val="bg1"/>
              </a:solidFill>
            </a:rPr>
            <a:t> </a:t>
          </a:r>
          <a:r>
            <a:rPr lang="en-US" dirty="0" err="1">
              <a:solidFill>
                <a:schemeClr val="bg1"/>
              </a:solidFill>
            </a:rPr>
            <a:t>NHGS</a:t>
          </a:r>
          <a:r>
            <a:rPr lang="en-US" dirty="0">
              <a:solidFill>
                <a:schemeClr val="bg1"/>
              </a:solidFill>
            </a:rPr>
            <a:t>/</a:t>
          </a:r>
          <a:r>
            <a:rPr lang="en-US" dirty="0" err="1">
              <a:solidFill>
                <a:schemeClr val="bg1"/>
              </a:solidFill>
            </a:rPr>
            <a:t>công</a:t>
          </a:r>
          <a:r>
            <a:rPr lang="en-US" dirty="0">
              <a:solidFill>
                <a:schemeClr val="bg1"/>
              </a:solidFill>
            </a:rPr>
            <a:t> ty </a:t>
          </a:r>
          <a:r>
            <a:rPr lang="en-US" dirty="0" err="1">
              <a:solidFill>
                <a:schemeClr val="bg1"/>
              </a:solidFill>
            </a:rPr>
            <a:t>QLQ</a:t>
          </a:r>
          <a:r>
            <a:rPr lang="en-US" dirty="0">
              <a:solidFill>
                <a:schemeClr val="bg1"/>
              </a:solidFill>
            </a:rPr>
            <a:t>/</a:t>
          </a:r>
          <a:r>
            <a:rPr lang="en-US" dirty="0" err="1">
              <a:solidFill>
                <a:schemeClr val="bg1"/>
              </a:solidFill>
            </a:rPr>
            <a:t>quỹ</a:t>
          </a:r>
          <a:r>
            <a:rPr lang="en-US" dirty="0">
              <a:solidFill>
                <a:schemeClr val="bg1"/>
              </a:solidFill>
            </a:rPr>
            <a:t> </a:t>
          </a:r>
          <a:r>
            <a:rPr lang="en-US" dirty="0" err="1">
              <a:solidFill>
                <a:schemeClr val="bg1"/>
              </a:solidFill>
            </a:rPr>
            <a:t>đầu</a:t>
          </a:r>
          <a:r>
            <a:rPr lang="en-US" dirty="0">
              <a:solidFill>
                <a:schemeClr val="bg1"/>
              </a:solidFill>
            </a:rPr>
            <a:t> </a:t>
          </a:r>
          <a:r>
            <a:rPr lang="en-US" dirty="0" err="1">
              <a:solidFill>
                <a:schemeClr val="bg1"/>
              </a:solidFill>
            </a:rPr>
            <a:t>tư</a:t>
          </a:r>
          <a:r>
            <a:rPr lang="en-US" dirty="0">
              <a:solidFill>
                <a:schemeClr val="bg1"/>
              </a:solidFill>
            </a:rPr>
            <a:t> </a:t>
          </a:r>
          <a:r>
            <a:rPr lang="en-US" dirty="0" err="1">
              <a:solidFill>
                <a:schemeClr val="bg1"/>
              </a:solidFill>
            </a:rPr>
            <a:t>khác</a:t>
          </a:r>
          <a:endParaRPr lang="en-US" dirty="0">
            <a:solidFill>
              <a:schemeClr val="bg1"/>
            </a:solidFill>
          </a:endParaRPr>
        </a:p>
      </dgm:t>
    </dgm:pt>
    <dgm:pt modelId="{792481D0-F0E3-48EB-AEFB-5E9F60E15528}" type="parTrans" cxnId="{073E8DE4-1417-4547-BCC6-3C22F60BD511}">
      <dgm:prSet/>
      <dgm:spPr/>
      <dgm:t>
        <a:bodyPr/>
        <a:lstStyle/>
        <a:p>
          <a:endParaRPr lang="en-US"/>
        </a:p>
      </dgm:t>
    </dgm:pt>
    <dgm:pt modelId="{A12C32B7-62D4-4ACC-9A53-8E4795CC6124}" type="sibTrans" cxnId="{073E8DE4-1417-4547-BCC6-3C22F60BD511}">
      <dgm:prSet/>
      <dgm:spPr/>
      <dgm:t>
        <a:bodyPr/>
        <a:lstStyle/>
        <a:p>
          <a:endParaRPr lang="en-US"/>
        </a:p>
      </dgm:t>
    </dgm:pt>
    <dgm:pt modelId="{8CD261D1-C495-4834-9D03-AAA0738E6256}">
      <dgm:prSet phldrT="[Text]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en-US" dirty="0" err="1">
              <a:solidFill>
                <a:schemeClr val="accent6">
                  <a:lumMod val="75000"/>
                </a:schemeClr>
              </a:solidFill>
            </a:rPr>
            <a:t>Có</a:t>
          </a:r>
          <a:r>
            <a:rPr lang="en-US" dirty="0">
              <a:solidFill>
                <a:schemeClr val="accent6">
                  <a:lumMod val="75000"/>
                </a:schemeClr>
              </a:solidFill>
            </a:rPr>
            <a:t> </a:t>
          </a:r>
          <a:r>
            <a:rPr lang="en-US" dirty="0" err="1">
              <a:solidFill>
                <a:schemeClr val="accent6">
                  <a:lumMod val="75000"/>
                </a:schemeClr>
              </a:solidFill>
            </a:rPr>
            <a:t>bộ</a:t>
          </a:r>
          <a:r>
            <a:rPr lang="en-US" dirty="0">
              <a:solidFill>
                <a:schemeClr val="accent6">
                  <a:lumMod val="75000"/>
                </a:schemeClr>
              </a:solidFill>
            </a:rPr>
            <a:t> </a:t>
          </a:r>
          <a:r>
            <a:rPr lang="en-US" dirty="0" err="1">
              <a:solidFill>
                <a:schemeClr val="accent6">
                  <a:lumMod val="75000"/>
                </a:schemeClr>
              </a:solidFill>
            </a:rPr>
            <a:t>phận</a:t>
          </a:r>
          <a:r>
            <a:rPr lang="en-US" dirty="0">
              <a:solidFill>
                <a:schemeClr val="accent6">
                  <a:lumMod val="75000"/>
                </a:schemeClr>
              </a:solidFill>
            </a:rPr>
            <a:t> </a:t>
          </a:r>
          <a:r>
            <a:rPr lang="en-US" dirty="0" err="1">
              <a:solidFill>
                <a:schemeClr val="accent6">
                  <a:lumMod val="75000"/>
                </a:schemeClr>
              </a:solidFill>
            </a:rPr>
            <a:t>chuyên</a:t>
          </a:r>
          <a:r>
            <a:rPr lang="en-US" dirty="0">
              <a:solidFill>
                <a:schemeClr val="accent6">
                  <a:lumMod val="75000"/>
                </a:schemeClr>
              </a:solidFill>
            </a:rPr>
            <a:t> </a:t>
          </a:r>
          <a:r>
            <a:rPr lang="en-US" dirty="0" err="1">
              <a:solidFill>
                <a:schemeClr val="accent6">
                  <a:lumMod val="75000"/>
                </a:schemeClr>
              </a:solidFill>
            </a:rPr>
            <a:t>trách</a:t>
          </a:r>
          <a:r>
            <a:rPr lang="en-US" dirty="0">
              <a:solidFill>
                <a:schemeClr val="accent6">
                  <a:lumMod val="75000"/>
                </a:schemeClr>
              </a:solidFill>
            </a:rPr>
            <a:t> </a:t>
          </a:r>
          <a:r>
            <a:rPr lang="en-US" dirty="0" err="1">
              <a:solidFill>
                <a:schemeClr val="accent6">
                  <a:lumMod val="75000"/>
                </a:schemeClr>
              </a:solidFill>
            </a:rPr>
            <a:t>thực</a:t>
          </a:r>
          <a:r>
            <a:rPr lang="en-US" dirty="0">
              <a:solidFill>
                <a:schemeClr val="accent6">
                  <a:lumMod val="75000"/>
                </a:schemeClr>
              </a:solidFill>
            </a:rPr>
            <a:t> </a:t>
          </a:r>
          <a:r>
            <a:rPr lang="en-US" dirty="0" err="1">
              <a:solidFill>
                <a:schemeClr val="accent6">
                  <a:lumMod val="75000"/>
                </a:schemeClr>
              </a:solidFill>
            </a:rPr>
            <a:t>hiện</a:t>
          </a:r>
          <a:r>
            <a:rPr lang="en-US" dirty="0">
              <a:solidFill>
                <a:schemeClr val="accent6">
                  <a:lumMod val="75000"/>
                </a:schemeClr>
              </a:solidFill>
            </a:rPr>
            <a:t> </a:t>
          </a:r>
          <a:r>
            <a:rPr lang="en-US" dirty="0" err="1">
              <a:solidFill>
                <a:schemeClr val="accent6">
                  <a:lumMod val="75000"/>
                </a:schemeClr>
              </a:solidFill>
            </a:rPr>
            <a:t>nhiệm</a:t>
          </a:r>
          <a:r>
            <a:rPr lang="en-US" dirty="0">
              <a:solidFill>
                <a:schemeClr val="accent6">
                  <a:lumMod val="75000"/>
                </a:schemeClr>
              </a:solidFill>
            </a:rPr>
            <a:t> </a:t>
          </a:r>
          <a:r>
            <a:rPr lang="en-US" dirty="0" err="1">
              <a:solidFill>
                <a:schemeClr val="accent6">
                  <a:lumMod val="75000"/>
                </a:schemeClr>
              </a:solidFill>
            </a:rPr>
            <a:t>vụ</a:t>
          </a:r>
          <a:endParaRPr lang="en-US" dirty="0">
            <a:solidFill>
              <a:schemeClr val="accent6">
                <a:lumMod val="75000"/>
              </a:schemeClr>
            </a:solidFill>
          </a:endParaRPr>
        </a:p>
      </dgm:t>
    </dgm:pt>
    <dgm:pt modelId="{CC92FC79-1738-44B5-B5C5-CDA6CDB71E5B}" type="parTrans" cxnId="{57A92966-5278-4851-8200-38721BC8A5E8}">
      <dgm:prSet/>
      <dgm:spPr/>
      <dgm:t>
        <a:bodyPr/>
        <a:lstStyle/>
        <a:p>
          <a:endParaRPr lang="en-US"/>
        </a:p>
      </dgm:t>
    </dgm:pt>
    <dgm:pt modelId="{2AD7C5DE-09DA-49C0-827C-0690A8944C27}" type="sibTrans" cxnId="{57A92966-5278-4851-8200-38721BC8A5E8}">
      <dgm:prSet/>
      <dgm:spPr/>
      <dgm:t>
        <a:bodyPr/>
        <a:lstStyle/>
        <a:p>
          <a:endParaRPr lang="en-US"/>
        </a:p>
      </dgm:t>
    </dgm:pt>
    <dgm:pt modelId="{EAC59481-D5EC-4E0D-992C-F0671590F25A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 err="1"/>
            <a:t>Không</a:t>
          </a:r>
          <a:r>
            <a:rPr lang="en-US" dirty="0"/>
            <a:t> </a:t>
          </a:r>
          <a:r>
            <a:rPr lang="en-US" dirty="0" err="1"/>
            <a:t>được</a:t>
          </a:r>
          <a:r>
            <a:rPr lang="en-US" dirty="0"/>
            <a:t> </a:t>
          </a:r>
          <a:r>
            <a:rPr lang="en-US" dirty="0" err="1"/>
            <a:t>nhận</a:t>
          </a:r>
          <a:r>
            <a:rPr lang="en-US" dirty="0"/>
            <a:t> </a:t>
          </a:r>
          <a:r>
            <a:rPr lang="en-US" dirty="0" err="1"/>
            <a:t>bất</a:t>
          </a:r>
          <a:r>
            <a:rPr lang="en-US" dirty="0"/>
            <a:t> </a:t>
          </a:r>
          <a:r>
            <a:rPr lang="en-US" dirty="0" err="1"/>
            <a:t>kỳ</a:t>
          </a:r>
          <a:r>
            <a:rPr lang="en-US" dirty="0"/>
            <a:t> </a:t>
          </a:r>
          <a:r>
            <a:rPr lang="en-US" dirty="0" err="1"/>
            <a:t>lợi</a:t>
          </a:r>
          <a:r>
            <a:rPr lang="en-US" dirty="0"/>
            <a:t> </a:t>
          </a:r>
          <a:r>
            <a:rPr lang="en-US" dirty="0" err="1"/>
            <a:t>ích</a:t>
          </a:r>
          <a:r>
            <a:rPr lang="en-US" dirty="0"/>
            <a:t> </a:t>
          </a:r>
          <a:r>
            <a:rPr lang="en-US" dirty="0" err="1"/>
            <a:t>không</a:t>
          </a:r>
          <a:r>
            <a:rPr lang="en-US" dirty="0"/>
            <a:t> </a:t>
          </a:r>
          <a:r>
            <a:rPr lang="en-US" dirty="0" err="1"/>
            <a:t>chính</a:t>
          </a:r>
          <a:r>
            <a:rPr lang="en-US" dirty="0"/>
            <a:t> </a:t>
          </a:r>
          <a:r>
            <a:rPr lang="en-US" dirty="0" err="1"/>
            <a:t>đáng</a:t>
          </a:r>
          <a:r>
            <a:rPr lang="en-US" dirty="0"/>
            <a:t>, </a:t>
          </a:r>
          <a:r>
            <a:rPr lang="en-US" dirty="0" err="1"/>
            <a:t>không</a:t>
          </a:r>
          <a:r>
            <a:rPr lang="en-US" dirty="0"/>
            <a:t> </a:t>
          </a:r>
          <a:r>
            <a:rPr lang="en-US" dirty="0" err="1"/>
            <a:t>hợp</a:t>
          </a:r>
          <a:r>
            <a:rPr lang="en-US" dirty="0"/>
            <a:t> </a:t>
          </a:r>
          <a:r>
            <a:rPr lang="en-US" dirty="0" err="1"/>
            <a:t>pháp</a:t>
          </a:r>
          <a:endParaRPr lang="en-US" dirty="0"/>
        </a:p>
      </dgm:t>
    </dgm:pt>
    <dgm:pt modelId="{1F9D3538-D2E2-443D-8B4B-86AC3EDCED8E}" type="parTrans" cxnId="{9D3A2A69-2E1F-4DAF-B512-D8E9ADC25B4A}">
      <dgm:prSet/>
      <dgm:spPr/>
      <dgm:t>
        <a:bodyPr/>
        <a:lstStyle/>
        <a:p>
          <a:endParaRPr lang="en-US"/>
        </a:p>
      </dgm:t>
    </dgm:pt>
    <dgm:pt modelId="{DFDB0D9F-059D-4AF1-B76B-526424E8D5F3}" type="sibTrans" cxnId="{9D3A2A69-2E1F-4DAF-B512-D8E9ADC25B4A}">
      <dgm:prSet/>
      <dgm:spPr/>
      <dgm:t>
        <a:bodyPr/>
        <a:lstStyle/>
        <a:p>
          <a:endParaRPr lang="en-US"/>
        </a:p>
      </dgm:t>
    </dgm:pt>
    <dgm:pt modelId="{3F605C16-CDDE-469B-A480-2D75E800FBE8}" type="pres">
      <dgm:prSet presAssocID="{60C510E3-B117-48A3-AD67-5EC2A16624D6}" presName="Name0" presStyleCnt="0">
        <dgm:presLayoutVars>
          <dgm:chMax val="7"/>
          <dgm:chPref val="7"/>
          <dgm:dir/>
        </dgm:presLayoutVars>
      </dgm:prSet>
      <dgm:spPr/>
    </dgm:pt>
    <dgm:pt modelId="{73052867-4444-4B47-B973-517A48286E90}" type="pres">
      <dgm:prSet presAssocID="{60C510E3-B117-48A3-AD67-5EC2A16624D6}" presName="Name1" presStyleCnt="0"/>
      <dgm:spPr/>
    </dgm:pt>
    <dgm:pt modelId="{91F720C1-F722-42E5-AE0A-B0E26187EC7E}" type="pres">
      <dgm:prSet presAssocID="{60C510E3-B117-48A3-AD67-5EC2A16624D6}" presName="cycle" presStyleCnt="0"/>
      <dgm:spPr/>
    </dgm:pt>
    <dgm:pt modelId="{F52D06C0-545E-44D8-B863-3B34A3934D6E}" type="pres">
      <dgm:prSet presAssocID="{60C510E3-B117-48A3-AD67-5EC2A16624D6}" presName="srcNode" presStyleLbl="node1" presStyleIdx="0" presStyleCnt="5"/>
      <dgm:spPr/>
    </dgm:pt>
    <dgm:pt modelId="{5339145C-03DB-4D2C-8C54-8E2D586AF523}" type="pres">
      <dgm:prSet presAssocID="{60C510E3-B117-48A3-AD67-5EC2A16624D6}" presName="conn" presStyleLbl="parChTrans1D2" presStyleIdx="0" presStyleCnt="1"/>
      <dgm:spPr/>
    </dgm:pt>
    <dgm:pt modelId="{34EFDDE2-A1C0-47E4-BF27-BAFC4B4A2699}" type="pres">
      <dgm:prSet presAssocID="{60C510E3-B117-48A3-AD67-5EC2A16624D6}" presName="extraNode" presStyleLbl="node1" presStyleIdx="0" presStyleCnt="5"/>
      <dgm:spPr/>
    </dgm:pt>
    <dgm:pt modelId="{1C2361CB-4522-4208-BFA6-528018E53828}" type="pres">
      <dgm:prSet presAssocID="{60C510E3-B117-48A3-AD67-5EC2A16624D6}" presName="dstNode" presStyleLbl="node1" presStyleIdx="0" presStyleCnt="5"/>
      <dgm:spPr/>
    </dgm:pt>
    <dgm:pt modelId="{CB448C4B-F3E9-4D79-A830-4ECF73138E81}" type="pres">
      <dgm:prSet presAssocID="{4520EBF3-61A1-4BF1-9ACB-C215554A22E2}" presName="text_1" presStyleLbl="node1" presStyleIdx="0" presStyleCnt="5">
        <dgm:presLayoutVars>
          <dgm:bulletEnabled val="1"/>
        </dgm:presLayoutVars>
      </dgm:prSet>
      <dgm:spPr>
        <a:prstGeom prst="roundRect">
          <a:avLst/>
        </a:prstGeom>
      </dgm:spPr>
    </dgm:pt>
    <dgm:pt modelId="{33C209B5-5897-448B-8C1D-43A068716B3B}" type="pres">
      <dgm:prSet presAssocID="{4520EBF3-61A1-4BF1-9ACB-C215554A22E2}" presName="accent_1" presStyleCnt="0"/>
      <dgm:spPr/>
    </dgm:pt>
    <dgm:pt modelId="{CC93A838-7F06-473C-9D17-B7DD6B8729D9}" type="pres">
      <dgm:prSet presAssocID="{4520EBF3-61A1-4BF1-9ACB-C215554A22E2}" presName="accentRepeatNode" presStyleLbl="solidFgAcc1" presStyleIdx="0" presStyleCnt="5" custLinFactNeighborX="3667" custLinFactNeighborY="958"/>
      <dgm:spPr>
        <a:ln>
          <a:solidFill>
            <a:srgbClr val="E2F0D9"/>
          </a:solidFill>
        </a:ln>
      </dgm:spPr>
    </dgm:pt>
    <dgm:pt modelId="{48BD87AE-8A2A-432B-8F0E-435C470837FB}" type="pres">
      <dgm:prSet presAssocID="{64712915-1C20-448D-9A8E-4308B1F1F24C}" presName="text_2" presStyleLbl="node1" presStyleIdx="1" presStyleCnt="5">
        <dgm:presLayoutVars>
          <dgm:bulletEnabled val="1"/>
        </dgm:presLayoutVars>
      </dgm:prSet>
      <dgm:spPr>
        <a:prstGeom prst="roundRect">
          <a:avLst/>
        </a:prstGeom>
      </dgm:spPr>
    </dgm:pt>
    <dgm:pt modelId="{554D486F-6BAA-4FC2-BA88-D82E3EBC6F01}" type="pres">
      <dgm:prSet presAssocID="{64712915-1C20-448D-9A8E-4308B1F1F24C}" presName="accent_2" presStyleCnt="0"/>
      <dgm:spPr/>
    </dgm:pt>
    <dgm:pt modelId="{80BDF817-9A6B-4C58-8912-0BC8F2784D03}" type="pres">
      <dgm:prSet presAssocID="{64712915-1C20-448D-9A8E-4308B1F1F24C}" presName="accentRepeatNode" presStyleLbl="solidFgAcc1" presStyleIdx="1" presStyleCnt="5"/>
      <dgm:spPr>
        <a:ln>
          <a:solidFill>
            <a:srgbClr val="C5E0B4"/>
          </a:solidFill>
        </a:ln>
      </dgm:spPr>
    </dgm:pt>
    <dgm:pt modelId="{B61102FA-4AF8-4DC8-AF1E-F141C70D95A1}" type="pres">
      <dgm:prSet presAssocID="{8CD261D1-C495-4834-9D03-AAA0738E6256}" presName="text_3" presStyleLbl="node1" presStyleIdx="2" presStyleCnt="5">
        <dgm:presLayoutVars>
          <dgm:bulletEnabled val="1"/>
        </dgm:presLayoutVars>
      </dgm:prSet>
      <dgm:spPr>
        <a:prstGeom prst="roundRect">
          <a:avLst/>
        </a:prstGeom>
      </dgm:spPr>
    </dgm:pt>
    <dgm:pt modelId="{7A881466-A9C2-4819-BCBB-60AD3625515A}" type="pres">
      <dgm:prSet presAssocID="{8CD261D1-C495-4834-9D03-AAA0738E6256}" presName="accent_3" presStyleCnt="0"/>
      <dgm:spPr/>
    </dgm:pt>
    <dgm:pt modelId="{C709EC4B-4EDA-4C9A-91BE-D68163C49C04}" type="pres">
      <dgm:prSet presAssocID="{8CD261D1-C495-4834-9D03-AAA0738E6256}" presName="accentRepeatNode" presStyleLbl="solidFgAcc1" presStyleIdx="2" presStyleCnt="5"/>
      <dgm:spPr>
        <a:ln>
          <a:solidFill>
            <a:srgbClr val="A9D18E"/>
          </a:solidFill>
        </a:ln>
      </dgm:spPr>
    </dgm:pt>
    <dgm:pt modelId="{044777BB-4E6D-4BDB-91C1-63B1EF590307}" type="pres">
      <dgm:prSet presAssocID="{526C99E5-12C7-4D28-AAB4-E307341A8271}" presName="text_4" presStyleLbl="node1" presStyleIdx="3" presStyleCnt="5">
        <dgm:presLayoutVars>
          <dgm:bulletEnabled val="1"/>
        </dgm:presLayoutVars>
      </dgm:prSet>
      <dgm:spPr>
        <a:prstGeom prst="roundRect">
          <a:avLst/>
        </a:prstGeom>
      </dgm:spPr>
    </dgm:pt>
    <dgm:pt modelId="{4FF1EC98-937C-4095-BBD5-FA6F81D5F84D}" type="pres">
      <dgm:prSet presAssocID="{526C99E5-12C7-4D28-AAB4-E307341A8271}" presName="accent_4" presStyleCnt="0"/>
      <dgm:spPr/>
    </dgm:pt>
    <dgm:pt modelId="{146D1A97-2989-4252-AEB8-1BF06DC98A2B}" type="pres">
      <dgm:prSet presAssocID="{526C99E5-12C7-4D28-AAB4-E307341A8271}" presName="accentRepeatNode" presStyleLbl="solidFgAcc1" presStyleIdx="3" presStyleCnt="5"/>
      <dgm:spPr>
        <a:ln>
          <a:solidFill>
            <a:srgbClr val="548235"/>
          </a:solidFill>
        </a:ln>
      </dgm:spPr>
    </dgm:pt>
    <dgm:pt modelId="{3EA82B9E-20C1-4764-B6EA-F35C47DA3246}" type="pres">
      <dgm:prSet presAssocID="{EAC59481-D5EC-4E0D-992C-F0671590F25A}" presName="text_5" presStyleLbl="node1" presStyleIdx="4" presStyleCnt="5">
        <dgm:presLayoutVars>
          <dgm:bulletEnabled val="1"/>
        </dgm:presLayoutVars>
      </dgm:prSet>
      <dgm:spPr>
        <a:prstGeom prst="roundRect">
          <a:avLst/>
        </a:prstGeom>
      </dgm:spPr>
    </dgm:pt>
    <dgm:pt modelId="{CC38FD05-A42C-4A29-87B6-1691499F6A3D}" type="pres">
      <dgm:prSet presAssocID="{EAC59481-D5EC-4E0D-992C-F0671590F25A}" presName="accent_5" presStyleCnt="0"/>
      <dgm:spPr/>
    </dgm:pt>
    <dgm:pt modelId="{101A1F9A-4937-45FE-B89B-E269425BDF8F}" type="pres">
      <dgm:prSet presAssocID="{EAC59481-D5EC-4E0D-992C-F0671590F25A}" presName="accentRepeatNode" presStyleLbl="solidFgAcc1" presStyleIdx="4" presStyleCnt="5"/>
      <dgm:spPr>
        <a:ln>
          <a:solidFill>
            <a:srgbClr val="385723"/>
          </a:solidFill>
        </a:ln>
      </dgm:spPr>
    </dgm:pt>
  </dgm:ptLst>
  <dgm:cxnLst>
    <dgm:cxn modelId="{A1DE0102-B1AC-4652-9655-95D39F2CBAD4}" type="presOf" srcId="{60C510E3-B117-48A3-AD67-5EC2A16624D6}" destId="{3F605C16-CDDE-469B-A480-2D75E800FBE8}" srcOrd="0" destOrd="0" presId="urn:microsoft.com/office/officeart/2008/layout/VerticalCurvedList"/>
    <dgm:cxn modelId="{529CF209-986A-488A-AF7C-94121F4DDBBE}" type="presOf" srcId="{64712915-1C20-448D-9A8E-4308B1F1F24C}" destId="{48BD87AE-8A2A-432B-8F0E-435C470837FB}" srcOrd="0" destOrd="0" presId="urn:microsoft.com/office/officeart/2008/layout/VerticalCurvedList"/>
    <dgm:cxn modelId="{71C23717-7215-4B6C-965E-6FF73DB8FD61}" type="presOf" srcId="{8CD261D1-C495-4834-9D03-AAA0738E6256}" destId="{B61102FA-4AF8-4DC8-AF1E-F141C70D95A1}" srcOrd="0" destOrd="0" presId="urn:microsoft.com/office/officeart/2008/layout/VerticalCurvedList"/>
    <dgm:cxn modelId="{71E9D917-F1C3-4C9D-82FC-933EA1765CF3}" type="presOf" srcId="{EAC59481-D5EC-4E0D-992C-F0671590F25A}" destId="{3EA82B9E-20C1-4764-B6EA-F35C47DA3246}" srcOrd="0" destOrd="0" presId="urn:microsoft.com/office/officeart/2008/layout/VerticalCurvedList"/>
    <dgm:cxn modelId="{E8620B20-1824-468A-9363-57B41BAED517}" srcId="{60C510E3-B117-48A3-AD67-5EC2A16624D6}" destId="{4520EBF3-61A1-4BF1-9ACB-C215554A22E2}" srcOrd="0" destOrd="0" parTransId="{7989B7D8-F122-4BA7-B325-30B0970B8E20}" sibTransId="{20F687D0-9176-4E35-9B42-D4BB3782FA0C}"/>
    <dgm:cxn modelId="{57A92966-5278-4851-8200-38721BC8A5E8}" srcId="{60C510E3-B117-48A3-AD67-5EC2A16624D6}" destId="{8CD261D1-C495-4834-9D03-AAA0738E6256}" srcOrd="2" destOrd="0" parTransId="{CC92FC79-1738-44B5-B5C5-CDA6CDB71E5B}" sibTransId="{2AD7C5DE-09DA-49C0-827C-0690A8944C27}"/>
    <dgm:cxn modelId="{9D3A2A69-2E1F-4DAF-B512-D8E9ADC25B4A}" srcId="{60C510E3-B117-48A3-AD67-5EC2A16624D6}" destId="{EAC59481-D5EC-4E0D-992C-F0671590F25A}" srcOrd="4" destOrd="0" parTransId="{1F9D3538-D2E2-443D-8B4B-86AC3EDCED8E}" sibTransId="{DFDB0D9F-059D-4AF1-B76B-526424E8D5F3}"/>
    <dgm:cxn modelId="{F8943F50-6A0A-4497-8519-B3762163700F}" type="presOf" srcId="{4520EBF3-61A1-4BF1-9ACB-C215554A22E2}" destId="{CB448C4B-F3E9-4D79-A830-4ECF73138E81}" srcOrd="0" destOrd="0" presId="urn:microsoft.com/office/officeart/2008/layout/VerticalCurvedList"/>
    <dgm:cxn modelId="{D3B6FA59-A0DE-4F08-A6FD-514116DBB41C}" type="presOf" srcId="{20F687D0-9176-4E35-9B42-D4BB3782FA0C}" destId="{5339145C-03DB-4D2C-8C54-8E2D586AF523}" srcOrd="0" destOrd="0" presId="urn:microsoft.com/office/officeart/2008/layout/VerticalCurvedList"/>
    <dgm:cxn modelId="{0A973B8E-D7F3-496F-A200-6403884FEF2A}" srcId="{60C510E3-B117-48A3-AD67-5EC2A16624D6}" destId="{64712915-1C20-448D-9A8E-4308B1F1F24C}" srcOrd="1" destOrd="0" parTransId="{A51F2C1A-1A19-444B-8BDE-67E141A4AE28}" sibTransId="{C46E05CD-BA15-46FF-92A1-AA352BE85B73}"/>
    <dgm:cxn modelId="{BDA12B99-B40A-4222-8A40-845859FDC3DD}" type="presOf" srcId="{526C99E5-12C7-4D28-AAB4-E307341A8271}" destId="{044777BB-4E6D-4BDB-91C1-63B1EF590307}" srcOrd="0" destOrd="0" presId="urn:microsoft.com/office/officeart/2008/layout/VerticalCurvedList"/>
    <dgm:cxn modelId="{073E8DE4-1417-4547-BCC6-3C22F60BD511}" srcId="{60C510E3-B117-48A3-AD67-5EC2A16624D6}" destId="{526C99E5-12C7-4D28-AAB4-E307341A8271}" srcOrd="3" destOrd="0" parTransId="{792481D0-F0E3-48EB-AEFB-5E9F60E15528}" sibTransId="{A12C32B7-62D4-4ACC-9A53-8E4795CC6124}"/>
    <dgm:cxn modelId="{290A62E9-4408-4A5E-B771-C1D444998094}" type="presParOf" srcId="{3F605C16-CDDE-469B-A480-2D75E800FBE8}" destId="{73052867-4444-4B47-B973-517A48286E90}" srcOrd="0" destOrd="0" presId="urn:microsoft.com/office/officeart/2008/layout/VerticalCurvedList"/>
    <dgm:cxn modelId="{ED01E7F4-CDF4-4DC3-BCC9-250B0F4B89C1}" type="presParOf" srcId="{73052867-4444-4B47-B973-517A48286E90}" destId="{91F720C1-F722-42E5-AE0A-B0E26187EC7E}" srcOrd="0" destOrd="0" presId="urn:microsoft.com/office/officeart/2008/layout/VerticalCurvedList"/>
    <dgm:cxn modelId="{F378EE5D-495E-46EF-9BE8-C005BC536A33}" type="presParOf" srcId="{91F720C1-F722-42E5-AE0A-B0E26187EC7E}" destId="{F52D06C0-545E-44D8-B863-3B34A3934D6E}" srcOrd="0" destOrd="0" presId="urn:microsoft.com/office/officeart/2008/layout/VerticalCurvedList"/>
    <dgm:cxn modelId="{5802956C-A73A-4783-8DAC-956BEB037708}" type="presParOf" srcId="{91F720C1-F722-42E5-AE0A-B0E26187EC7E}" destId="{5339145C-03DB-4D2C-8C54-8E2D586AF523}" srcOrd="1" destOrd="0" presId="urn:microsoft.com/office/officeart/2008/layout/VerticalCurvedList"/>
    <dgm:cxn modelId="{6DBB66B3-CF92-4288-B8BE-B3BB7610E5CA}" type="presParOf" srcId="{91F720C1-F722-42E5-AE0A-B0E26187EC7E}" destId="{34EFDDE2-A1C0-47E4-BF27-BAFC4B4A2699}" srcOrd="2" destOrd="0" presId="urn:microsoft.com/office/officeart/2008/layout/VerticalCurvedList"/>
    <dgm:cxn modelId="{2725DD7A-7B48-422A-8122-6DBC00E2D94E}" type="presParOf" srcId="{91F720C1-F722-42E5-AE0A-B0E26187EC7E}" destId="{1C2361CB-4522-4208-BFA6-528018E53828}" srcOrd="3" destOrd="0" presId="urn:microsoft.com/office/officeart/2008/layout/VerticalCurvedList"/>
    <dgm:cxn modelId="{958F2D96-7294-46B0-862D-BF014A6F9CCC}" type="presParOf" srcId="{73052867-4444-4B47-B973-517A48286E90}" destId="{CB448C4B-F3E9-4D79-A830-4ECF73138E81}" srcOrd="1" destOrd="0" presId="urn:microsoft.com/office/officeart/2008/layout/VerticalCurvedList"/>
    <dgm:cxn modelId="{DDB07E9C-CEF6-4B5F-85CA-8C987AA59803}" type="presParOf" srcId="{73052867-4444-4B47-B973-517A48286E90}" destId="{33C209B5-5897-448B-8C1D-43A068716B3B}" srcOrd="2" destOrd="0" presId="urn:microsoft.com/office/officeart/2008/layout/VerticalCurvedList"/>
    <dgm:cxn modelId="{590D4DD8-D130-4E17-9004-A8267B5E5C4F}" type="presParOf" srcId="{33C209B5-5897-448B-8C1D-43A068716B3B}" destId="{CC93A838-7F06-473C-9D17-B7DD6B8729D9}" srcOrd="0" destOrd="0" presId="urn:microsoft.com/office/officeart/2008/layout/VerticalCurvedList"/>
    <dgm:cxn modelId="{C96C9AC5-3154-4FFF-84AE-E63F5EFCAAE8}" type="presParOf" srcId="{73052867-4444-4B47-B973-517A48286E90}" destId="{48BD87AE-8A2A-432B-8F0E-435C470837FB}" srcOrd="3" destOrd="0" presId="urn:microsoft.com/office/officeart/2008/layout/VerticalCurvedList"/>
    <dgm:cxn modelId="{8C1F58B0-7276-484A-AFCA-C97E08A9D5E0}" type="presParOf" srcId="{73052867-4444-4B47-B973-517A48286E90}" destId="{554D486F-6BAA-4FC2-BA88-D82E3EBC6F01}" srcOrd="4" destOrd="0" presId="urn:microsoft.com/office/officeart/2008/layout/VerticalCurvedList"/>
    <dgm:cxn modelId="{76F50937-7E62-4D10-97BB-358C7ACE4B3A}" type="presParOf" srcId="{554D486F-6BAA-4FC2-BA88-D82E3EBC6F01}" destId="{80BDF817-9A6B-4C58-8912-0BC8F2784D03}" srcOrd="0" destOrd="0" presId="urn:microsoft.com/office/officeart/2008/layout/VerticalCurvedList"/>
    <dgm:cxn modelId="{E21E0DCC-518C-4D66-A169-9ED0833A3067}" type="presParOf" srcId="{73052867-4444-4B47-B973-517A48286E90}" destId="{B61102FA-4AF8-4DC8-AF1E-F141C70D95A1}" srcOrd="5" destOrd="0" presId="urn:microsoft.com/office/officeart/2008/layout/VerticalCurvedList"/>
    <dgm:cxn modelId="{CC8497B1-C903-4B92-8C37-0032AEC02686}" type="presParOf" srcId="{73052867-4444-4B47-B973-517A48286E90}" destId="{7A881466-A9C2-4819-BCBB-60AD3625515A}" srcOrd="6" destOrd="0" presId="urn:microsoft.com/office/officeart/2008/layout/VerticalCurvedList"/>
    <dgm:cxn modelId="{4D951996-9CB8-4D60-98C9-DEC68EDCC52B}" type="presParOf" srcId="{7A881466-A9C2-4819-BCBB-60AD3625515A}" destId="{C709EC4B-4EDA-4C9A-91BE-D68163C49C04}" srcOrd="0" destOrd="0" presId="urn:microsoft.com/office/officeart/2008/layout/VerticalCurvedList"/>
    <dgm:cxn modelId="{E22441C9-6319-42FC-9414-8B0F42AB6938}" type="presParOf" srcId="{73052867-4444-4B47-B973-517A48286E90}" destId="{044777BB-4E6D-4BDB-91C1-63B1EF590307}" srcOrd="7" destOrd="0" presId="urn:microsoft.com/office/officeart/2008/layout/VerticalCurvedList"/>
    <dgm:cxn modelId="{357B1D8B-1367-469D-915D-B82EE62C1BA1}" type="presParOf" srcId="{73052867-4444-4B47-B973-517A48286E90}" destId="{4FF1EC98-937C-4095-BBD5-FA6F81D5F84D}" srcOrd="8" destOrd="0" presId="urn:microsoft.com/office/officeart/2008/layout/VerticalCurvedList"/>
    <dgm:cxn modelId="{176212F3-7644-421B-BD7B-0EB8851474C5}" type="presParOf" srcId="{4FF1EC98-937C-4095-BBD5-FA6F81D5F84D}" destId="{146D1A97-2989-4252-AEB8-1BF06DC98A2B}" srcOrd="0" destOrd="0" presId="urn:microsoft.com/office/officeart/2008/layout/VerticalCurvedList"/>
    <dgm:cxn modelId="{041BFA1F-0906-4DEF-93E9-331A96DF156F}" type="presParOf" srcId="{73052867-4444-4B47-B973-517A48286E90}" destId="{3EA82B9E-20C1-4764-B6EA-F35C47DA3246}" srcOrd="9" destOrd="0" presId="urn:microsoft.com/office/officeart/2008/layout/VerticalCurvedList"/>
    <dgm:cxn modelId="{962BFB26-3870-45C3-9334-99DA1C5A7256}" type="presParOf" srcId="{73052867-4444-4B47-B973-517A48286E90}" destId="{CC38FD05-A42C-4A29-87B6-1691499F6A3D}" srcOrd="10" destOrd="0" presId="urn:microsoft.com/office/officeart/2008/layout/VerticalCurvedList"/>
    <dgm:cxn modelId="{FB2BE69C-F3FB-4B05-8D1E-24133198AD46}" type="presParOf" srcId="{CC38FD05-A42C-4A29-87B6-1691499F6A3D}" destId="{101A1F9A-4937-45FE-B89B-E269425BDF8F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3C026596-A206-4028-8970-975BA80B2F38}" type="doc">
      <dgm:prSet loTypeId="urn:microsoft.com/office/officeart/2005/8/layout/venn3" loCatId="relationship" qsTypeId="urn:microsoft.com/office/officeart/2005/8/quickstyle/simple3" qsCatId="simple" csTypeId="urn:microsoft.com/office/officeart/2005/8/colors/colorful5" csCatId="colorful" phldr="1"/>
      <dgm:spPr/>
      <dgm:t>
        <a:bodyPr/>
        <a:lstStyle/>
        <a:p>
          <a:endParaRPr lang="vi-VN"/>
        </a:p>
      </dgm:t>
    </dgm:pt>
    <dgm:pt modelId="{5FA13942-5FBA-4389-BFE9-D4792002E75E}">
      <dgm:prSet phldrT="[Text]"/>
      <dgm:spPr/>
      <dgm:t>
        <a:bodyPr/>
        <a:lstStyle/>
        <a:p>
          <a:r>
            <a:rPr lang="en-US" dirty="0" err="1"/>
            <a:t>Pháp</a:t>
          </a:r>
          <a:r>
            <a:rPr lang="en-US" dirty="0"/>
            <a:t> </a:t>
          </a:r>
          <a:r>
            <a:rPr lang="en-US" dirty="0" err="1"/>
            <a:t>lý</a:t>
          </a:r>
          <a:r>
            <a:rPr lang="en-US" dirty="0"/>
            <a:t> </a:t>
          </a:r>
          <a:r>
            <a:rPr lang="en-US" dirty="0" err="1"/>
            <a:t>và</a:t>
          </a:r>
          <a:r>
            <a:rPr lang="en-US" dirty="0"/>
            <a:t> </a:t>
          </a:r>
          <a:r>
            <a:rPr lang="en-US" dirty="0" err="1"/>
            <a:t>tuân</a:t>
          </a:r>
          <a:r>
            <a:rPr lang="en-US" dirty="0"/>
            <a:t> </a:t>
          </a:r>
          <a:r>
            <a:rPr lang="en-US" dirty="0" err="1"/>
            <a:t>thủ</a:t>
          </a:r>
          <a:endParaRPr lang="vi-VN" dirty="0"/>
        </a:p>
      </dgm:t>
    </dgm:pt>
    <dgm:pt modelId="{4E0B54FA-03C0-4C6D-9214-A8C146D47288}" type="parTrans" cxnId="{10E57657-8B1A-4138-B997-A25538EC9400}">
      <dgm:prSet/>
      <dgm:spPr/>
      <dgm:t>
        <a:bodyPr/>
        <a:lstStyle/>
        <a:p>
          <a:endParaRPr lang="vi-VN"/>
        </a:p>
      </dgm:t>
    </dgm:pt>
    <dgm:pt modelId="{90762C07-4A00-4EFC-9656-61D70FF5C9C8}" type="sibTrans" cxnId="{10E57657-8B1A-4138-B997-A25538EC9400}">
      <dgm:prSet/>
      <dgm:spPr/>
      <dgm:t>
        <a:bodyPr/>
        <a:lstStyle/>
        <a:p>
          <a:endParaRPr lang="vi-VN"/>
        </a:p>
      </dgm:t>
    </dgm:pt>
    <dgm:pt modelId="{E620FD31-27C5-4FB7-A6B1-36DAE03F0D67}">
      <dgm:prSet phldrT="[Text]"/>
      <dgm:spPr/>
      <dgm:t>
        <a:bodyPr/>
        <a:lstStyle/>
        <a:p>
          <a:r>
            <a:rPr lang="en-US" dirty="0" err="1"/>
            <a:t>Lưu</a:t>
          </a:r>
          <a:r>
            <a:rPr lang="en-US" dirty="0"/>
            <a:t> </a:t>
          </a:r>
          <a:r>
            <a:rPr lang="en-US" dirty="0" err="1"/>
            <a:t>ký&amp;Đăng</a:t>
          </a:r>
          <a:r>
            <a:rPr lang="en-US" dirty="0"/>
            <a:t> </a:t>
          </a:r>
          <a:r>
            <a:rPr lang="en-US" dirty="0" err="1"/>
            <a:t>ký</a:t>
          </a:r>
          <a:r>
            <a:rPr lang="en-US" dirty="0"/>
            <a:t> </a:t>
          </a:r>
          <a:r>
            <a:rPr lang="en-US" dirty="0" err="1"/>
            <a:t>ccq</a:t>
          </a:r>
          <a:endParaRPr lang="vi-VN" dirty="0"/>
        </a:p>
      </dgm:t>
    </dgm:pt>
    <dgm:pt modelId="{D44D028B-0DEA-4DEE-8A34-8CF19D128609}" type="parTrans" cxnId="{729FA976-9FE3-40D3-8E83-E4EFA2D39939}">
      <dgm:prSet/>
      <dgm:spPr/>
      <dgm:t>
        <a:bodyPr/>
        <a:lstStyle/>
        <a:p>
          <a:endParaRPr lang="vi-VN"/>
        </a:p>
      </dgm:t>
    </dgm:pt>
    <dgm:pt modelId="{2442EED7-9C31-46DB-BC77-CBADBD2CB15B}" type="sibTrans" cxnId="{729FA976-9FE3-40D3-8E83-E4EFA2D39939}">
      <dgm:prSet/>
      <dgm:spPr/>
      <dgm:t>
        <a:bodyPr/>
        <a:lstStyle/>
        <a:p>
          <a:endParaRPr lang="vi-VN"/>
        </a:p>
      </dgm:t>
    </dgm:pt>
    <dgm:pt modelId="{0276E654-43CD-401A-9C9E-587F34EC8B28}">
      <dgm:prSet phldrT="[Text]"/>
      <dgm:spPr/>
      <dgm:t>
        <a:bodyPr/>
        <a:lstStyle/>
        <a:p>
          <a:r>
            <a:rPr lang="en-US" dirty="0" err="1"/>
            <a:t>Kế</a:t>
          </a:r>
          <a:r>
            <a:rPr lang="en-US" dirty="0"/>
            <a:t> </a:t>
          </a:r>
          <a:r>
            <a:rPr lang="en-US" dirty="0" err="1"/>
            <a:t>toán</a:t>
          </a:r>
          <a:r>
            <a:rPr lang="en-US" dirty="0"/>
            <a:t> </a:t>
          </a:r>
          <a:r>
            <a:rPr lang="en-US" dirty="0" err="1"/>
            <a:t>và</a:t>
          </a:r>
          <a:r>
            <a:rPr lang="en-US" dirty="0"/>
            <a:t> </a:t>
          </a:r>
          <a:r>
            <a:rPr lang="en-US" dirty="0" err="1"/>
            <a:t>quản</a:t>
          </a:r>
          <a:r>
            <a:rPr lang="en-US" dirty="0"/>
            <a:t> </a:t>
          </a:r>
          <a:r>
            <a:rPr lang="en-US" dirty="0" err="1"/>
            <a:t>trị</a:t>
          </a:r>
          <a:r>
            <a:rPr lang="en-US" dirty="0"/>
            <a:t> </a:t>
          </a:r>
          <a:r>
            <a:rPr lang="en-US" dirty="0" err="1"/>
            <a:t>quỹ</a:t>
          </a:r>
          <a:endParaRPr lang="vi-VN" dirty="0"/>
        </a:p>
      </dgm:t>
    </dgm:pt>
    <dgm:pt modelId="{551C79E6-13F8-402E-85FA-21E957616EB9}" type="parTrans" cxnId="{CCC78934-B345-4701-9057-5A9F85A52FE5}">
      <dgm:prSet/>
      <dgm:spPr/>
      <dgm:t>
        <a:bodyPr/>
        <a:lstStyle/>
        <a:p>
          <a:endParaRPr lang="vi-VN"/>
        </a:p>
      </dgm:t>
    </dgm:pt>
    <dgm:pt modelId="{36935B82-4A07-4129-A9A9-4760BAB32F06}" type="sibTrans" cxnId="{CCC78934-B345-4701-9057-5A9F85A52FE5}">
      <dgm:prSet/>
      <dgm:spPr/>
      <dgm:t>
        <a:bodyPr/>
        <a:lstStyle/>
        <a:p>
          <a:endParaRPr lang="vi-VN"/>
        </a:p>
      </dgm:t>
    </dgm:pt>
    <dgm:pt modelId="{F51C5FDF-75EF-431F-8594-823D8B888900}">
      <dgm:prSet phldrT="[Text]"/>
      <dgm:spPr/>
      <dgm:t>
        <a:bodyPr/>
        <a:lstStyle/>
        <a:p>
          <a:r>
            <a:rPr lang="en-US" dirty="0" err="1"/>
            <a:t>IT&amp;Hệ</a:t>
          </a:r>
          <a:r>
            <a:rPr lang="en-US" dirty="0"/>
            <a:t> </a:t>
          </a:r>
          <a:r>
            <a:rPr lang="en-US" dirty="0" err="1"/>
            <a:t>thống</a:t>
          </a:r>
          <a:r>
            <a:rPr lang="en-US" dirty="0"/>
            <a:t> </a:t>
          </a:r>
          <a:r>
            <a:rPr lang="en-US" dirty="0" err="1"/>
            <a:t>phụ</a:t>
          </a:r>
          <a:r>
            <a:rPr lang="en-US" dirty="0"/>
            <a:t> </a:t>
          </a:r>
          <a:r>
            <a:rPr lang="en-US" dirty="0" err="1"/>
            <a:t>trợ</a:t>
          </a:r>
          <a:endParaRPr lang="vi-VN" dirty="0"/>
        </a:p>
      </dgm:t>
    </dgm:pt>
    <dgm:pt modelId="{64B4345C-B051-47B4-B956-0838CF985D11}" type="parTrans" cxnId="{D6FDB7B1-4CC0-4705-AC64-DCDFE75B827E}">
      <dgm:prSet/>
      <dgm:spPr/>
      <dgm:t>
        <a:bodyPr/>
        <a:lstStyle/>
        <a:p>
          <a:endParaRPr lang="vi-VN"/>
        </a:p>
      </dgm:t>
    </dgm:pt>
    <dgm:pt modelId="{F6C4FA83-2975-447E-9E15-3049C6AAA29F}" type="sibTrans" cxnId="{D6FDB7B1-4CC0-4705-AC64-DCDFE75B827E}">
      <dgm:prSet/>
      <dgm:spPr/>
      <dgm:t>
        <a:bodyPr/>
        <a:lstStyle/>
        <a:p>
          <a:endParaRPr lang="vi-VN"/>
        </a:p>
      </dgm:t>
    </dgm:pt>
    <dgm:pt modelId="{9023D455-007E-46BA-B525-082DDB6FE899}">
      <dgm:prSet phldrT="[Text]"/>
      <dgm:spPr/>
      <dgm:t>
        <a:bodyPr/>
        <a:lstStyle/>
        <a:p>
          <a:r>
            <a:rPr lang="en-US" dirty="0"/>
            <a:t>Marketing </a:t>
          </a:r>
          <a:r>
            <a:rPr lang="en-US" dirty="0" err="1"/>
            <a:t>và</a:t>
          </a:r>
          <a:r>
            <a:rPr lang="en-US" dirty="0"/>
            <a:t> </a:t>
          </a:r>
          <a:r>
            <a:rPr lang="en-US" dirty="0" err="1"/>
            <a:t>Phân</a:t>
          </a:r>
          <a:r>
            <a:rPr lang="en-US" dirty="0"/>
            <a:t> </a:t>
          </a:r>
          <a:r>
            <a:rPr lang="en-US" dirty="0" err="1"/>
            <a:t>phối</a:t>
          </a:r>
          <a:r>
            <a:rPr lang="en-US" dirty="0"/>
            <a:t> CCQ</a:t>
          </a:r>
          <a:endParaRPr lang="vi-VN" dirty="0"/>
        </a:p>
      </dgm:t>
    </dgm:pt>
    <dgm:pt modelId="{71ECE662-0987-426F-9AE4-DA0345EEFC04}" type="parTrans" cxnId="{5A66DB33-A7BC-4ED7-84A4-9D0204252FBB}">
      <dgm:prSet/>
      <dgm:spPr/>
      <dgm:t>
        <a:bodyPr/>
        <a:lstStyle/>
        <a:p>
          <a:endParaRPr lang="vi-VN"/>
        </a:p>
      </dgm:t>
    </dgm:pt>
    <dgm:pt modelId="{BA8B35FE-2264-4DEE-8BFF-7AF056B419AF}" type="sibTrans" cxnId="{5A66DB33-A7BC-4ED7-84A4-9D0204252FBB}">
      <dgm:prSet/>
      <dgm:spPr/>
      <dgm:t>
        <a:bodyPr/>
        <a:lstStyle/>
        <a:p>
          <a:endParaRPr lang="vi-VN"/>
        </a:p>
      </dgm:t>
    </dgm:pt>
    <dgm:pt modelId="{BC56E2FA-D14A-4AA6-B558-BBB476CA686A}">
      <dgm:prSet phldrT="[Text]"/>
      <dgm:spPr/>
      <dgm:t>
        <a:bodyPr/>
        <a:lstStyle/>
        <a:p>
          <a:r>
            <a:rPr lang="en-US" dirty="0" err="1"/>
            <a:t>Quản</a:t>
          </a:r>
          <a:r>
            <a:rPr lang="en-US" dirty="0"/>
            <a:t> </a:t>
          </a:r>
          <a:r>
            <a:rPr lang="en-US" dirty="0" err="1"/>
            <a:t>lý</a:t>
          </a:r>
          <a:r>
            <a:rPr lang="en-US" dirty="0"/>
            <a:t> </a:t>
          </a:r>
          <a:r>
            <a:rPr lang="en-US" dirty="0" err="1"/>
            <a:t>quỹ</a:t>
          </a:r>
          <a:r>
            <a:rPr lang="en-US" dirty="0"/>
            <a:t> </a:t>
          </a:r>
          <a:r>
            <a:rPr lang="en-US" dirty="0" err="1"/>
            <a:t>và</a:t>
          </a:r>
          <a:r>
            <a:rPr lang="en-US" dirty="0"/>
            <a:t> </a:t>
          </a:r>
          <a:r>
            <a:rPr lang="en-US" dirty="0" err="1"/>
            <a:t>tài</a:t>
          </a:r>
          <a:r>
            <a:rPr lang="en-US" dirty="0"/>
            <a:t> </a:t>
          </a:r>
          <a:r>
            <a:rPr lang="en-US" dirty="0" err="1"/>
            <a:t>sản</a:t>
          </a:r>
          <a:endParaRPr lang="vi-VN" dirty="0"/>
        </a:p>
      </dgm:t>
    </dgm:pt>
    <dgm:pt modelId="{8DD3CE54-322D-4F72-8C70-8C61B5DA3227}" type="parTrans" cxnId="{0E8CC8A8-F3B0-4F8E-873E-AADE08091374}">
      <dgm:prSet/>
      <dgm:spPr/>
      <dgm:t>
        <a:bodyPr/>
        <a:lstStyle/>
        <a:p>
          <a:endParaRPr lang="vi-VN"/>
        </a:p>
      </dgm:t>
    </dgm:pt>
    <dgm:pt modelId="{296F3F7F-F32D-4F1C-86D8-DE3AB720B99D}" type="sibTrans" cxnId="{0E8CC8A8-F3B0-4F8E-873E-AADE08091374}">
      <dgm:prSet/>
      <dgm:spPr/>
      <dgm:t>
        <a:bodyPr/>
        <a:lstStyle/>
        <a:p>
          <a:endParaRPr lang="vi-VN"/>
        </a:p>
      </dgm:t>
    </dgm:pt>
    <dgm:pt modelId="{E61920D9-2512-47B7-AC58-3D312B7703B2}" type="pres">
      <dgm:prSet presAssocID="{3C026596-A206-4028-8970-975BA80B2F38}" presName="Name0" presStyleCnt="0">
        <dgm:presLayoutVars>
          <dgm:dir/>
          <dgm:resizeHandles val="exact"/>
        </dgm:presLayoutVars>
      </dgm:prSet>
      <dgm:spPr/>
    </dgm:pt>
    <dgm:pt modelId="{D970C4F0-7CB6-4ADA-80B9-0F4093136785}" type="pres">
      <dgm:prSet presAssocID="{9023D455-007E-46BA-B525-082DDB6FE899}" presName="Name5" presStyleLbl="vennNode1" presStyleIdx="0" presStyleCnt="6">
        <dgm:presLayoutVars>
          <dgm:bulletEnabled val="1"/>
        </dgm:presLayoutVars>
      </dgm:prSet>
      <dgm:spPr/>
    </dgm:pt>
    <dgm:pt modelId="{579A2CAB-0020-478B-B736-C700FDD565EB}" type="pres">
      <dgm:prSet presAssocID="{BA8B35FE-2264-4DEE-8BFF-7AF056B419AF}" presName="space" presStyleCnt="0"/>
      <dgm:spPr/>
    </dgm:pt>
    <dgm:pt modelId="{E9EBB867-420D-46CD-BDC0-328D0F86EE3C}" type="pres">
      <dgm:prSet presAssocID="{F51C5FDF-75EF-431F-8594-823D8B888900}" presName="Name5" presStyleLbl="vennNode1" presStyleIdx="1" presStyleCnt="6">
        <dgm:presLayoutVars>
          <dgm:bulletEnabled val="1"/>
        </dgm:presLayoutVars>
      </dgm:prSet>
      <dgm:spPr/>
    </dgm:pt>
    <dgm:pt modelId="{FC2E21C6-4460-457C-A621-B72F932571C1}" type="pres">
      <dgm:prSet presAssocID="{F6C4FA83-2975-447E-9E15-3049C6AAA29F}" presName="space" presStyleCnt="0"/>
      <dgm:spPr/>
    </dgm:pt>
    <dgm:pt modelId="{E12FEB9B-9301-4EF8-8F8A-DFA28F920673}" type="pres">
      <dgm:prSet presAssocID="{5FA13942-5FBA-4389-BFE9-D4792002E75E}" presName="Name5" presStyleLbl="vennNode1" presStyleIdx="2" presStyleCnt="6">
        <dgm:presLayoutVars>
          <dgm:bulletEnabled val="1"/>
        </dgm:presLayoutVars>
      </dgm:prSet>
      <dgm:spPr/>
    </dgm:pt>
    <dgm:pt modelId="{965FC03B-6FE4-41A2-902D-1F40F8B84D0C}" type="pres">
      <dgm:prSet presAssocID="{90762C07-4A00-4EFC-9656-61D70FF5C9C8}" presName="space" presStyleCnt="0"/>
      <dgm:spPr/>
    </dgm:pt>
    <dgm:pt modelId="{2C905BEE-85F6-4BDA-9B4E-A4B4AB474DC8}" type="pres">
      <dgm:prSet presAssocID="{E620FD31-27C5-4FB7-A6B1-36DAE03F0D67}" presName="Name5" presStyleLbl="vennNode1" presStyleIdx="3" presStyleCnt="6">
        <dgm:presLayoutVars>
          <dgm:bulletEnabled val="1"/>
        </dgm:presLayoutVars>
      </dgm:prSet>
      <dgm:spPr/>
    </dgm:pt>
    <dgm:pt modelId="{7F9FC853-1891-4D8A-B4BC-6B188F705682}" type="pres">
      <dgm:prSet presAssocID="{2442EED7-9C31-46DB-BC77-CBADBD2CB15B}" presName="space" presStyleCnt="0"/>
      <dgm:spPr/>
    </dgm:pt>
    <dgm:pt modelId="{F3DF3456-8A22-4A59-8DAD-3CB78A408031}" type="pres">
      <dgm:prSet presAssocID="{0276E654-43CD-401A-9C9E-587F34EC8B28}" presName="Name5" presStyleLbl="vennNode1" presStyleIdx="4" presStyleCnt="6">
        <dgm:presLayoutVars>
          <dgm:bulletEnabled val="1"/>
        </dgm:presLayoutVars>
      </dgm:prSet>
      <dgm:spPr/>
    </dgm:pt>
    <dgm:pt modelId="{7D52505D-10DF-4C4B-8406-86739F66ED0F}" type="pres">
      <dgm:prSet presAssocID="{36935B82-4A07-4129-A9A9-4760BAB32F06}" presName="space" presStyleCnt="0"/>
      <dgm:spPr/>
    </dgm:pt>
    <dgm:pt modelId="{7F391D9B-140D-4A9D-9CB3-52B81677FCDA}" type="pres">
      <dgm:prSet presAssocID="{BC56E2FA-D14A-4AA6-B558-BBB476CA686A}" presName="Name5" presStyleLbl="vennNode1" presStyleIdx="5" presStyleCnt="6">
        <dgm:presLayoutVars>
          <dgm:bulletEnabled val="1"/>
        </dgm:presLayoutVars>
      </dgm:prSet>
      <dgm:spPr/>
    </dgm:pt>
  </dgm:ptLst>
  <dgm:cxnLst>
    <dgm:cxn modelId="{4735221C-DFA4-431B-90D4-9FF5792954F9}" type="presOf" srcId="{9023D455-007E-46BA-B525-082DDB6FE899}" destId="{D970C4F0-7CB6-4ADA-80B9-0F4093136785}" srcOrd="0" destOrd="0" presId="urn:microsoft.com/office/officeart/2005/8/layout/venn3"/>
    <dgm:cxn modelId="{9109611F-9BE9-4CE5-AAAB-53D6C6DA8761}" type="presOf" srcId="{E620FD31-27C5-4FB7-A6B1-36DAE03F0D67}" destId="{2C905BEE-85F6-4BDA-9B4E-A4B4AB474DC8}" srcOrd="0" destOrd="0" presId="urn:microsoft.com/office/officeart/2005/8/layout/venn3"/>
    <dgm:cxn modelId="{5A66DB33-A7BC-4ED7-84A4-9D0204252FBB}" srcId="{3C026596-A206-4028-8970-975BA80B2F38}" destId="{9023D455-007E-46BA-B525-082DDB6FE899}" srcOrd="0" destOrd="0" parTransId="{71ECE662-0987-426F-9AE4-DA0345EEFC04}" sibTransId="{BA8B35FE-2264-4DEE-8BFF-7AF056B419AF}"/>
    <dgm:cxn modelId="{CCC78934-B345-4701-9057-5A9F85A52FE5}" srcId="{3C026596-A206-4028-8970-975BA80B2F38}" destId="{0276E654-43CD-401A-9C9E-587F34EC8B28}" srcOrd="4" destOrd="0" parTransId="{551C79E6-13F8-402E-85FA-21E957616EB9}" sibTransId="{36935B82-4A07-4129-A9A9-4760BAB32F06}"/>
    <dgm:cxn modelId="{729FA976-9FE3-40D3-8E83-E4EFA2D39939}" srcId="{3C026596-A206-4028-8970-975BA80B2F38}" destId="{E620FD31-27C5-4FB7-A6B1-36DAE03F0D67}" srcOrd="3" destOrd="0" parTransId="{D44D028B-0DEA-4DEE-8A34-8CF19D128609}" sibTransId="{2442EED7-9C31-46DB-BC77-CBADBD2CB15B}"/>
    <dgm:cxn modelId="{10E57657-8B1A-4138-B997-A25538EC9400}" srcId="{3C026596-A206-4028-8970-975BA80B2F38}" destId="{5FA13942-5FBA-4389-BFE9-D4792002E75E}" srcOrd="2" destOrd="0" parTransId="{4E0B54FA-03C0-4C6D-9214-A8C146D47288}" sibTransId="{90762C07-4A00-4EFC-9656-61D70FF5C9C8}"/>
    <dgm:cxn modelId="{784E277B-4216-42D2-A29A-CCE433153DCD}" type="presOf" srcId="{3C026596-A206-4028-8970-975BA80B2F38}" destId="{E61920D9-2512-47B7-AC58-3D312B7703B2}" srcOrd="0" destOrd="0" presId="urn:microsoft.com/office/officeart/2005/8/layout/venn3"/>
    <dgm:cxn modelId="{679C219F-3455-4BAA-8A03-0DC4AC78ACE5}" type="presOf" srcId="{0276E654-43CD-401A-9C9E-587F34EC8B28}" destId="{F3DF3456-8A22-4A59-8DAD-3CB78A408031}" srcOrd="0" destOrd="0" presId="urn:microsoft.com/office/officeart/2005/8/layout/venn3"/>
    <dgm:cxn modelId="{0E8CC8A8-F3B0-4F8E-873E-AADE08091374}" srcId="{3C026596-A206-4028-8970-975BA80B2F38}" destId="{BC56E2FA-D14A-4AA6-B558-BBB476CA686A}" srcOrd="5" destOrd="0" parTransId="{8DD3CE54-322D-4F72-8C70-8C61B5DA3227}" sibTransId="{296F3F7F-F32D-4F1C-86D8-DE3AB720B99D}"/>
    <dgm:cxn modelId="{D6FDB7B1-4CC0-4705-AC64-DCDFE75B827E}" srcId="{3C026596-A206-4028-8970-975BA80B2F38}" destId="{F51C5FDF-75EF-431F-8594-823D8B888900}" srcOrd="1" destOrd="0" parTransId="{64B4345C-B051-47B4-B956-0838CF985D11}" sibTransId="{F6C4FA83-2975-447E-9E15-3049C6AAA29F}"/>
    <dgm:cxn modelId="{058437B2-95BA-476F-9C3F-7CF327A59A6F}" type="presOf" srcId="{F51C5FDF-75EF-431F-8594-823D8B888900}" destId="{E9EBB867-420D-46CD-BDC0-328D0F86EE3C}" srcOrd="0" destOrd="0" presId="urn:microsoft.com/office/officeart/2005/8/layout/venn3"/>
    <dgm:cxn modelId="{A26B28B9-461D-4F26-A973-0F72DA3C42F6}" type="presOf" srcId="{5FA13942-5FBA-4389-BFE9-D4792002E75E}" destId="{E12FEB9B-9301-4EF8-8F8A-DFA28F920673}" srcOrd="0" destOrd="0" presId="urn:microsoft.com/office/officeart/2005/8/layout/venn3"/>
    <dgm:cxn modelId="{4CA125E7-6044-4863-AB56-380B42E4914E}" type="presOf" srcId="{BC56E2FA-D14A-4AA6-B558-BBB476CA686A}" destId="{7F391D9B-140D-4A9D-9CB3-52B81677FCDA}" srcOrd="0" destOrd="0" presId="urn:microsoft.com/office/officeart/2005/8/layout/venn3"/>
    <dgm:cxn modelId="{77C2C70D-3A96-49F4-8BB3-6D0E9F568A96}" type="presParOf" srcId="{E61920D9-2512-47B7-AC58-3D312B7703B2}" destId="{D970C4F0-7CB6-4ADA-80B9-0F4093136785}" srcOrd="0" destOrd="0" presId="urn:microsoft.com/office/officeart/2005/8/layout/venn3"/>
    <dgm:cxn modelId="{0C05E9B2-6255-4D54-8BFA-1F736EB77E8C}" type="presParOf" srcId="{E61920D9-2512-47B7-AC58-3D312B7703B2}" destId="{579A2CAB-0020-478B-B736-C700FDD565EB}" srcOrd="1" destOrd="0" presId="urn:microsoft.com/office/officeart/2005/8/layout/venn3"/>
    <dgm:cxn modelId="{3D6044BF-858F-4EFD-B96A-B4D4B70E9440}" type="presParOf" srcId="{E61920D9-2512-47B7-AC58-3D312B7703B2}" destId="{E9EBB867-420D-46CD-BDC0-328D0F86EE3C}" srcOrd="2" destOrd="0" presId="urn:microsoft.com/office/officeart/2005/8/layout/venn3"/>
    <dgm:cxn modelId="{851D1D2B-6941-4E11-AF9A-F0815483947B}" type="presParOf" srcId="{E61920D9-2512-47B7-AC58-3D312B7703B2}" destId="{FC2E21C6-4460-457C-A621-B72F932571C1}" srcOrd="3" destOrd="0" presId="urn:microsoft.com/office/officeart/2005/8/layout/venn3"/>
    <dgm:cxn modelId="{D0635104-C3A1-48B8-B73E-117140AB67C9}" type="presParOf" srcId="{E61920D9-2512-47B7-AC58-3D312B7703B2}" destId="{E12FEB9B-9301-4EF8-8F8A-DFA28F920673}" srcOrd="4" destOrd="0" presId="urn:microsoft.com/office/officeart/2005/8/layout/venn3"/>
    <dgm:cxn modelId="{FAFF876A-10B7-4B29-BD0F-DFFBAA581ADE}" type="presParOf" srcId="{E61920D9-2512-47B7-AC58-3D312B7703B2}" destId="{965FC03B-6FE4-41A2-902D-1F40F8B84D0C}" srcOrd="5" destOrd="0" presId="urn:microsoft.com/office/officeart/2005/8/layout/venn3"/>
    <dgm:cxn modelId="{1C69ACF4-5821-4CF7-97B1-394E59352666}" type="presParOf" srcId="{E61920D9-2512-47B7-AC58-3D312B7703B2}" destId="{2C905BEE-85F6-4BDA-9B4E-A4B4AB474DC8}" srcOrd="6" destOrd="0" presId="urn:microsoft.com/office/officeart/2005/8/layout/venn3"/>
    <dgm:cxn modelId="{40F876A1-246A-41DE-834A-93FA92A490C8}" type="presParOf" srcId="{E61920D9-2512-47B7-AC58-3D312B7703B2}" destId="{7F9FC853-1891-4D8A-B4BC-6B188F705682}" srcOrd="7" destOrd="0" presId="urn:microsoft.com/office/officeart/2005/8/layout/venn3"/>
    <dgm:cxn modelId="{5EC94900-D70E-400E-ABF9-7BC1CBE6F886}" type="presParOf" srcId="{E61920D9-2512-47B7-AC58-3D312B7703B2}" destId="{F3DF3456-8A22-4A59-8DAD-3CB78A408031}" srcOrd="8" destOrd="0" presId="urn:microsoft.com/office/officeart/2005/8/layout/venn3"/>
    <dgm:cxn modelId="{423FAC53-3F4F-41FC-8791-79098187B85A}" type="presParOf" srcId="{E61920D9-2512-47B7-AC58-3D312B7703B2}" destId="{7D52505D-10DF-4C4B-8406-86739F66ED0F}" srcOrd="9" destOrd="0" presId="urn:microsoft.com/office/officeart/2005/8/layout/venn3"/>
    <dgm:cxn modelId="{5B37D196-9A8D-4EA0-9BAB-A1187BB724BF}" type="presParOf" srcId="{E61920D9-2512-47B7-AC58-3D312B7703B2}" destId="{7F391D9B-140D-4A9D-9CB3-52B81677FCDA}" srcOrd="1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70720571-C198-405B-990F-02787002AEE8}" type="doc">
      <dgm:prSet loTypeId="urn:microsoft.com/office/officeart/2005/8/layout/radial4" loCatId="relationship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56401C5-15E0-4C8D-9791-9D8E417095EF}">
      <dgm:prSet phldrT="[Text]" custT="1"/>
      <dgm:spPr/>
      <dgm:t>
        <a:bodyPr/>
        <a:lstStyle/>
        <a:p>
          <a:r>
            <a:rPr lang="en-US" sz="1800" b="1" dirty="0"/>
            <a:t>QUỸ ĐẦU TƯ CHỨNG KHOÁN</a:t>
          </a:r>
        </a:p>
      </dgm:t>
    </dgm:pt>
    <dgm:pt modelId="{72CC7F1E-FD01-48B7-AC9A-57FFAA155F3E}" type="parTrans" cxnId="{3A10F565-3814-428F-8CCC-0EDA6CA22D3F}">
      <dgm:prSet/>
      <dgm:spPr/>
      <dgm:t>
        <a:bodyPr/>
        <a:lstStyle/>
        <a:p>
          <a:endParaRPr lang="en-US" sz="1400" b="1"/>
        </a:p>
      </dgm:t>
    </dgm:pt>
    <dgm:pt modelId="{59CB29E9-8E64-4DED-BB75-68B17265D32F}" type="sibTrans" cxnId="{3A10F565-3814-428F-8CCC-0EDA6CA22D3F}">
      <dgm:prSet/>
      <dgm:spPr/>
      <dgm:t>
        <a:bodyPr/>
        <a:lstStyle/>
        <a:p>
          <a:endParaRPr lang="en-US" sz="1400" b="1"/>
        </a:p>
      </dgm:t>
    </dgm:pt>
    <dgm:pt modelId="{58BDCFD8-B058-4B54-B3A1-2D2752597A8C}">
      <dgm:prSet phldrT="[Text]" custT="1"/>
      <dgm:spPr/>
      <dgm:t>
        <a:bodyPr/>
        <a:lstStyle/>
        <a:p>
          <a:pPr>
            <a:buNone/>
          </a:pPr>
          <a:r>
            <a:rPr lang="en-US" sz="1400" b="1" dirty="0"/>
            <a:t>TRÌNH ĐỘ PHÁT TRIỂN NỀN KINH TẾ</a:t>
          </a:r>
        </a:p>
      </dgm:t>
    </dgm:pt>
    <dgm:pt modelId="{5586713D-A617-47D6-A19F-9EB849FCF0EB}" type="parTrans" cxnId="{B1E443A6-21C1-45CC-8A7A-6FEB3757A1A1}">
      <dgm:prSet/>
      <dgm:spPr/>
      <dgm:t>
        <a:bodyPr/>
        <a:lstStyle/>
        <a:p>
          <a:endParaRPr lang="en-US" sz="1400" b="1"/>
        </a:p>
      </dgm:t>
    </dgm:pt>
    <dgm:pt modelId="{2C0F8991-8AAF-4DD4-AF53-9B4B10E50ABB}" type="sibTrans" cxnId="{B1E443A6-21C1-45CC-8A7A-6FEB3757A1A1}">
      <dgm:prSet/>
      <dgm:spPr/>
      <dgm:t>
        <a:bodyPr/>
        <a:lstStyle/>
        <a:p>
          <a:endParaRPr lang="en-US" sz="1400" b="1"/>
        </a:p>
      </dgm:t>
    </dgm:pt>
    <dgm:pt modelId="{BAF5904F-DBB5-4E41-A86F-158A5F9B1C60}">
      <dgm:prSet phldrT="[Text]" custT="1"/>
      <dgm:spPr/>
      <dgm:t>
        <a:bodyPr/>
        <a:lstStyle/>
        <a:p>
          <a:pPr>
            <a:buNone/>
          </a:pPr>
          <a:r>
            <a:rPr lang="en-US" sz="1400" b="1" dirty="0"/>
            <a:t>SỰ PHÁT TRIỂN CỦA TTCK</a:t>
          </a:r>
        </a:p>
      </dgm:t>
    </dgm:pt>
    <dgm:pt modelId="{C551E716-7513-40D4-809D-98DAC15007BF}" type="parTrans" cxnId="{C434933E-9DF9-44F6-A7C0-A0F5A5685D69}">
      <dgm:prSet/>
      <dgm:spPr/>
      <dgm:t>
        <a:bodyPr/>
        <a:lstStyle/>
        <a:p>
          <a:endParaRPr lang="en-US" sz="1400" b="1"/>
        </a:p>
      </dgm:t>
    </dgm:pt>
    <dgm:pt modelId="{5FC86132-7F68-4F31-A27B-764A8E627192}" type="sibTrans" cxnId="{C434933E-9DF9-44F6-A7C0-A0F5A5685D69}">
      <dgm:prSet/>
      <dgm:spPr/>
      <dgm:t>
        <a:bodyPr/>
        <a:lstStyle/>
        <a:p>
          <a:endParaRPr lang="en-US" sz="1400" b="1"/>
        </a:p>
      </dgm:t>
    </dgm:pt>
    <dgm:pt modelId="{0F6EC61B-6B5D-4E76-9547-21D2139C5397}">
      <dgm:prSet phldrT="[Text]" custT="1"/>
      <dgm:spPr/>
      <dgm:t>
        <a:bodyPr/>
        <a:lstStyle/>
        <a:p>
          <a:pPr>
            <a:buNone/>
          </a:pPr>
          <a:r>
            <a:rPr lang="en-US" sz="1400" b="1" dirty="0"/>
            <a:t>MÔI TRƯỜNG PHÁP LÝ</a:t>
          </a:r>
        </a:p>
      </dgm:t>
    </dgm:pt>
    <dgm:pt modelId="{E713E47E-7F0C-44B1-A453-C72DD93C6B44}" type="parTrans" cxnId="{C388438A-8D6B-4D4C-97FC-E51355ADA9F5}">
      <dgm:prSet/>
      <dgm:spPr/>
      <dgm:t>
        <a:bodyPr/>
        <a:lstStyle/>
        <a:p>
          <a:endParaRPr lang="en-US" sz="1400" b="1"/>
        </a:p>
      </dgm:t>
    </dgm:pt>
    <dgm:pt modelId="{8FC1C68D-211D-495B-B947-1C420C8CAE21}" type="sibTrans" cxnId="{C388438A-8D6B-4D4C-97FC-E51355ADA9F5}">
      <dgm:prSet/>
      <dgm:spPr/>
      <dgm:t>
        <a:bodyPr/>
        <a:lstStyle/>
        <a:p>
          <a:endParaRPr lang="en-US" sz="1400" b="1"/>
        </a:p>
      </dgm:t>
    </dgm:pt>
    <dgm:pt modelId="{0FDA4F99-D0FC-4F54-B450-163374FC89D0}">
      <dgm:prSet phldrT="[Text]" custT="1"/>
      <dgm:spPr/>
      <dgm:t>
        <a:bodyPr/>
        <a:lstStyle/>
        <a:p>
          <a:pPr>
            <a:buNone/>
          </a:pPr>
          <a:r>
            <a:rPr lang="en-US" sz="1400" b="1" dirty="0"/>
            <a:t>ỨNG DỤNG CNTT VÀO HOẠT ĐỘNG QUẢN LÝ QUỸ</a:t>
          </a:r>
        </a:p>
      </dgm:t>
    </dgm:pt>
    <dgm:pt modelId="{D0C3A8B8-DEEC-49E0-9A3E-6749E1F375AB}" type="parTrans" cxnId="{4205C9D8-C832-49B3-99A2-1F607F810468}">
      <dgm:prSet/>
      <dgm:spPr/>
      <dgm:t>
        <a:bodyPr/>
        <a:lstStyle/>
        <a:p>
          <a:endParaRPr lang="en-US" sz="1400" b="1"/>
        </a:p>
      </dgm:t>
    </dgm:pt>
    <dgm:pt modelId="{16BC8187-42A6-4EC6-82F3-BBD0594A2C72}" type="sibTrans" cxnId="{4205C9D8-C832-49B3-99A2-1F607F810468}">
      <dgm:prSet/>
      <dgm:spPr/>
      <dgm:t>
        <a:bodyPr/>
        <a:lstStyle/>
        <a:p>
          <a:endParaRPr lang="en-US" sz="1400" b="1"/>
        </a:p>
      </dgm:t>
    </dgm:pt>
    <dgm:pt modelId="{C55DF6DC-CCF7-4217-850A-39DE14FE84A8}">
      <dgm:prSet phldrT="[Text]" custT="1"/>
      <dgm:spPr/>
      <dgm:t>
        <a:bodyPr/>
        <a:lstStyle/>
        <a:p>
          <a:pPr>
            <a:buNone/>
          </a:pPr>
          <a:r>
            <a:rPr lang="en-US" sz="1400" b="1" dirty="0"/>
            <a:t>CHÍNH SÁCH, HOẠT ĐỘNG HỖ TRỢ NGÀNH QUỸ</a:t>
          </a:r>
        </a:p>
      </dgm:t>
    </dgm:pt>
    <dgm:pt modelId="{4EFF802B-8D01-44EB-90F3-8A974ECD88EF}" type="parTrans" cxnId="{79B25C4F-E72D-44DC-A134-0EFD25ABEC83}">
      <dgm:prSet/>
      <dgm:spPr/>
      <dgm:t>
        <a:bodyPr/>
        <a:lstStyle/>
        <a:p>
          <a:endParaRPr lang="en-US" sz="1400" b="1"/>
        </a:p>
      </dgm:t>
    </dgm:pt>
    <dgm:pt modelId="{B46C6206-2BE2-432A-8D61-581D33919FA8}" type="sibTrans" cxnId="{79B25C4F-E72D-44DC-A134-0EFD25ABEC83}">
      <dgm:prSet/>
      <dgm:spPr/>
      <dgm:t>
        <a:bodyPr/>
        <a:lstStyle/>
        <a:p>
          <a:endParaRPr lang="en-US" sz="1400" b="1"/>
        </a:p>
      </dgm:t>
    </dgm:pt>
    <dgm:pt modelId="{92E53967-42BF-4802-936A-9D54F6C8DB7D}">
      <dgm:prSet phldrT="[Text]" custT="1"/>
      <dgm:spPr/>
      <dgm:t>
        <a:bodyPr/>
        <a:lstStyle/>
        <a:p>
          <a:pPr>
            <a:buNone/>
          </a:pPr>
          <a:r>
            <a:rPr lang="en-US" sz="1400" b="1" dirty="0"/>
            <a:t>KIẾN THỨC VỀ ĐẦU TƯ CỦA CÔNG CHÚNG</a:t>
          </a:r>
        </a:p>
      </dgm:t>
    </dgm:pt>
    <dgm:pt modelId="{B099BFE5-31F9-4C1B-ADFA-AB67B9CA13FB}" type="parTrans" cxnId="{C19D23E7-42AE-4C7C-BB97-6302874D0E4A}">
      <dgm:prSet/>
      <dgm:spPr/>
      <dgm:t>
        <a:bodyPr/>
        <a:lstStyle/>
        <a:p>
          <a:endParaRPr lang="en-US" sz="1400" b="1"/>
        </a:p>
      </dgm:t>
    </dgm:pt>
    <dgm:pt modelId="{2198D00F-9D46-4E70-8FCC-B5A15BA714E1}" type="sibTrans" cxnId="{C19D23E7-42AE-4C7C-BB97-6302874D0E4A}">
      <dgm:prSet/>
      <dgm:spPr/>
      <dgm:t>
        <a:bodyPr/>
        <a:lstStyle/>
        <a:p>
          <a:endParaRPr lang="en-US" sz="1400" b="1"/>
        </a:p>
      </dgm:t>
    </dgm:pt>
    <dgm:pt modelId="{95B88FE3-A62B-470C-8F0E-C71F58079667}" type="pres">
      <dgm:prSet presAssocID="{70720571-C198-405B-990F-02787002AEE8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71939C30-8667-42A9-B1F4-302F5A2D2A37}" type="pres">
      <dgm:prSet presAssocID="{956401C5-15E0-4C8D-9791-9D8E417095EF}" presName="centerShape" presStyleLbl="node0" presStyleIdx="0" presStyleCnt="1"/>
      <dgm:spPr/>
    </dgm:pt>
    <dgm:pt modelId="{BB2A1F9A-A349-43C3-A002-8B8E6AF794A8}" type="pres">
      <dgm:prSet presAssocID="{5586713D-A617-47D6-A19F-9EB849FCF0EB}" presName="parTrans" presStyleLbl="bgSibTrans2D1" presStyleIdx="0" presStyleCnt="6"/>
      <dgm:spPr/>
    </dgm:pt>
    <dgm:pt modelId="{00E66EB1-5241-47EC-8D8D-4449A6259380}" type="pres">
      <dgm:prSet presAssocID="{58BDCFD8-B058-4B54-B3A1-2D2752597A8C}" presName="node" presStyleLbl="node1" presStyleIdx="0" presStyleCnt="6">
        <dgm:presLayoutVars>
          <dgm:bulletEnabled val="1"/>
        </dgm:presLayoutVars>
      </dgm:prSet>
      <dgm:spPr/>
    </dgm:pt>
    <dgm:pt modelId="{C1A4FD46-3E05-4DE7-AC72-1BB3FCC8E5DF}" type="pres">
      <dgm:prSet presAssocID="{C551E716-7513-40D4-809D-98DAC15007BF}" presName="parTrans" presStyleLbl="bgSibTrans2D1" presStyleIdx="1" presStyleCnt="6"/>
      <dgm:spPr/>
    </dgm:pt>
    <dgm:pt modelId="{534A90FB-4FF5-48FB-B1D7-28F6D4D042CE}" type="pres">
      <dgm:prSet presAssocID="{BAF5904F-DBB5-4E41-A86F-158A5F9B1C60}" presName="node" presStyleLbl="node1" presStyleIdx="1" presStyleCnt="6">
        <dgm:presLayoutVars>
          <dgm:bulletEnabled val="1"/>
        </dgm:presLayoutVars>
      </dgm:prSet>
      <dgm:spPr/>
    </dgm:pt>
    <dgm:pt modelId="{BD7B6CC3-FC44-4689-9121-346A6C0F49A7}" type="pres">
      <dgm:prSet presAssocID="{E713E47E-7F0C-44B1-A453-C72DD93C6B44}" presName="parTrans" presStyleLbl="bgSibTrans2D1" presStyleIdx="2" presStyleCnt="6"/>
      <dgm:spPr/>
    </dgm:pt>
    <dgm:pt modelId="{902711A3-0172-4492-95A8-A1E62FE9A15A}" type="pres">
      <dgm:prSet presAssocID="{0F6EC61B-6B5D-4E76-9547-21D2139C5397}" presName="node" presStyleLbl="node1" presStyleIdx="2" presStyleCnt="6">
        <dgm:presLayoutVars>
          <dgm:bulletEnabled val="1"/>
        </dgm:presLayoutVars>
      </dgm:prSet>
      <dgm:spPr/>
    </dgm:pt>
    <dgm:pt modelId="{9C397CE0-D1FD-4216-BECB-1056BA744E57}" type="pres">
      <dgm:prSet presAssocID="{D0C3A8B8-DEEC-49E0-9A3E-6749E1F375AB}" presName="parTrans" presStyleLbl="bgSibTrans2D1" presStyleIdx="3" presStyleCnt="6"/>
      <dgm:spPr/>
    </dgm:pt>
    <dgm:pt modelId="{152ABA6A-DD53-4A8E-B5FB-092761B1D58A}" type="pres">
      <dgm:prSet presAssocID="{0FDA4F99-D0FC-4F54-B450-163374FC89D0}" presName="node" presStyleLbl="node1" presStyleIdx="3" presStyleCnt="6">
        <dgm:presLayoutVars>
          <dgm:bulletEnabled val="1"/>
        </dgm:presLayoutVars>
      </dgm:prSet>
      <dgm:spPr/>
    </dgm:pt>
    <dgm:pt modelId="{310D6CAA-5A71-44E8-A4F6-BC96550BF12A}" type="pres">
      <dgm:prSet presAssocID="{4EFF802B-8D01-44EB-90F3-8A974ECD88EF}" presName="parTrans" presStyleLbl="bgSibTrans2D1" presStyleIdx="4" presStyleCnt="6"/>
      <dgm:spPr/>
    </dgm:pt>
    <dgm:pt modelId="{203F348A-FD6C-41B4-B37A-C8025637C2F4}" type="pres">
      <dgm:prSet presAssocID="{C55DF6DC-CCF7-4217-850A-39DE14FE84A8}" presName="node" presStyleLbl="node1" presStyleIdx="4" presStyleCnt="6">
        <dgm:presLayoutVars>
          <dgm:bulletEnabled val="1"/>
        </dgm:presLayoutVars>
      </dgm:prSet>
      <dgm:spPr/>
    </dgm:pt>
    <dgm:pt modelId="{68FDBF5F-5444-44FA-BA21-17B7C5CD2A53}" type="pres">
      <dgm:prSet presAssocID="{B099BFE5-31F9-4C1B-ADFA-AB67B9CA13FB}" presName="parTrans" presStyleLbl="bgSibTrans2D1" presStyleIdx="5" presStyleCnt="6"/>
      <dgm:spPr/>
    </dgm:pt>
    <dgm:pt modelId="{0994D440-164E-4DD7-ACE4-398A3E48BDC9}" type="pres">
      <dgm:prSet presAssocID="{92E53967-42BF-4802-936A-9D54F6C8DB7D}" presName="node" presStyleLbl="node1" presStyleIdx="5" presStyleCnt="6">
        <dgm:presLayoutVars>
          <dgm:bulletEnabled val="1"/>
        </dgm:presLayoutVars>
      </dgm:prSet>
      <dgm:spPr/>
    </dgm:pt>
  </dgm:ptLst>
  <dgm:cxnLst>
    <dgm:cxn modelId="{679F1201-99C4-4085-8438-D1526C04CB62}" type="presOf" srcId="{C551E716-7513-40D4-809D-98DAC15007BF}" destId="{C1A4FD46-3E05-4DE7-AC72-1BB3FCC8E5DF}" srcOrd="0" destOrd="0" presId="urn:microsoft.com/office/officeart/2005/8/layout/radial4"/>
    <dgm:cxn modelId="{8B4F050A-BFA8-4EE4-975D-AB86361D36DC}" type="presOf" srcId="{956401C5-15E0-4C8D-9791-9D8E417095EF}" destId="{71939C30-8667-42A9-B1F4-302F5A2D2A37}" srcOrd="0" destOrd="0" presId="urn:microsoft.com/office/officeart/2005/8/layout/radial4"/>
    <dgm:cxn modelId="{3BBF761F-B2EB-4014-8DDE-F4CEF9AC949C}" type="presOf" srcId="{0F6EC61B-6B5D-4E76-9547-21D2139C5397}" destId="{902711A3-0172-4492-95A8-A1E62FE9A15A}" srcOrd="0" destOrd="0" presId="urn:microsoft.com/office/officeart/2005/8/layout/radial4"/>
    <dgm:cxn modelId="{A34F3120-673C-4B75-95B1-82AD15146397}" type="presOf" srcId="{58BDCFD8-B058-4B54-B3A1-2D2752597A8C}" destId="{00E66EB1-5241-47EC-8D8D-4449A6259380}" srcOrd="0" destOrd="0" presId="urn:microsoft.com/office/officeart/2005/8/layout/radial4"/>
    <dgm:cxn modelId="{524F363E-526C-4D70-A9F6-A374824A01E3}" type="presOf" srcId="{BAF5904F-DBB5-4E41-A86F-158A5F9B1C60}" destId="{534A90FB-4FF5-48FB-B1D7-28F6D4D042CE}" srcOrd="0" destOrd="0" presId="urn:microsoft.com/office/officeart/2005/8/layout/radial4"/>
    <dgm:cxn modelId="{C434933E-9DF9-44F6-A7C0-A0F5A5685D69}" srcId="{956401C5-15E0-4C8D-9791-9D8E417095EF}" destId="{BAF5904F-DBB5-4E41-A86F-158A5F9B1C60}" srcOrd="1" destOrd="0" parTransId="{C551E716-7513-40D4-809D-98DAC15007BF}" sibTransId="{5FC86132-7F68-4F31-A27B-764A8E627192}"/>
    <dgm:cxn modelId="{B021FA5E-31F1-41A3-937E-3F2282293A33}" type="presOf" srcId="{70720571-C198-405B-990F-02787002AEE8}" destId="{95B88FE3-A62B-470C-8F0E-C71F58079667}" srcOrd="0" destOrd="0" presId="urn:microsoft.com/office/officeart/2005/8/layout/radial4"/>
    <dgm:cxn modelId="{3A10F565-3814-428F-8CCC-0EDA6CA22D3F}" srcId="{70720571-C198-405B-990F-02787002AEE8}" destId="{956401C5-15E0-4C8D-9791-9D8E417095EF}" srcOrd="0" destOrd="0" parTransId="{72CC7F1E-FD01-48B7-AC9A-57FFAA155F3E}" sibTransId="{59CB29E9-8E64-4DED-BB75-68B17265D32F}"/>
    <dgm:cxn modelId="{9E28B44E-B52D-423A-B84E-76DD2C52ECF6}" type="presOf" srcId="{4EFF802B-8D01-44EB-90F3-8A974ECD88EF}" destId="{310D6CAA-5A71-44E8-A4F6-BC96550BF12A}" srcOrd="0" destOrd="0" presId="urn:microsoft.com/office/officeart/2005/8/layout/radial4"/>
    <dgm:cxn modelId="{79B25C4F-E72D-44DC-A134-0EFD25ABEC83}" srcId="{956401C5-15E0-4C8D-9791-9D8E417095EF}" destId="{C55DF6DC-CCF7-4217-850A-39DE14FE84A8}" srcOrd="4" destOrd="0" parTransId="{4EFF802B-8D01-44EB-90F3-8A974ECD88EF}" sibTransId="{B46C6206-2BE2-432A-8D61-581D33919FA8}"/>
    <dgm:cxn modelId="{5F25BF77-E9A7-4B3F-AD49-533DB621A424}" type="presOf" srcId="{C55DF6DC-CCF7-4217-850A-39DE14FE84A8}" destId="{203F348A-FD6C-41B4-B37A-C8025637C2F4}" srcOrd="0" destOrd="0" presId="urn:microsoft.com/office/officeart/2005/8/layout/radial4"/>
    <dgm:cxn modelId="{57314C7B-DDA8-44D8-939B-E3326B2E9D06}" type="presOf" srcId="{0FDA4F99-D0FC-4F54-B450-163374FC89D0}" destId="{152ABA6A-DD53-4A8E-B5FB-092761B1D58A}" srcOrd="0" destOrd="0" presId="urn:microsoft.com/office/officeart/2005/8/layout/radial4"/>
    <dgm:cxn modelId="{7238388A-63F7-4693-A6D8-7760761AAA3C}" type="presOf" srcId="{B099BFE5-31F9-4C1B-ADFA-AB67B9CA13FB}" destId="{68FDBF5F-5444-44FA-BA21-17B7C5CD2A53}" srcOrd="0" destOrd="0" presId="urn:microsoft.com/office/officeart/2005/8/layout/radial4"/>
    <dgm:cxn modelId="{C388438A-8D6B-4D4C-97FC-E51355ADA9F5}" srcId="{956401C5-15E0-4C8D-9791-9D8E417095EF}" destId="{0F6EC61B-6B5D-4E76-9547-21D2139C5397}" srcOrd="2" destOrd="0" parTransId="{E713E47E-7F0C-44B1-A453-C72DD93C6B44}" sibTransId="{8FC1C68D-211D-495B-B947-1C420C8CAE21}"/>
    <dgm:cxn modelId="{B1E443A6-21C1-45CC-8A7A-6FEB3757A1A1}" srcId="{956401C5-15E0-4C8D-9791-9D8E417095EF}" destId="{58BDCFD8-B058-4B54-B3A1-2D2752597A8C}" srcOrd="0" destOrd="0" parTransId="{5586713D-A617-47D6-A19F-9EB849FCF0EB}" sibTransId="{2C0F8991-8AAF-4DD4-AF53-9B4B10E50ABB}"/>
    <dgm:cxn modelId="{2EE388A6-E18E-491C-A4D4-95D47BB83BB1}" type="presOf" srcId="{D0C3A8B8-DEEC-49E0-9A3E-6749E1F375AB}" destId="{9C397CE0-D1FD-4216-BECB-1056BA744E57}" srcOrd="0" destOrd="0" presId="urn:microsoft.com/office/officeart/2005/8/layout/radial4"/>
    <dgm:cxn modelId="{0B774EB6-BE51-409E-A533-136CEF4702AD}" type="presOf" srcId="{E713E47E-7F0C-44B1-A453-C72DD93C6B44}" destId="{BD7B6CC3-FC44-4689-9121-346A6C0F49A7}" srcOrd="0" destOrd="0" presId="urn:microsoft.com/office/officeart/2005/8/layout/radial4"/>
    <dgm:cxn modelId="{B4B882BC-32E5-4527-BB41-0BFA9EC15948}" type="presOf" srcId="{5586713D-A617-47D6-A19F-9EB849FCF0EB}" destId="{BB2A1F9A-A349-43C3-A002-8B8E6AF794A8}" srcOrd="0" destOrd="0" presId="urn:microsoft.com/office/officeart/2005/8/layout/radial4"/>
    <dgm:cxn modelId="{5526E5C5-FA09-44C4-9C42-2AEB20AF12C2}" type="presOf" srcId="{92E53967-42BF-4802-936A-9D54F6C8DB7D}" destId="{0994D440-164E-4DD7-ACE4-398A3E48BDC9}" srcOrd="0" destOrd="0" presId="urn:microsoft.com/office/officeart/2005/8/layout/radial4"/>
    <dgm:cxn modelId="{4205C9D8-C832-49B3-99A2-1F607F810468}" srcId="{956401C5-15E0-4C8D-9791-9D8E417095EF}" destId="{0FDA4F99-D0FC-4F54-B450-163374FC89D0}" srcOrd="3" destOrd="0" parTransId="{D0C3A8B8-DEEC-49E0-9A3E-6749E1F375AB}" sibTransId="{16BC8187-42A6-4EC6-82F3-BBD0594A2C72}"/>
    <dgm:cxn modelId="{C19D23E7-42AE-4C7C-BB97-6302874D0E4A}" srcId="{956401C5-15E0-4C8D-9791-9D8E417095EF}" destId="{92E53967-42BF-4802-936A-9D54F6C8DB7D}" srcOrd="5" destOrd="0" parTransId="{B099BFE5-31F9-4C1B-ADFA-AB67B9CA13FB}" sibTransId="{2198D00F-9D46-4E70-8FCC-B5A15BA714E1}"/>
    <dgm:cxn modelId="{C7C0E456-2D8D-49B7-B550-B104D7995B8D}" type="presParOf" srcId="{95B88FE3-A62B-470C-8F0E-C71F58079667}" destId="{71939C30-8667-42A9-B1F4-302F5A2D2A37}" srcOrd="0" destOrd="0" presId="urn:microsoft.com/office/officeart/2005/8/layout/radial4"/>
    <dgm:cxn modelId="{FD0E43F4-03EF-4FC6-9401-FE7296808617}" type="presParOf" srcId="{95B88FE3-A62B-470C-8F0E-C71F58079667}" destId="{BB2A1F9A-A349-43C3-A002-8B8E6AF794A8}" srcOrd="1" destOrd="0" presId="urn:microsoft.com/office/officeart/2005/8/layout/radial4"/>
    <dgm:cxn modelId="{D99ACEFB-A378-4451-992F-6946D688065E}" type="presParOf" srcId="{95B88FE3-A62B-470C-8F0E-C71F58079667}" destId="{00E66EB1-5241-47EC-8D8D-4449A6259380}" srcOrd="2" destOrd="0" presId="urn:microsoft.com/office/officeart/2005/8/layout/radial4"/>
    <dgm:cxn modelId="{C07A23EF-4761-41DB-82B2-74B2FFDAF243}" type="presParOf" srcId="{95B88FE3-A62B-470C-8F0E-C71F58079667}" destId="{C1A4FD46-3E05-4DE7-AC72-1BB3FCC8E5DF}" srcOrd="3" destOrd="0" presId="urn:microsoft.com/office/officeart/2005/8/layout/radial4"/>
    <dgm:cxn modelId="{F0F52928-AF34-43C0-B3D8-226B1847D9DC}" type="presParOf" srcId="{95B88FE3-A62B-470C-8F0E-C71F58079667}" destId="{534A90FB-4FF5-48FB-B1D7-28F6D4D042CE}" srcOrd="4" destOrd="0" presId="urn:microsoft.com/office/officeart/2005/8/layout/radial4"/>
    <dgm:cxn modelId="{998747DF-9371-4AA5-B845-2B3528861E18}" type="presParOf" srcId="{95B88FE3-A62B-470C-8F0E-C71F58079667}" destId="{BD7B6CC3-FC44-4689-9121-346A6C0F49A7}" srcOrd="5" destOrd="0" presId="urn:microsoft.com/office/officeart/2005/8/layout/radial4"/>
    <dgm:cxn modelId="{ACF92AD3-AF93-464C-815F-61FF7A539D5B}" type="presParOf" srcId="{95B88FE3-A62B-470C-8F0E-C71F58079667}" destId="{902711A3-0172-4492-95A8-A1E62FE9A15A}" srcOrd="6" destOrd="0" presId="urn:microsoft.com/office/officeart/2005/8/layout/radial4"/>
    <dgm:cxn modelId="{DD5D568D-9E71-462D-A736-63576E40CE6F}" type="presParOf" srcId="{95B88FE3-A62B-470C-8F0E-C71F58079667}" destId="{9C397CE0-D1FD-4216-BECB-1056BA744E57}" srcOrd="7" destOrd="0" presId="urn:microsoft.com/office/officeart/2005/8/layout/radial4"/>
    <dgm:cxn modelId="{0339DF02-9CE6-4F7F-AFC7-440FAEA5A6A6}" type="presParOf" srcId="{95B88FE3-A62B-470C-8F0E-C71F58079667}" destId="{152ABA6A-DD53-4A8E-B5FB-092761B1D58A}" srcOrd="8" destOrd="0" presId="urn:microsoft.com/office/officeart/2005/8/layout/radial4"/>
    <dgm:cxn modelId="{85BA33CC-11D3-4076-A5C9-5EB942BA9352}" type="presParOf" srcId="{95B88FE3-A62B-470C-8F0E-C71F58079667}" destId="{310D6CAA-5A71-44E8-A4F6-BC96550BF12A}" srcOrd="9" destOrd="0" presId="urn:microsoft.com/office/officeart/2005/8/layout/radial4"/>
    <dgm:cxn modelId="{006579FF-BE9F-4328-9718-EF5B77B8F7FC}" type="presParOf" srcId="{95B88FE3-A62B-470C-8F0E-C71F58079667}" destId="{203F348A-FD6C-41B4-B37A-C8025637C2F4}" srcOrd="10" destOrd="0" presId="urn:microsoft.com/office/officeart/2005/8/layout/radial4"/>
    <dgm:cxn modelId="{F769BB2A-0A12-4856-923D-FE406A203250}" type="presParOf" srcId="{95B88FE3-A62B-470C-8F0E-C71F58079667}" destId="{68FDBF5F-5444-44FA-BA21-17B7C5CD2A53}" srcOrd="11" destOrd="0" presId="urn:microsoft.com/office/officeart/2005/8/layout/radial4"/>
    <dgm:cxn modelId="{D4F27DB7-228C-4EB1-A0FC-E392211C4E01}" type="presParOf" srcId="{95B88FE3-A62B-470C-8F0E-C71F58079667}" destId="{0994D440-164E-4DD7-ACE4-398A3E48BDC9}" srcOrd="12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9BD337DD-B237-4074-B8A3-DDE649999876}" type="doc">
      <dgm:prSet loTypeId="urn:microsoft.com/office/officeart/2009/layout/CircleArrow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9FCA52B-6291-4B6E-8B6A-D66C50351063}">
      <dgm:prSet phldrT="[Text]"/>
      <dgm:spPr/>
      <dgm:t>
        <a:bodyPr/>
        <a:lstStyle/>
        <a:p>
          <a:r>
            <a:rPr lang="en-US" b="1" dirty="0">
              <a:solidFill>
                <a:schemeClr val="accent6">
                  <a:lumMod val="50000"/>
                </a:schemeClr>
              </a:solidFill>
            </a:rPr>
            <a:t>LUẬT</a:t>
          </a:r>
        </a:p>
      </dgm:t>
    </dgm:pt>
    <dgm:pt modelId="{DEE82E06-5B55-4728-9E2F-381D0D811DB8}" type="parTrans" cxnId="{CC34A6F6-E617-48EF-A5CA-E0C01F041BA7}">
      <dgm:prSet/>
      <dgm:spPr/>
      <dgm:t>
        <a:bodyPr/>
        <a:lstStyle/>
        <a:p>
          <a:endParaRPr lang="en-US"/>
        </a:p>
      </dgm:t>
    </dgm:pt>
    <dgm:pt modelId="{9D3AACC7-9B96-4641-8FDA-5F5608EAB84C}" type="sibTrans" cxnId="{CC34A6F6-E617-48EF-A5CA-E0C01F041BA7}">
      <dgm:prSet/>
      <dgm:spPr/>
      <dgm:t>
        <a:bodyPr/>
        <a:lstStyle/>
        <a:p>
          <a:endParaRPr lang="en-US"/>
        </a:p>
      </dgm:t>
    </dgm:pt>
    <dgm:pt modelId="{219A0863-5F73-4BEB-94EA-D2C421964FBE}">
      <dgm:prSet phldrT="[Text]"/>
      <dgm:spPr/>
      <dgm:t>
        <a:bodyPr/>
        <a:lstStyle/>
        <a:p>
          <a:r>
            <a:rPr lang="en-US" b="1" dirty="0">
              <a:solidFill>
                <a:schemeClr val="accent6">
                  <a:lumMod val="75000"/>
                </a:schemeClr>
              </a:solidFill>
            </a:rPr>
            <a:t>NGHỊ ĐỊNH</a:t>
          </a:r>
        </a:p>
      </dgm:t>
    </dgm:pt>
    <dgm:pt modelId="{22A06C0D-EF88-4B04-9239-378CCBF62417}" type="parTrans" cxnId="{ED0FCFB6-35D4-4AC8-8AFD-2D7B7B551726}">
      <dgm:prSet/>
      <dgm:spPr/>
      <dgm:t>
        <a:bodyPr/>
        <a:lstStyle/>
        <a:p>
          <a:endParaRPr lang="en-US"/>
        </a:p>
      </dgm:t>
    </dgm:pt>
    <dgm:pt modelId="{C2C8ED50-524F-4549-8B04-37B06A80E411}" type="sibTrans" cxnId="{ED0FCFB6-35D4-4AC8-8AFD-2D7B7B551726}">
      <dgm:prSet/>
      <dgm:spPr/>
      <dgm:t>
        <a:bodyPr/>
        <a:lstStyle/>
        <a:p>
          <a:endParaRPr lang="en-US"/>
        </a:p>
      </dgm:t>
    </dgm:pt>
    <dgm:pt modelId="{FFCE9C2A-B1D1-43AB-84D5-D515A90BF907}">
      <dgm:prSet phldrT="[Text]"/>
      <dgm:spPr/>
      <dgm:t>
        <a:bodyPr/>
        <a:lstStyle/>
        <a:p>
          <a:r>
            <a:rPr lang="en-US" b="1" dirty="0">
              <a:solidFill>
                <a:schemeClr val="bg2">
                  <a:lumMod val="75000"/>
                </a:schemeClr>
              </a:solidFill>
            </a:rPr>
            <a:t>THÔNG TƯ</a:t>
          </a:r>
        </a:p>
      </dgm:t>
    </dgm:pt>
    <dgm:pt modelId="{6AD22B1E-78AB-44DA-AF76-1D82200DAA24}" type="parTrans" cxnId="{A12B8820-4747-4171-B9A0-4586ABA61EA2}">
      <dgm:prSet/>
      <dgm:spPr/>
      <dgm:t>
        <a:bodyPr/>
        <a:lstStyle/>
        <a:p>
          <a:endParaRPr lang="en-US"/>
        </a:p>
      </dgm:t>
    </dgm:pt>
    <dgm:pt modelId="{5168A452-3221-4835-8054-20CED22DC73C}" type="sibTrans" cxnId="{A12B8820-4747-4171-B9A0-4586ABA61EA2}">
      <dgm:prSet/>
      <dgm:spPr/>
      <dgm:t>
        <a:bodyPr/>
        <a:lstStyle/>
        <a:p>
          <a:endParaRPr lang="en-US"/>
        </a:p>
      </dgm:t>
    </dgm:pt>
    <dgm:pt modelId="{562A52EC-1187-496E-9D9A-36C8F38EC861}" type="pres">
      <dgm:prSet presAssocID="{9BD337DD-B237-4074-B8A3-DDE649999876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0AEF7594-173E-4786-8BC4-0396089C12FF}" type="pres">
      <dgm:prSet presAssocID="{D9FCA52B-6291-4B6E-8B6A-D66C50351063}" presName="Accent1" presStyleCnt="0"/>
      <dgm:spPr/>
    </dgm:pt>
    <dgm:pt modelId="{397FDECE-31DC-455B-A6FF-1243592ADCF2}" type="pres">
      <dgm:prSet presAssocID="{D9FCA52B-6291-4B6E-8B6A-D66C50351063}" presName="Accent" presStyleLbl="node1" presStyleIdx="0" presStyleCnt="3" custLinFactNeighborX="-921" custLinFactNeighborY="961"/>
      <dgm:spPr>
        <a:solidFill>
          <a:schemeClr val="accent6">
            <a:lumMod val="50000"/>
          </a:schemeClr>
        </a:solidFill>
      </dgm:spPr>
    </dgm:pt>
    <dgm:pt modelId="{4DEA7D13-F4EF-4C1A-85A9-A5E31F60B7CB}" type="pres">
      <dgm:prSet presAssocID="{D9FCA52B-6291-4B6E-8B6A-D66C50351063}" presName="Parent1" presStyleLbl="revTx" presStyleIdx="0" presStyleCnt="3">
        <dgm:presLayoutVars>
          <dgm:chMax val="1"/>
          <dgm:chPref val="1"/>
          <dgm:bulletEnabled val="1"/>
        </dgm:presLayoutVars>
      </dgm:prSet>
      <dgm:spPr/>
    </dgm:pt>
    <dgm:pt modelId="{1236BDE5-B1DB-449B-B03C-5788733F825D}" type="pres">
      <dgm:prSet presAssocID="{219A0863-5F73-4BEB-94EA-D2C421964FBE}" presName="Accent2" presStyleCnt="0"/>
      <dgm:spPr/>
    </dgm:pt>
    <dgm:pt modelId="{259CE429-72D5-435C-925E-0C7FD5B41423}" type="pres">
      <dgm:prSet presAssocID="{219A0863-5F73-4BEB-94EA-D2C421964FBE}" presName="Accent" presStyleLbl="node1" presStyleIdx="1" presStyleCnt="3"/>
      <dgm:spPr>
        <a:solidFill>
          <a:schemeClr val="accent6">
            <a:lumMod val="75000"/>
          </a:schemeClr>
        </a:solidFill>
      </dgm:spPr>
    </dgm:pt>
    <dgm:pt modelId="{1660D2D6-74C1-4F96-A144-735639487F6E}" type="pres">
      <dgm:prSet presAssocID="{219A0863-5F73-4BEB-94EA-D2C421964FBE}" presName="Parent2" presStyleLbl="revTx" presStyleIdx="1" presStyleCnt="3">
        <dgm:presLayoutVars>
          <dgm:chMax val="1"/>
          <dgm:chPref val="1"/>
          <dgm:bulletEnabled val="1"/>
        </dgm:presLayoutVars>
      </dgm:prSet>
      <dgm:spPr/>
    </dgm:pt>
    <dgm:pt modelId="{381CDD03-699A-46D3-B275-2314F364AF3A}" type="pres">
      <dgm:prSet presAssocID="{FFCE9C2A-B1D1-43AB-84D5-D515A90BF907}" presName="Accent3" presStyleCnt="0"/>
      <dgm:spPr/>
    </dgm:pt>
    <dgm:pt modelId="{CB25EA01-52C6-4790-BCBD-685271B4D797}" type="pres">
      <dgm:prSet presAssocID="{FFCE9C2A-B1D1-43AB-84D5-D515A90BF907}" presName="Accent" presStyleLbl="node1" presStyleIdx="2" presStyleCnt="3"/>
      <dgm:spPr>
        <a:solidFill>
          <a:schemeClr val="accent6">
            <a:lumMod val="60000"/>
            <a:lumOff val="40000"/>
          </a:schemeClr>
        </a:solidFill>
      </dgm:spPr>
    </dgm:pt>
    <dgm:pt modelId="{F9D4D5FD-F591-4869-AD26-2E5C365A2B22}" type="pres">
      <dgm:prSet presAssocID="{FFCE9C2A-B1D1-43AB-84D5-D515A90BF907}" presName="Parent3" presStyleLbl="revTx" presStyleIdx="2" presStyleCnt="3">
        <dgm:presLayoutVars>
          <dgm:chMax val="1"/>
          <dgm:chPref val="1"/>
          <dgm:bulletEnabled val="1"/>
        </dgm:presLayoutVars>
      </dgm:prSet>
      <dgm:spPr/>
    </dgm:pt>
  </dgm:ptLst>
  <dgm:cxnLst>
    <dgm:cxn modelId="{D02E3A1F-E8C1-4EAB-BBC3-AC19E19C63FE}" type="presOf" srcId="{9BD337DD-B237-4074-B8A3-DDE649999876}" destId="{562A52EC-1187-496E-9D9A-36C8F38EC861}" srcOrd="0" destOrd="0" presId="urn:microsoft.com/office/officeart/2009/layout/CircleArrowProcess"/>
    <dgm:cxn modelId="{A12B8820-4747-4171-B9A0-4586ABA61EA2}" srcId="{9BD337DD-B237-4074-B8A3-DDE649999876}" destId="{FFCE9C2A-B1D1-43AB-84D5-D515A90BF907}" srcOrd="2" destOrd="0" parTransId="{6AD22B1E-78AB-44DA-AF76-1D82200DAA24}" sibTransId="{5168A452-3221-4835-8054-20CED22DC73C}"/>
    <dgm:cxn modelId="{E54F05B2-1148-481A-BD30-37C9BAA1416A}" type="presOf" srcId="{219A0863-5F73-4BEB-94EA-D2C421964FBE}" destId="{1660D2D6-74C1-4F96-A144-735639487F6E}" srcOrd="0" destOrd="0" presId="urn:microsoft.com/office/officeart/2009/layout/CircleArrowProcess"/>
    <dgm:cxn modelId="{ED0FCFB6-35D4-4AC8-8AFD-2D7B7B551726}" srcId="{9BD337DD-B237-4074-B8A3-DDE649999876}" destId="{219A0863-5F73-4BEB-94EA-D2C421964FBE}" srcOrd="1" destOrd="0" parTransId="{22A06C0D-EF88-4B04-9239-378CCBF62417}" sibTransId="{C2C8ED50-524F-4549-8B04-37B06A80E411}"/>
    <dgm:cxn modelId="{02B248E4-C117-4B27-9249-23838077EDD3}" type="presOf" srcId="{FFCE9C2A-B1D1-43AB-84D5-D515A90BF907}" destId="{F9D4D5FD-F591-4869-AD26-2E5C365A2B22}" srcOrd="0" destOrd="0" presId="urn:microsoft.com/office/officeart/2009/layout/CircleArrowProcess"/>
    <dgm:cxn modelId="{CC34A6F6-E617-48EF-A5CA-E0C01F041BA7}" srcId="{9BD337DD-B237-4074-B8A3-DDE649999876}" destId="{D9FCA52B-6291-4B6E-8B6A-D66C50351063}" srcOrd="0" destOrd="0" parTransId="{DEE82E06-5B55-4728-9E2F-381D0D811DB8}" sibTransId="{9D3AACC7-9B96-4641-8FDA-5F5608EAB84C}"/>
    <dgm:cxn modelId="{9A482CFE-C031-46DE-B138-AF3C94399CB0}" type="presOf" srcId="{D9FCA52B-6291-4B6E-8B6A-D66C50351063}" destId="{4DEA7D13-F4EF-4C1A-85A9-A5E31F60B7CB}" srcOrd="0" destOrd="0" presId="urn:microsoft.com/office/officeart/2009/layout/CircleArrowProcess"/>
    <dgm:cxn modelId="{B597F88C-080F-42C2-89C0-82F2AF7F3D7C}" type="presParOf" srcId="{562A52EC-1187-496E-9D9A-36C8F38EC861}" destId="{0AEF7594-173E-4786-8BC4-0396089C12FF}" srcOrd="0" destOrd="0" presId="urn:microsoft.com/office/officeart/2009/layout/CircleArrowProcess"/>
    <dgm:cxn modelId="{2BFFB2E5-B674-4391-9DDE-08DAA5188C7C}" type="presParOf" srcId="{0AEF7594-173E-4786-8BC4-0396089C12FF}" destId="{397FDECE-31DC-455B-A6FF-1243592ADCF2}" srcOrd="0" destOrd="0" presId="urn:microsoft.com/office/officeart/2009/layout/CircleArrowProcess"/>
    <dgm:cxn modelId="{0DBAD332-8CEE-4292-8B52-FC88E2941F8D}" type="presParOf" srcId="{562A52EC-1187-496E-9D9A-36C8F38EC861}" destId="{4DEA7D13-F4EF-4C1A-85A9-A5E31F60B7CB}" srcOrd="1" destOrd="0" presId="urn:microsoft.com/office/officeart/2009/layout/CircleArrowProcess"/>
    <dgm:cxn modelId="{FBFC8E6E-AA03-4192-89BD-0B10B4295951}" type="presParOf" srcId="{562A52EC-1187-496E-9D9A-36C8F38EC861}" destId="{1236BDE5-B1DB-449B-B03C-5788733F825D}" srcOrd="2" destOrd="0" presId="urn:microsoft.com/office/officeart/2009/layout/CircleArrowProcess"/>
    <dgm:cxn modelId="{B3D7E607-C8EA-4C54-9649-C3EDBF6AB5E8}" type="presParOf" srcId="{1236BDE5-B1DB-449B-B03C-5788733F825D}" destId="{259CE429-72D5-435C-925E-0C7FD5B41423}" srcOrd="0" destOrd="0" presId="urn:microsoft.com/office/officeart/2009/layout/CircleArrowProcess"/>
    <dgm:cxn modelId="{8EBFFCEF-0607-4242-B9AC-B78A6B59A484}" type="presParOf" srcId="{562A52EC-1187-496E-9D9A-36C8F38EC861}" destId="{1660D2D6-74C1-4F96-A144-735639487F6E}" srcOrd="3" destOrd="0" presId="urn:microsoft.com/office/officeart/2009/layout/CircleArrowProcess"/>
    <dgm:cxn modelId="{9855A5C2-555C-4AF2-BA0F-D3CC980EE7DD}" type="presParOf" srcId="{562A52EC-1187-496E-9D9A-36C8F38EC861}" destId="{381CDD03-699A-46D3-B275-2314F364AF3A}" srcOrd="4" destOrd="0" presId="urn:microsoft.com/office/officeart/2009/layout/CircleArrowProcess"/>
    <dgm:cxn modelId="{386B349F-A330-4B37-84C3-7568073B96FA}" type="presParOf" srcId="{381CDD03-699A-46D3-B275-2314F364AF3A}" destId="{CB25EA01-52C6-4790-BCBD-685271B4D797}" srcOrd="0" destOrd="0" presId="urn:microsoft.com/office/officeart/2009/layout/CircleArrowProcess"/>
    <dgm:cxn modelId="{27E70C39-0609-48F7-AFA5-801F79895F9C}" type="presParOf" srcId="{562A52EC-1187-496E-9D9A-36C8F38EC861}" destId="{F9D4D5FD-F591-4869-AD26-2E5C365A2B22}" srcOrd="5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2D5571-D9B6-4116-909E-D9C610D1B709}">
      <dsp:nvSpPr>
        <dsp:cNvPr id="0" name=""/>
        <dsp:cNvSpPr/>
      </dsp:nvSpPr>
      <dsp:spPr>
        <a:xfrm>
          <a:off x="686346" y="827817"/>
          <a:ext cx="3852249" cy="453205"/>
        </a:xfrm>
        <a:prstGeom prst="rect">
          <a:avLst/>
        </a:prstGeom>
        <a:solidFill>
          <a:srgbClr val="EF9F38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B2F490-17F6-4C2F-A137-AC0FB8E0D406}">
      <dsp:nvSpPr>
        <dsp:cNvPr id="0" name=""/>
        <dsp:cNvSpPr/>
      </dsp:nvSpPr>
      <dsp:spPr>
        <a:xfrm>
          <a:off x="741009" y="984354"/>
          <a:ext cx="283000" cy="283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FFC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2CD61D-9DEE-424C-9737-EC8D2F34CE35}">
      <dsp:nvSpPr>
        <dsp:cNvPr id="0" name=""/>
        <dsp:cNvSpPr/>
      </dsp:nvSpPr>
      <dsp:spPr>
        <a:xfrm>
          <a:off x="741009" y="0"/>
          <a:ext cx="3852249" cy="814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FFC000"/>
              </a:solidFill>
            </a:rPr>
            <a:t>	</a:t>
          </a:r>
          <a:r>
            <a:rPr lang="en-US" sz="2000" b="1" kern="1200" dirty="0" err="1">
              <a:solidFill>
                <a:srgbClr val="EF9F38"/>
              </a:solidFill>
            </a:rPr>
            <a:t>THỊ</a:t>
          </a:r>
          <a:r>
            <a:rPr lang="en-US" sz="2000" b="1" kern="1200" dirty="0">
              <a:solidFill>
                <a:srgbClr val="EF9F38"/>
              </a:solidFill>
            </a:rPr>
            <a:t> </a:t>
          </a:r>
          <a:r>
            <a:rPr lang="en-US" sz="2000" b="1" kern="1200" dirty="0" err="1">
              <a:solidFill>
                <a:srgbClr val="EF9F38"/>
              </a:solidFill>
            </a:rPr>
            <a:t>TRƯỜNG</a:t>
          </a:r>
          <a:endParaRPr lang="en-US" sz="2000" b="1" kern="1200" dirty="0">
            <a:solidFill>
              <a:srgbClr val="EF9F38"/>
            </a:solidFill>
          </a:endParaRPr>
        </a:p>
      </dsp:txBody>
      <dsp:txXfrm>
        <a:off x="741009" y="0"/>
        <a:ext cx="3852249" cy="814148"/>
      </dsp:txXfrm>
    </dsp:sp>
    <dsp:sp modelId="{F55D57D2-8F99-455F-BACE-0077F7B50F45}">
      <dsp:nvSpPr>
        <dsp:cNvPr id="0" name=""/>
        <dsp:cNvSpPr/>
      </dsp:nvSpPr>
      <dsp:spPr>
        <a:xfrm>
          <a:off x="741009" y="1644018"/>
          <a:ext cx="282993" cy="28299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EF9F38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923574-00F8-4809-9CEF-A4426D76750C}">
      <dsp:nvSpPr>
        <dsp:cNvPr id="0" name=""/>
        <dsp:cNvSpPr/>
      </dsp:nvSpPr>
      <dsp:spPr>
        <a:xfrm>
          <a:off x="1010667" y="1455686"/>
          <a:ext cx="3582592" cy="6596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just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 err="1">
              <a:solidFill>
                <a:srgbClr val="063420"/>
              </a:solidFill>
            </a:rPr>
            <a:t>GÓP</a:t>
          </a:r>
          <a:r>
            <a:rPr lang="en-US" sz="1500" b="1" kern="1200" dirty="0">
              <a:solidFill>
                <a:srgbClr val="063420"/>
              </a:solidFill>
            </a:rPr>
            <a:t> </a:t>
          </a:r>
          <a:r>
            <a:rPr lang="en-US" sz="1500" b="1" kern="1200" dirty="0" err="1">
              <a:solidFill>
                <a:srgbClr val="063420"/>
              </a:solidFill>
            </a:rPr>
            <a:t>PHẦN</a:t>
          </a:r>
          <a:r>
            <a:rPr lang="en-US" sz="1500" b="1" kern="1200" dirty="0">
              <a:solidFill>
                <a:srgbClr val="063420"/>
              </a:solidFill>
            </a:rPr>
            <a:t> </a:t>
          </a:r>
          <a:r>
            <a:rPr lang="en-US" sz="1500" b="1" kern="1200" dirty="0" err="1">
              <a:solidFill>
                <a:srgbClr val="063420"/>
              </a:solidFill>
            </a:rPr>
            <a:t>TTCK</a:t>
          </a:r>
          <a:r>
            <a:rPr lang="en-US" sz="1500" b="1" kern="1200" dirty="0">
              <a:solidFill>
                <a:srgbClr val="063420"/>
              </a:solidFill>
            </a:rPr>
            <a:t> </a:t>
          </a:r>
          <a:r>
            <a:rPr lang="en-US" sz="1500" b="1" kern="1200" dirty="0" err="1">
              <a:solidFill>
                <a:srgbClr val="063420"/>
              </a:solidFill>
            </a:rPr>
            <a:t>HIỆU</a:t>
          </a:r>
          <a:r>
            <a:rPr lang="en-US" sz="1500" b="1" kern="1200" dirty="0">
              <a:solidFill>
                <a:srgbClr val="063420"/>
              </a:solidFill>
            </a:rPr>
            <a:t> </a:t>
          </a:r>
          <a:r>
            <a:rPr lang="en-US" sz="1500" b="1" kern="1200" dirty="0" err="1">
              <a:solidFill>
                <a:srgbClr val="063420"/>
              </a:solidFill>
            </a:rPr>
            <a:t>QUẢ</a:t>
          </a:r>
          <a:r>
            <a:rPr lang="en-US" sz="1500" b="1" kern="1200" dirty="0">
              <a:solidFill>
                <a:srgbClr val="063420"/>
              </a:solidFill>
            </a:rPr>
            <a:t>, </a:t>
          </a:r>
          <a:r>
            <a:rPr lang="en-US" sz="1500" b="1" kern="1200" dirty="0" err="1">
              <a:solidFill>
                <a:srgbClr val="063420"/>
              </a:solidFill>
            </a:rPr>
            <a:t>ỔN</a:t>
          </a:r>
          <a:r>
            <a:rPr lang="en-US" sz="1500" b="1" kern="1200" dirty="0">
              <a:solidFill>
                <a:srgbClr val="063420"/>
              </a:solidFill>
            </a:rPr>
            <a:t> </a:t>
          </a:r>
          <a:r>
            <a:rPr lang="en-US" sz="1500" b="1" kern="1200" dirty="0" err="1">
              <a:solidFill>
                <a:srgbClr val="063420"/>
              </a:solidFill>
            </a:rPr>
            <a:t>ĐỊNH</a:t>
          </a:r>
          <a:endParaRPr lang="en-US" sz="1500" b="1" kern="1200" dirty="0">
            <a:solidFill>
              <a:srgbClr val="063420"/>
            </a:solidFill>
          </a:endParaRPr>
        </a:p>
      </dsp:txBody>
      <dsp:txXfrm>
        <a:off x="1010667" y="1455686"/>
        <a:ext cx="3582592" cy="659657"/>
      </dsp:txXfrm>
    </dsp:sp>
    <dsp:sp modelId="{83E5EB89-F2A8-432D-8347-5A87E3E3907C}">
      <dsp:nvSpPr>
        <dsp:cNvPr id="0" name=""/>
        <dsp:cNvSpPr/>
      </dsp:nvSpPr>
      <dsp:spPr>
        <a:xfrm>
          <a:off x="741009" y="2303676"/>
          <a:ext cx="282993" cy="282993"/>
        </a:xfrm>
        <a:prstGeom prst="rect">
          <a:avLst/>
        </a:prstGeom>
        <a:solidFill>
          <a:srgbClr val="EF9F38"/>
        </a:solidFill>
        <a:ln w="12700" cap="flat" cmpd="sng" algn="ctr">
          <a:solidFill>
            <a:srgbClr val="FFC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F7AEB6-BD92-4D82-8CEB-261B3783E9CE}">
      <dsp:nvSpPr>
        <dsp:cNvPr id="0" name=""/>
        <dsp:cNvSpPr/>
      </dsp:nvSpPr>
      <dsp:spPr>
        <a:xfrm>
          <a:off x="1010667" y="2115344"/>
          <a:ext cx="3582592" cy="6596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just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 err="1">
              <a:solidFill>
                <a:srgbClr val="063420"/>
              </a:solidFill>
            </a:rPr>
            <a:t>TĂNG</a:t>
          </a:r>
          <a:r>
            <a:rPr lang="en-US" sz="1500" b="1" kern="1200" dirty="0">
              <a:solidFill>
                <a:srgbClr val="063420"/>
              </a:solidFill>
            </a:rPr>
            <a:t> </a:t>
          </a:r>
          <a:r>
            <a:rPr lang="en-US" sz="1500" b="1" kern="1200" dirty="0" err="1">
              <a:solidFill>
                <a:srgbClr val="063420"/>
              </a:solidFill>
            </a:rPr>
            <a:t>CUNG-CẦU</a:t>
          </a:r>
          <a:r>
            <a:rPr lang="en-US" sz="1500" b="1" kern="1200" dirty="0">
              <a:solidFill>
                <a:srgbClr val="063420"/>
              </a:solidFill>
            </a:rPr>
            <a:t> </a:t>
          </a:r>
          <a:r>
            <a:rPr lang="en-US" sz="1500" b="1" kern="1200" dirty="0" err="1">
              <a:solidFill>
                <a:srgbClr val="063420"/>
              </a:solidFill>
            </a:rPr>
            <a:t>CHỨNG</a:t>
          </a:r>
          <a:r>
            <a:rPr lang="en-US" sz="1500" b="1" kern="1200" dirty="0">
              <a:solidFill>
                <a:srgbClr val="063420"/>
              </a:solidFill>
            </a:rPr>
            <a:t> </a:t>
          </a:r>
          <a:r>
            <a:rPr lang="en-US" sz="1500" b="1" kern="1200" dirty="0" err="1">
              <a:solidFill>
                <a:srgbClr val="063420"/>
              </a:solidFill>
            </a:rPr>
            <a:t>KHOÁN</a:t>
          </a:r>
          <a:endParaRPr lang="en-US" sz="1500" b="1" kern="1200" dirty="0">
            <a:solidFill>
              <a:srgbClr val="063420"/>
            </a:solidFill>
          </a:endParaRPr>
        </a:p>
      </dsp:txBody>
      <dsp:txXfrm>
        <a:off x="1010667" y="2115344"/>
        <a:ext cx="3582592" cy="659657"/>
      </dsp:txXfrm>
    </dsp:sp>
    <dsp:sp modelId="{11E15D83-A679-4B3D-907B-32B7FB9A0DB4}">
      <dsp:nvSpPr>
        <dsp:cNvPr id="0" name=""/>
        <dsp:cNvSpPr/>
      </dsp:nvSpPr>
      <dsp:spPr>
        <a:xfrm>
          <a:off x="741009" y="2963334"/>
          <a:ext cx="282993" cy="28299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EF9F38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294C0E-5DFB-465A-950C-56386D0BA2A6}">
      <dsp:nvSpPr>
        <dsp:cNvPr id="0" name=""/>
        <dsp:cNvSpPr/>
      </dsp:nvSpPr>
      <dsp:spPr>
        <a:xfrm>
          <a:off x="1010667" y="2775002"/>
          <a:ext cx="3582592" cy="6596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just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 err="1">
              <a:solidFill>
                <a:srgbClr val="063420"/>
              </a:solidFill>
            </a:rPr>
            <a:t>TĂNG</a:t>
          </a:r>
          <a:r>
            <a:rPr lang="en-US" sz="1500" b="1" kern="1200" dirty="0">
              <a:solidFill>
                <a:srgbClr val="063420"/>
              </a:solidFill>
            </a:rPr>
            <a:t> </a:t>
          </a:r>
          <a:r>
            <a:rPr lang="en-US" sz="1500" b="1" kern="1200" dirty="0" err="1">
              <a:solidFill>
                <a:srgbClr val="063420"/>
              </a:solidFill>
            </a:rPr>
            <a:t>CƯỜNG</a:t>
          </a:r>
          <a:r>
            <a:rPr lang="en-US" sz="1500" b="1" kern="1200" dirty="0">
              <a:solidFill>
                <a:srgbClr val="063420"/>
              </a:solidFill>
            </a:rPr>
            <a:t> </a:t>
          </a:r>
          <a:r>
            <a:rPr lang="en-US" sz="1500" b="1" kern="1200" dirty="0" err="1">
              <a:solidFill>
                <a:srgbClr val="063420"/>
              </a:solidFill>
            </a:rPr>
            <a:t>NĂNG</a:t>
          </a:r>
          <a:r>
            <a:rPr lang="en-US" sz="1500" b="1" kern="1200" dirty="0">
              <a:solidFill>
                <a:srgbClr val="063420"/>
              </a:solidFill>
            </a:rPr>
            <a:t> </a:t>
          </a:r>
          <a:r>
            <a:rPr lang="en-US" sz="1500" b="1" kern="1200" dirty="0" err="1">
              <a:solidFill>
                <a:srgbClr val="063420"/>
              </a:solidFill>
            </a:rPr>
            <a:t>LỰC</a:t>
          </a:r>
          <a:r>
            <a:rPr lang="en-US" sz="1500" b="1" kern="1200" dirty="0">
              <a:solidFill>
                <a:srgbClr val="063420"/>
              </a:solidFill>
            </a:rPr>
            <a:t> </a:t>
          </a:r>
          <a:r>
            <a:rPr lang="en-US" sz="1500" b="1" kern="1200" dirty="0" err="1">
              <a:solidFill>
                <a:srgbClr val="063420"/>
              </a:solidFill>
            </a:rPr>
            <a:t>QUẢN</a:t>
          </a:r>
          <a:r>
            <a:rPr lang="en-US" sz="1500" b="1" kern="1200" dirty="0">
              <a:solidFill>
                <a:srgbClr val="063420"/>
              </a:solidFill>
            </a:rPr>
            <a:t> </a:t>
          </a:r>
          <a:r>
            <a:rPr lang="en-US" sz="1500" b="1" kern="1200" dirty="0" err="1">
              <a:solidFill>
                <a:srgbClr val="063420"/>
              </a:solidFill>
            </a:rPr>
            <a:t>TRỊ</a:t>
          </a:r>
          <a:r>
            <a:rPr lang="en-US" sz="1500" b="1" kern="1200" dirty="0">
              <a:solidFill>
                <a:srgbClr val="063420"/>
              </a:solidFill>
            </a:rPr>
            <a:t> </a:t>
          </a:r>
          <a:r>
            <a:rPr lang="en-US" sz="1500" b="1" kern="1200" dirty="0" err="1">
              <a:solidFill>
                <a:srgbClr val="063420"/>
              </a:solidFill>
            </a:rPr>
            <a:t>DOANH</a:t>
          </a:r>
          <a:r>
            <a:rPr lang="en-US" sz="1500" b="1" kern="1200" dirty="0">
              <a:solidFill>
                <a:srgbClr val="063420"/>
              </a:solidFill>
            </a:rPr>
            <a:t> </a:t>
          </a:r>
          <a:r>
            <a:rPr lang="en-US" sz="1500" b="1" kern="1200" dirty="0" err="1">
              <a:solidFill>
                <a:srgbClr val="063420"/>
              </a:solidFill>
            </a:rPr>
            <a:t>NGHIỆP</a:t>
          </a:r>
          <a:endParaRPr lang="en-US" sz="1500" b="1" kern="1200" dirty="0">
            <a:solidFill>
              <a:srgbClr val="063420"/>
            </a:solidFill>
          </a:endParaRPr>
        </a:p>
      </dsp:txBody>
      <dsp:txXfrm>
        <a:off x="1010667" y="2775002"/>
        <a:ext cx="3582592" cy="659657"/>
      </dsp:txXfrm>
    </dsp:sp>
    <dsp:sp modelId="{0A435FBD-7E11-42DE-AB9D-61BB21A5E257}">
      <dsp:nvSpPr>
        <dsp:cNvPr id="0" name=""/>
        <dsp:cNvSpPr/>
      </dsp:nvSpPr>
      <dsp:spPr>
        <a:xfrm>
          <a:off x="741009" y="3622992"/>
          <a:ext cx="282993" cy="282993"/>
        </a:xfrm>
        <a:prstGeom prst="rect">
          <a:avLst/>
        </a:prstGeom>
        <a:solidFill>
          <a:srgbClr val="EF9F38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A98ADC-0650-4B0F-8630-1BF19951AE10}">
      <dsp:nvSpPr>
        <dsp:cNvPr id="0" name=""/>
        <dsp:cNvSpPr/>
      </dsp:nvSpPr>
      <dsp:spPr>
        <a:xfrm>
          <a:off x="1010667" y="3434660"/>
          <a:ext cx="3582592" cy="6596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just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 err="1">
              <a:solidFill>
                <a:srgbClr val="063420"/>
              </a:solidFill>
            </a:rPr>
            <a:t>THÚC</a:t>
          </a:r>
          <a:r>
            <a:rPr lang="en-US" sz="1500" b="1" kern="1200" dirty="0">
              <a:solidFill>
                <a:srgbClr val="063420"/>
              </a:solidFill>
            </a:rPr>
            <a:t> </a:t>
          </a:r>
          <a:r>
            <a:rPr lang="en-US" sz="1500" b="1" kern="1200" dirty="0" err="1">
              <a:solidFill>
                <a:srgbClr val="063420"/>
              </a:solidFill>
            </a:rPr>
            <a:t>ĐẨY</a:t>
          </a:r>
          <a:r>
            <a:rPr lang="en-US" sz="1500" b="1" kern="1200" dirty="0">
              <a:solidFill>
                <a:srgbClr val="063420"/>
              </a:solidFill>
            </a:rPr>
            <a:t> </a:t>
          </a:r>
          <a:r>
            <a:rPr lang="en-US" sz="1500" b="1" kern="1200" dirty="0" err="1">
              <a:solidFill>
                <a:srgbClr val="063420"/>
              </a:solidFill>
            </a:rPr>
            <a:t>TIẾT</a:t>
          </a:r>
          <a:r>
            <a:rPr lang="en-US" sz="1500" b="1" kern="1200" dirty="0">
              <a:solidFill>
                <a:srgbClr val="063420"/>
              </a:solidFill>
            </a:rPr>
            <a:t> </a:t>
          </a:r>
          <a:r>
            <a:rPr lang="en-US" sz="1500" b="1" kern="1200" dirty="0" err="1">
              <a:solidFill>
                <a:srgbClr val="063420"/>
              </a:solidFill>
            </a:rPr>
            <a:t>KIỆM</a:t>
          </a:r>
          <a:r>
            <a:rPr lang="en-US" sz="1500" b="1" kern="1200" dirty="0">
              <a:solidFill>
                <a:srgbClr val="063420"/>
              </a:solidFill>
            </a:rPr>
            <a:t> </a:t>
          </a:r>
          <a:r>
            <a:rPr lang="en-US" sz="1500" b="1" kern="1200" dirty="0" err="1">
              <a:solidFill>
                <a:srgbClr val="063420"/>
              </a:solidFill>
            </a:rPr>
            <a:t>CÁ</a:t>
          </a:r>
          <a:r>
            <a:rPr lang="en-US" sz="1500" b="1" kern="1200" dirty="0">
              <a:solidFill>
                <a:srgbClr val="063420"/>
              </a:solidFill>
            </a:rPr>
            <a:t> </a:t>
          </a:r>
          <a:r>
            <a:rPr lang="en-US" sz="1500" b="1" kern="1200" dirty="0" err="1">
              <a:solidFill>
                <a:srgbClr val="063420"/>
              </a:solidFill>
            </a:rPr>
            <a:t>NHÂN</a:t>
          </a:r>
          <a:endParaRPr lang="en-US" sz="1500" b="1" kern="1200" dirty="0">
            <a:solidFill>
              <a:srgbClr val="063420"/>
            </a:solidFill>
          </a:endParaRPr>
        </a:p>
      </dsp:txBody>
      <dsp:txXfrm>
        <a:off x="1010667" y="3434660"/>
        <a:ext cx="3582592" cy="659657"/>
      </dsp:txXfrm>
    </dsp:sp>
    <dsp:sp modelId="{81FC227B-1A00-48BB-93FB-81E725A46588}">
      <dsp:nvSpPr>
        <dsp:cNvPr id="0" name=""/>
        <dsp:cNvSpPr/>
      </dsp:nvSpPr>
      <dsp:spPr>
        <a:xfrm>
          <a:off x="765983" y="4295713"/>
          <a:ext cx="282993" cy="28299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EF9F38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76C9F7-A66F-44DF-B6D5-83B02786E28C}">
      <dsp:nvSpPr>
        <dsp:cNvPr id="0" name=""/>
        <dsp:cNvSpPr/>
      </dsp:nvSpPr>
      <dsp:spPr>
        <a:xfrm>
          <a:off x="1010667" y="4094318"/>
          <a:ext cx="3582592" cy="6596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just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 err="1">
              <a:solidFill>
                <a:srgbClr val="063420"/>
              </a:solidFill>
            </a:rPr>
            <a:t>NÂNG</a:t>
          </a:r>
          <a:r>
            <a:rPr lang="en-US" sz="1500" b="1" kern="1200" dirty="0">
              <a:solidFill>
                <a:srgbClr val="063420"/>
              </a:solidFill>
            </a:rPr>
            <a:t> CAO </a:t>
          </a:r>
          <a:r>
            <a:rPr lang="en-US" sz="1500" b="1" kern="1200" dirty="0" err="1">
              <a:solidFill>
                <a:srgbClr val="063420"/>
              </a:solidFill>
            </a:rPr>
            <a:t>CHUẨN</a:t>
          </a:r>
          <a:r>
            <a:rPr lang="en-US" sz="1500" b="1" kern="1200" dirty="0">
              <a:solidFill>
                <a:srgbClr val="063420"/>
              </a:solidFill>
            </a:rPr>
            <a:t> </a:t>
          </a:r>
          <a:r>
            <a:rPr lang="en-US" sz="1500" b="1" kern="1200" dirty="0" err="1">
              <a:solidFill>
                <a:srgbClr val="063420"/>
              </a:solidFill>
            </a:rPr>
            <a:t>MỰC</a:t>
          </a:r>
          <a:r>
            <a:rPr lang="en-US" sz="1500" b="1" kern="1200" dirty="0">
              <a:solidFill>
                <a:srgbClr val="063420"/>
              </a:solidFill>
            </a:rPr>
            <a:t>, </a:t>
          </a:r>
          <a:r>
            <a:rPr lang="en-US" sz="1500" b="1" kern="1200" dirty="0" err="1">
              <a:solidFill>
                <a:srgbClr val="063420"/>
              </a:solidFill>
            </a:rPr>
            <a:t>CHẤT</a:t>
          </a:r>
          <a:r>
            <a:rPr lang="en-US" sz="1500" b="1" kern="1200" dirty="0">
              <a:solidFill>
                <a:srgbClr val="063420"/>
              </a:solidFill>
            </a:rPr>
            <a:t> </a:t>
          </a:r>
          <a:r>
            <a:rPr lang="en-US" sz="1500" b="1" kern="1200" dirty="0" err="1">
              <a:solidFill>
                <a:srgbClr val="063420"/>
              </a:solidFill>
            </a:rPr>
            <a:t>LƯỢNG</a:t>
          </a:r>
          <a:r>
            <a:rPr lang="en-US" sz="1500" b="1" kern="1200" dirty="0">
              <a:solidFill>
                <a:srgbClr val="063420"/>
              </a:solidFill>
            </a:rPr>
            <a:t> </a:t>
          </a:r>
          <a:r>
            <a:rPr lang="en-US" sz="1500" b="1" kern="1200" dirty="0" err="1">
              <a:solidFill>
                <a:srgbClr val="063420"/>
              </a:solidFill>
            </a:rPr>
            <a:t>ĐẦU</a:t>
          </a:r>
          <a:r>
            <a:rPr lang="en-US" sz="1500" b="1" kern="1200" dirty="0">
              <a:solidFill>
                <a:srgbClr val="063420"/>
              </a:solidFill>
            </a:rPr>
            <a:t> </a:t>
          </a:r>
          <a:r>
            <a:rPr lang="en-US" sz="1500" b="1" kern="1200" dirty="0" err="1">
              <a:solidFill>
                <a:srgbClr val="063420"/>
              </a:solidFill>
            </a:rPr>
            <a:t>TƯ</a:t>
          </a:r>
          <a:endParaRPr lang="en-US" sz="1500" b="1" kern="1200" dirty="0">
            <a:solidFill>
              <a:srgbClr val="063420"/>
            </a:solidFill>
          </a:endParaRPr>
        </a:p>
      </dsp:txBody>
      <dsp:txXfrm>
        <a:off x="1010667" y="4094318"/>
        <a:ext cx="3582592" cy="659657"/>
      </dsp:txXfrm>
    </dsp:sp>
    <dsp:sp modelId="{F5316641-D734-4953-A995-1C1E290C89AB}">
      <dsp:nvSpPr>
        <dsp:cNvPr id="0" name=""/>
        <dsp:cNvSpPr/>
      </dsp:nvSpPr>
      <dsp:spPr>
        <a:xfrm>
          <a:off x="741009" y="4942308"/>
          <a:ext cx="282993" cy="28299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EF9F38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C03696-7205-4A5B-A59F-9025301CBC70}">
      <dsp:nvSpPr>
        <dsp:cNvPr id="0" name=""/>
        <dsp:cNvSpPr/>
      </dsp:nvSpPr>
      <dsp:spPr>
        <a:xfrm>
          <a:off x="1010667" y="4753975"/>
          <a:ext cx="3582592" cy="6596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just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 err="1">
              <a:solidFill>
                <a:srgbClr val="063420"/>
              </a:solidFill>
            </a:rPr>
            <a:t>TĂNG</a:t>
          </a:r>
          <a:r>
            <a:rPr lang="en-US" sz="1500" b="1" kern="1200" dirty="0">
              <a:solidFill>
                <a:srgbClr val="063420"/>
              </a:solidFill>
            </a:rPr>
            <a:t> </a:t>
          </a:r>
          <a:r>
            <a:rPr lang="en-US" sz="1500" b="1" kern="1200" dirty="0" err="1">
              <a:solidFill>
                <a:srgbClr val="063420"/>
              </a:solidFill>
            </a:rPr>
            <a:t>LƯỢNG</a:t>
          </a:r>
          <a:r>
            <a:rPr lang="en-US" sz="1500" b="1" kern="1200" dirty="0">
              <a:solidFill>
                <a:srgbClr val="063420"/>
              </a:solidFill>
            </a:rPr>
            <a:t> </a:t>
          </a:r>
          <a:r>
            <a:rPr lang="en-US" sz="1500" b="1" kern="1200" dirty="0" err="1">
              <a:solidFill>
                <a:srgbClr val="063420"/>
              </a:solidFill>
            </a:rPr>
            <a:t>TIỀN</a:t>
          </a:r>
          <a:r>
            <a:rPr lang="en-US" sz="1500" b="1" kern="1200" dirty="0">
              <a:solidFill>
                <a:srgbClr val="063420"/>
              </a:solidFill>
            </a:rPr>
            <a:t> </a:t>
          </a:r>
          <a:r>
            <a:rPr lang="en-US" sz="1500" b="1" kern="1200" dirty="0" err="1">
              <a:solidFill>
                <a:srgbClr val="063420"/>
              </a:solidFill>
            </a:rPr>
            <a:t>ĐẦU</a:t>
          </a:r>
          <a:r>
            <a:rPr lang="en-US" sz="1500" b="1" kern="1200" dirty="0">
              <a:solidFill>
                <a:srgbClr val="063420"/>
              </a:solidFill>
            </a:rPr>
            <a:t> </a:t>
          </a:r>
          <a:r>
            <a:rPr lang="en-US" sz="1500" b="1" kern="1200" dirty="0" err="1">
              <a:solidFill>
                <a:srgbClr val="063420"/>
              </a:solidFill>
            </a:rPr>
            <a:t>TƯ</a:t>
          </a:r>
          <a:endParaRPr lang="en-US" sz="1500" b="1" kern="1200" dirty="0">
            <a:solidFill>
              <a:srgbClr val="063420"/>
            </a:solidFill>
          </a:endParaRPr>
        </a:p>
      </dsp:txBody>
      <dsp:txXfrm>
        <a:off x="1010667" y="4753975"/>
        <a:ext cx="3582592" cy="659657"/>
      </dsp:txXfrm>
    </dsp:sp>
    <dsp:sp modelId="{A62474BA-C903-4D4C-907A-0117C21CC874}">
      <dsp:nvSpPr>
        <dsp:cNvPr id="0" name=""/>
        <dsp:cNvSpPr/>
      </dsp:nvSpPr>
      <dsp:spPr>
        <a:xfrm>
          <a:off x="4785872" y="814148"/>
          <a:ext cx="3852249" cy="453205"/>
        </a:xfrm>
        <a:prstGeom prst="rect">
          <a:avLst/>
        </a:prstGeom>
        <a:solidFill>
          <a:srgbClr val="42A048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8F75D7-96E1-44AB-B0FB-A069AD64F562}">
      <dsp:nvSpPr>
        <dsp:cNvPr id="0" name=""/>
        <dsp:cNvSpPr/>
      </dsp:nvSpPr>
      <dsp:spPr>
        <a:xfrm>
          <a:off x="4785872" y="984354"/>
          <a:ext cx="283000" cy="283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42A048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804FE4-C94D-4BEC-AEDA-24856843B098}">
      <dsp:nvSpPr>
        <dsp:cNvPr id="0" name=""/>
        <dsp:cNvSpPr/>
      </dsp:nvSpPr>
      <dsp:spPr>
        <a:xfrm>
          <a:off x="4785872" y="0"/>
          <a:ext cx="3852249" cy="814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10924C"/>
              </a:solidFill>
            </a:rPr>
            <a:t>	</a:t>
          </a:r>
          <a:r>
            <a:rPr lang="en-US" sz="2000" b="1" kern="1200" dirty="0" err="1">
              <a:solidFill>
                <a:srgbClr val="10924C"/>
              </a:solidFill>
            </a:rPr>
            <a:t>NHÀ</a:t>
          </a:r>
          <a:r>
            <a:rPr lang="en-US" sz="2000" b="1" kern="1200" dirty="0">
              <a:solidFill>
                <a:srgbClr val="10924C"/>
              </a:solidFill>
            </a:rPr>
            <a:t> </a:t>
          </a:r>
          <a:r>
            <a:rPr lang="en-US" sz="2000" b="1" kern="1200" dirty="0" err="1">
              <a:solidFill>
                <a:srgbClr val="10924C"/>
              </a:solidFill>
            </a:rPr>
            <a:t>ĐẦU</a:t>
          </a:r>
          <a:r>
            <a:rPr lang="en-US" sz="2000" b="1" kern="1200" dirty="0">
              <a:solidFill>
                <a:srgbClr val="10924C"/>
              </a:solidFill>
            </a:rPr>
            <a:t> </a:t>
          </a:r>
          <a:r>
            <a:rPr lang="en-US" sz="2000" b="1" kern="1200" dirty="0" err="1">
              <a:solidFill>
                <a:srgbClr val="10924C"/>
              </a:solidFill>
            </a:rPr>
            <a:t>TƯ</a:t>
          </a:r>
          <a:endParaRPr lang="en-US" sz="2000" b="1" kern="1200" dirty="0">
            <a:solidFill>
              <a:srgbClr val="10924C"/>
            </a:solidFill>
          </a:endParaRPr>
        </a:p>
      </dsp:txBody>
      <dsp:txXfrm>
        <a:off x="4785872" y="0"/>
        <a:ext cx="3852249" cy="814148"/>
      </dsp:txXfrm>
    </dsp:sp>
    <dsp:sp modelId="{5AB1539C-3C51-4734-BFA3-20FD46423464}">
      <dsp:nvSpPr>
        <dsp:cNvPr id="0" name=""/>
        <dsp:cNvSpPr/>
      </dsp:nvSpPr>
      <dsp:spPr>
        <a:xfrm>
          <a:off x="4785872" y="1644018"/>
          <a:ext cx="282993" cy="28299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42A048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46E55E-7501-4A8B-9884-55137DAC0A12}">
      <dsp:nvSpPr>
        <dsp:cNvPr id="0" name=""/>
        <dsp:cNvSpPr/>
      </dsp:nvSpPr>
      <dsp:spPr>
        <a:xfrm>
          <a:off x="5055529" y="1455686"/>
          <a:ext cx="3582592" cy="6596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 err="1">
              <a:solidFill>
                <a:srgbClr val="10924C"/>
              </a:solidFill>
            </a:rPr>
            <a:t>PHÂN</a:t>
          </a:r>
          <a:r>
            <a:rPr lang="en-US" sz="1500" b="1" kern="1200" dirty="0">
              <a:solidFill>
                <a:srgbClr val="10924C"/>
              </a:solidFill>
            </a:rPr>
            <a:t> </a:t>
          </a:r>
          <a:r>
            <a:rPr lang="en-US" sz="1500" b="1" kern="1200" dirty="0" err="1">
              <a:solidFill>
                <a:srgbClr val="10924C"/>
              </a:solidFill>
            </a:rPr>
            <a:t>TÁN</a:t>
          </a:r>
          <a:r>
            <a:rPr lang="en-US" sz="1500" b="1" kern="1200" dirty="0">
              <a:solidFill>
                <a:srgbClr val="10924C"/>
              </a:solidFill>
            </a:rPr>
            <a:t> </a:t>
          </a:r>
          <a:r>
            <a:rPr lang="en-US" sz="1500" b="1" kern="1200" dirty="0" err="1">
              <a:solidFill>
                <a:srgbClr val="10924C"/>
              </a:solidFill>
            </a:rPr>
            <a:t>RỦI</a:t>
          </a:r>
          <a:r>
            <a:rPr lang="en-US" sz="1500" b="1" kern="1200" dirty="0">
              <a:solidFill>
                <a:srgbClr val="10924C"/>
              </a:solidFill>
            </a:rPr>
            <a:t> RO</a:t>
          </a:r>
        </a:p>
      </dsp:txBody>
      <dsp:txXfrm>
        <a:off x="5055529" y="1455686"/>
        <a:ext cx="3582592" cy="659657"/>
      </dsp:txXfrm>
    </dsp:sp>
    <dsp:sp modelId="{882C05E1-6FE1-434C-9D36-975B469F28E3}">
      <dsp:nvSpPr>
        <dsp:cNvPr id="0" name=""/>
        <dsp:cNvSpPr/>
      </dsp:nvSpPr>
      <dsp:spPr>
        <a:xfrm>
          <a:off x="4785872" y="2303676"/>
          <a:ext cx="282993" cy="282993"/>
        </a:xfrm>
        <a:prstGeom prst="rect">
          <a:avLst/>
        </a:prstGeom>
        <a:solidFill>
          <a:srgbClr val="10924C"/>
        </a:solidFill>
        <a:ln w="12700" cap="flat" cmpd="sng" algn="ctr">
          <a:solidFill>
            <a:srgbClr val="42A048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DE1B76-051E-40C8-9400-D10DBE50E09D}">
      <dsp:nvSpPr>
        <dsp:cNvPr id="0" name=""/>
        <dsp:cNvSpPr/>
      </dsp:nvSpPr>
      <dsp:spPr>
        <a:xfrm>
          <a:off x="5055529" y="2115344"/>
          <a:ext cx="3582592" cy="6596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 err="1">
              <a:solidFill>
                <a:srgbClr val="10924C"/>
              </a:solidFill>
            </a:rPr>
            <a:t>TĂNG</a:t>
          </a:r>
          <a:r>
            <a:rPr lang="en-US" sz="1500" b="1" kern="1200" dirty="0">
              <a:solidFill>
                <a:srgbClr val="10924C"/>
              </a:solidFill>
            </a:rPr>
            <a:t> </a:t>
          </a:r>
          <a:r>
            <a:rPr lang="en-US" sz="1500" b="1" kern="1200" dirty="0" err="1">
              <a:solidFill>
                <a:srgbClr val="10924C"/>
              </a:solidFill>
            </a:rPr>
            <a:t>TÍNH</a:t>
          </a:r>
          <a:r>
            <a:rPr lang="en-US" sz="1500" b="1" kern="1200" dirty="0">
              <a:solidFill>
                <a:srgbClr val="10924C"/>
              </a:solidFill>
            </a:rPr>
            <a:t> </a:t>
          </a:r>
          <a:r>
            <a:rPr lang="en-US" sz="1500" b="1" kern="1200" dirty="0" err="1">
              <a:solidFill>
                <a:srgbClr val="10924C"/>
              </a:solidFill>
            </a:rPr>
            <a:t>CHUYÊN</a:t>
          </a:r>
          <a:r>
            <a:rPr lang="en-US" sz="1500" b="1" kern="1200" dirty="0">
              <a:solidFill>
                <a:srgbClr val="10924C"/>
              </a:solidFill>
            </a:rPr>
            <a:t> </a:t>
          </a:r>
          <a:r>
            <a:rPr lang="en-US" sz="1500" b="1" kern="1200" dirty="0" err="1">
              <a:solidFill>
                <a:srgbClr val="10924C"/>
              </a:solidFill>
            </a:rPr>
            <a:t>NGHIỆP</a:t>
          </a:r>
          <a:r>
            <a:rPr lang="en-US" sz="1500" b="1" kern="1200" dirty="0">
              <a:solidFill>
                <a:srgbClr val="10924C"/>
              </a:solidFill>
            </a:rPr>
            <a:t> </a:t>
          </a:r>
          <a:r>
            <a:rPr lang="en-US" sz="1500" b="1" kern="1200" dirty="0" err="1">
              <a:solidFill>
                <a:srgbClr val="10924C"/>
              </a:solidFill>
            </a:rPr>
            <a:t>HOẠT</a:t>
          </a:r>
          <a:r>
            <a:rPr lang="en-US" sz="1500" b="1" kern="1200" dirty="0">
              <a:solidFill>
                <a:srgbClr val="10924C"/>
              </a:solidFill>
            </a:rPr>
            <a:t> </a:t>
          </a:r>
          <a:r>
            <a:rPr lang="en-US" sz="1500" b="1" kern="1200" dirty="0" err="1">
              <a:solidFill>
                <a:srgbClr val="10924C"/>
              </a:solidFill>
            </a:rPr>
            <a:t>ĐỘNG</a:t>
          </a:r>
          <a:r>
            <a:rPr lang="en-US" sz="1500" b="1" kern="1200" dirty="0">
              <a:solidFill>
                <a:srgbClr val="10924C"/>
              </a:solidFill>
            </a:rPr>
            <a:t> </a:t>
          </a:r>
          <a:r>
            <a:rPr lang="en-US" sz="1500" b="1" kern="1200" dirty="0" err="1">
              <a:solidFill>
                <a:srgbClr val="10924C"/>
              </a:solidFill>
            </a:rPr>
            <a:t>ĐÂU</a:t>
          </a:r>
          <a:r>
            <a:rPr lang="en-US" sz="1500" b="1" kern="1200" dirty="0">
              <a:solidFill>
                <a:srgbClr val="10924C"/>
              </a:solidFill>
            </a:rPr>
            <a:t> </a:t>
          </a:r>
          <a:r>
            <a:rPr lang="en-US" sz="1500" b="1" kern="1200" dirty="0" err="1">
              <a:solidFill>
                <a:srgbClr val="10924C"/>
              </a:solidFill>
            </a:rPr>
            <a:t>TƯ</a:t>
          </a:r>
          <a:endParaRPr lang="en-US" sz="1500" b="1" kern="1200" dirty="0">
            <a:solidFill>
              <a:srgbClr val="10924C"/>
            </a:solidFill>
          </a:endParaRPr>
        </a:p>
      </dsp:txBody>
      <dsp:txXfrm>
        <a:off x="5055529" y="2115344"/>
        <a:ext cx="3582592" cy="659657"/>
      </dsp:txXfrm>
    </dsp:sp>
    <dsp:sp modelId="{73C1C515-673A-4B02-9F2F-E683C0BD71ED}">
      <dsp:nvSpPr>
        <dsp:cNvPr id="0" name=""/>
        <dsp:cNvSpPr/>
      </dsp:nvSpPr>
      <dsp:spPr>
        <a:xfrm>
          <a:off x="4785872" y="2963334"/>
          <a:ext cx="282993" cy="28299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42A048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7C1246-CD65-41F7-8864-69F145B589F8}">
      <dsp:nvSpPr>
        <dsp:cNvPr id="0" name=""/>
        <dsp:cNvSpPr/>
      </dsp:nvSpPr>
      <dsp:spPr>
        <a:xfrm>
          <a:off x="5055529" y="2775002"/>
          <a:ext cx="3582592" cy="6596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 err="1">
              <a:solidFill>
                <a:srgbClr val="10924C"/>
              </a:solidFill>
            </a:rPr>
            <a:t>GIẢM</a:t>
          </a:r>
          <a:r>
            <a:rPr lang="en-US" sz="1500" b="1" kern="1200" dirty="0">
              <a:solidFill>
                <a:srgbClr val="10924C"/>
              </a:solidFill>
            </a:rPr>
            <a:t> CHI </a:t>
          </a:r>
          <a:r>
            <a:rPr lang="en-US" sz="1500" b="1" kern="1200" dirty="0" err="1">
              <a:solidFill>
                <a:srgbClr val="10924C"/>
              </a:solidFill>
            </a:rPr>
            <a:t>PHÍ</a:t>
          </a:r>
          <a:endParaRPr lang="en-US" sz="1500" b="1" kern="1200" dirty="0">
            <a:solidFill>
              <a:srgbClr val="10924C"/>
            </a:solidFill>
          </a:endParaRPr>
        </a:p>
      </dsp:txBody>
      <dsp:txXfrm>
        <a:off x="5055529" y="2775002"/>
        <a:ext cx="3582592" cy="659657"/>
      </dsp:txXfrm>
    </dsp:sp>
    <dsp:sp modelId="{2CF66E2C-AFFB-4898-89CF-41E6A7DC6E3F}">
      <dsp:nvSpPr>
        <dsp:cNvPr id="0" name=""/>
        <dsp:cNvSpPr/>
      </dsp:nvSpPr>
      <dsp:spPr>
        <a:xfrm>
          <a:off x="4785872" y="3622992"/>
          <a:ext cx="282993" cy="282993"/>
        </a:xfrm>
        <a:prstGeom prst="rect">
          <a:avLst/>
        </a:prstGeom>
        <a:solidFill>
          <a:srgbClr val="10924C"/>
        </a:solidFill>
        <a:ln w="12700" cap="flat" cmpd="sng" algn="ctr">
          <a:solidFill>
            <a:srgbClr val="42A048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4AC6CB-D128-4611-B725-1BBD4691FA30}">
      <dsp:nvSpPr>
        <dsp:cNvPr id="0" name=""/>
        <dsp:cNvSpPr/>
      </dsp:nvSpPr>
      <dsp:spPr>
        <a:xfrm>
          <a:off x="5055529" y="3434660"/>
          <a:ext cx="3582592" cy="6596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 err="1">
              <a:solidFill>
                <a:srgbClr val="10924C"/>
              </a:solidFill>
            </a:rPr>
            <a:t>BẢO</a:t>
          </a:r>
          <a:r>
            <a:rPr lang="en-US" sz="1500" b="1" kern="1200" dirty="0">
              <a:solidFill>
                <a:srgbClr val="10924C"/>
              </a:solidFill>
            </a:rPr>
            <a:t> </a:t>
          </a:r>
          <a:r>
            <a:rPr lang="en-US" sz="1500" b="1" kern="1200" dirty="0" err="1">
              <a:solidFill>
                <a:srgbClr val="10924C"/>
              </a:solidFill>
            </a:rPr>
            <a:t>VỆ</a:t>
          </a:r>
          <a:r>
            <a:rPr lang="en-US" sz="1500" b="1" kern="1200" dirty="0">
              <a:solidFill>
                <a:srgbClr val="10924C"/>
              </a:solidFill>
            </a:rPr>
            <a:t> </a:t>
          </a:r>
          <a:r>
            <a:rPr lang="en-US" sz="1500" b="1" kern="1200" dirty="0" err="1">
              <a:solidFill>
                <a:srgbClr val="10924C"/>
              </a:solidFill>
            </a:rPr>
            <a:t>QUYỀN</a:t>
          </a:r>
          <a:r>
            <a:rPr lang="en-US" sz="1500" b="1" kern="1200" dirty="0">
              <a:solidFill>
                <a:srgbClr val="10924C"/>
              </a:solidFill>
            </a:rPr>
            <a:t> </a:t>
          </a:r>
          <a:r>
            <a:rPr lang="en-US" sz="1500" b="1" kern="1200" dirty="0" err="1">
              <a:solidFill>
                <a:srgbClr val="10924C"/>
              </a:solidFill>
            </a:rPr>
            <a:t>LỢI</a:t>
          </a:r>
          <a:r>
            <a:rPr lang="en-US" sz="1500" b="1" kern="1200" dirty="0">
              <a:solidFill>
                <a:srgbClr val="10924C"/>
              </a:solidFill>
            </a:rPr>
            <a:t> </a:t>
          </a:r>
          <a:r>
            <a:rPr lang="en-US" sz="1500" b="1" kern="1200" dirty="0" err="1">
              <a:solidFill>
                <a:srgbClr val="10924C"/>
              </a:solidFill>
            </a:rPr>
            <a:t>NHÀ</a:t>
          </a:r>
          <a:r>
            <a:rPr lang="en-US" sz="1500" b="1" kern="1200" dirty="0">
              <a:solidFill>
                <a:srgbClr val="10924C"/>
              </a:solidFill>
            </a:rPr>
            <a:t> </a:t>
          </a:r>
          <a:r>
            <a:rPr lang="en-US" sz="1500" b="1" kern="1200" dirty="0" err="1">
              <a:solidFill>
                <a:srgbClr val="10924C"/>
              </a:solidFill>
            </a:rPr>
            <a:t>ĐẦU</a:t>
          </a:r>
          <a:r>
            <a:rPr lang="en-US" sz="1500" b="1" kern="1200" dirty="0">
              <a:solidFill>
                <a:srgbClr val="10924C"/>
              </a:solidFill>
            </a:rPr>
            <a:t> </a:t>
          </a:r>
          <a:r>
            <a:rPr lang="en-US" sz="1500" b="1" kern="1200" dirty="0" err="1">
              <a:solidFill>
                <a:srgbClr val="10924C"/>
              </a:solidFill>
            </a:rPr>
            <a:t>TƯ</a:t>
          </a:r>
          <a:r>
            <a:rPr lang="en-US" sz="1500" b="1" kern="1200" dirty="0">
              <a:solidFill>
                <a:srgbClr val="10924C"/>
              </a:solidFill>
            </a:rPr>
            <a:t> </a:t>
          </a:r>
          <a:r>
            <a:rPr lang="en-US" sz="1500" b="1" kern="1200" dirty="0" err="1">
              <a:solidFill>
                <a:srgbClr val="10924C"/>
              </a:solidFill>
            </a:rPr>
            <a:t>TỐT</a:t>
          </a:r>
          <a:r>
            <a:rPr lang="en-US" sz="1500" b="1" kern="1200" dirty="0">
              <a:solidFill>
                <a:srgbClr val="10924C"/>
              </a:solidFill>
            </a:rPr>
            <a:t> </a:t>
          </a:r>
          <a:r>
            <a:rPr lang="en-US" sz="1500" b="1" kern="1200" dirty="0" err="1">
              <a:solidFill>
                <a:srgbClr val="10924C"/>
              </a:solidFill>
            </a:rPr>
            <a:t>HƠN</a:t>
          </a:r>
          <a:endParaRPr lang="en-US" sz="1500" b="1" kern="1200" dirty="0">
            <a:solidFill>
              <a:srgbClr val="10924C"/>
            </a:solidFill>
          </a:endParaRPr>
        </a:p>
      </dsp:txBody>
      <dsp:txXfrm>
        <a:off x="5055529" y="3434660"/>
        <a:ext cx="3582592" cy="6596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82DB49-704A-44B9-A966-36C7291DB963}">
      <dsp:nvSpPr>
        <dsp:cNvPr id="0" name=""/>
        <dsp:cNvSpPr/>
      </dsp:nvSpPr>
      <dsp:spPr>
        <a:xfrm>
          <a:off x="11805041" y="1378540"/>
          <a:ext cx="170614" cy="13307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30793"/>
              </a:lnTo>
              <a:lnTo>
                <a:pt x="170614" y="1330793"/>
              </a:lnTo>
            </a:path>
          </a:pathLst>
        </a:custGeom>
        <a:noFill/>
        <a:ln w="12700" cap="flat" cmpd="sng" algn="ctr">
          <a:solidFill>
            <a:schemeClr val="accent6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F8D2BFA-F656-4208-9C70-FBD8BAF123A6}">
      <dsp:nvSpPr>
        <dsp:cNvPr id="0" name=""/>
        <dsp:cNvSpPr/>
      </dsp:nvSpPr>
      <dsp:spPr>
        <a:xfrm>
          <a:off x="11805041" y="1378540"/>
          <a:ext cx="170614" cy="5232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23217"/>
              </a:lnTo>
              <a:lnTo>
                <a:pt x="170614" y="523217"/>
              </a:lnTo>
            </a:path>
          </a:pathLst>
        </a:custGeom>
        <a:noFill/>
        <a:ln w="12700" cap="flat" cmpd="sng" algn="ctr">
          <a:solidFill>
            <a:schemeClr val="accent6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0C71C0-A577-4374-9491-3641329AAA39}">
      <dsp:nvSpPr>
        <dsp:cNvPr id="0" name=""/>
        <dsp:cNvSpPr/>
      </dsp:nvSpPr>
      <dsp:spPr>
        <a:xfrm>
          <a:off x="8131142" y="570964"/>
          <a:ext cx="4128871" cy="2388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9430"/>
              </a:lnTo>
              <a:lnTo>
                <a:pt x="4128871" y="119430"/>
              </a:lnTo>
              <a:lnTo>
                <a:pt x="4128871" y="23886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FE6AE0-50FA-46E1-AB99-CAD35BC73C41}">
      <dsp:nvSpPr>
        <dsp:cNvPr id="0" name=""/>
        <dsp:cNvSpPr/>
      </dsp:nvSpPr>
      <dsp:spPr>
        <a:xfrm>
          <a:off x="10428751" y="1378540"/>
          <a:ext cx="170614" cy="29459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45944"/>
              </a:lnTo>
              <a:lnTo>
                <a:pt x="170614" y="2945944"/>
              </a:lnTo>
            </a:path>
          </a:pathLst>
        </a:custGeom>
        <a:noFill/>
        <a:ln w="12700" cap="flat" cmpd="sng" algn="ctr">
          <a:solidFill>
            <a:srgbClr val="D65B2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4B8B83-BC00-4906-9EA4-2C6440517770}">
      <dsp:nvSpPr>
        <dsp:cNvPr id="0" name=""/>
        <dsp:cNvSpPr/>
      </dsp:nvSpPr>
      <dsp:spPr>
        <a:xfrm>
          <a:off x="10428751" y="1378540"/>
          <a:ext cx="170614" cy="21383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38368"/>
              </a:lnTo>
              <a:lnTo>
                <a:pt x="170614" y="2138368"/>
              </a:lnTo>
            </a:path>
          </a:pathLst>
        </a:custGeom>
        <a:noFill/>
        <a:ln w="12700" cap="flat" cmpd="sng" algn="ctr">
          <a:solidFill>
            <a:srgbClr val="D65B2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ABCCF7-7B45-4E93-AF9B-2FA1D805CAD5}">
      <dsp:nvSpPr>
        <dsp:cNvPr id="0" name=""/>
        <dsp:cNvSpPr/>
      </dsp:nvSpPr>
      <dsp:spPr>
        <a:xfrm>
          <a:off x="10428751" y="1378540"/>
          <a:ext cx="170614" cy="13307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30793"/>
              </a:lnTo>
              <a:lnTo>
                <a:pt x="170614" y="1330793"/>
              </a:lnTo>
            </a:path>
          </a:pathLst>
        </a:custGeom>
        <a:noFill/>
        <a:ln w="12700" cap="flat" cmpd="sng" algn="ctr">
          <a:solidFill>
            <a:srgbClr val="D65B2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C73551-C18C-4A95-B6E0-45312676FE1D}">
      <dsp:nvSpPr>
        <dsp:cNvPr id="0" name=""/>
        <dsp:cNvSpPr/>
      </dsp:nvSpPr>
      <dsp:spPr>
        <a:xfrm>
          <a:off x="10428751" y="1378540"/>
          <a:ext cx="170614" cy="5232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23217"/>
              </a:lnTo>
              <a:lnTo>
                <a:pt x="170614" y="523217"/>
              </a:lnTo>
            </a:path>
          </a:pathLst>
        </a:custGeom>
        <a:noFill/>
        <a:ln w="12700" cap="flat" cmpd="sng" algn="ctr">
          <a:solidFill>
            <a:srgbClr val="D65B2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DA0C7C-270A-4399-AF78-1286027DABCB}">
      <dsp:nvSpPr>
        <dsp:cNvPr id="0" name=""/>
        <dsp:cNvSpPr/>
      </dsp:nvSpPr>
      <dsp:spPr>
        <a:xfrm>
          <a:off x="8131142" y="570964"/>
          <a:ext cx="2752580" cy="2388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9430"/>
              </a:lnTo>
              <a:lnTo>
                <a:pt x="2752580" y="119430"/>
              </a:lnTo>
              <a:lnTo>
                <a:pt x="2752580" y="238860"/>
              </a:lnTo>
            </a:path>
          </a:pathLst>
        </a:custGeom>
        <a:noFill/>
        <a:ln w="12700" cap="flat" cmpd="sng" algn="ctr">
          <a:solidFill>
            <a:srgbClr val="06342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54E5AF-A933-4329-8D52-A0B30208803A}">
      <dsp:nvSpPr>
        <dsp:cNvPr id="0" name=""/>
        <dsp:cNvSpPr/>
      </dsp:nvSpPr>
      <dsp:spPr>
        <a:xfrm>
          <a:off x="9052460" y="1378540"/>
          <a:ext cx="170614" cy="13307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30793"/>
              </a:lnTo>
              <a:lnTo>
                <a:pt x="170614" y="1330793"/>
              </a:lnTo>
            </a:path>
          </a:pathLst>
        </a:custGeom>
        <a:noFill/>
        <a:ln w="12700" cap="flat" cmpd="sng" algn="ctr">
          <a:solidFill>
            <a:schemeClr val="accent1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9B23AD-C42E-4974-9D1C-7BE6332635DE}">
      <dsp:nvSpPr>
        <dsp:cNvPr id="0" name=""/>
        <dsp:cNvSpPr/>
      </dsp:nvSpPr>
      <dsp:spPr>
        <a:xfrm>
          <a:off x="9052460" y="1378540"/>
          <a:ext cx="170614" cy="5232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23217"/>
              </a:lnTo>
              <a:lnTo>
                <a:pt x="170614" y="523217"/>
              </a:lnTo>
            </a:path>
          </a:pathLst>
        </a:custGeom>
        <a:noFill/>
        <a:ln w="12700" cap="flat" cmpd="sng" algn="ctr">
          <a:solidFill>
            <a:schemeClr val="accent1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1F6C73-2CF5-48FD-B8F5-7D671F241D40}">
      <dsp:nvSpPr>
        <dsp:cNvPr id="0" name=""/>
        <dsp:cNvSpPr/>
      </dsp:nvSpPr>
      <dsp:spPr>
        <a:xfrm>
          <a:off x="8131142" y="570964"/>
          <a:ext cx="1376290" cy="2388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9430"/>
              </a:lnTo>
              <a:lnTo>
                <a:pt x="1376290" y="119430"/>
              </a:lnTo>
              <a:lnTo>
                <a:pt x="1376290" y="238860"/>
              </a:lnTo>
            </a:path>
          </a:pathLst>
        </a:custGeom>
        <a:noFill/>
        <a:ln w="12700" cap="flat" cmpd="sng" algn="ctr">
          <a:solidFill>
            <a:srgbClr val="06342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B6E159-8278-418D-A65D-68E6FCA60DAF}">
      <dsp:nvSpPr>
        <dsp:cNvPr id="0" name=""/>
        <dsp:cNvSpPr/>
      </dsp:nvSpPr>
      <dsp:spPr>
        <a:xfrm>
          <a:off x="7676170" y="1378540"/>
          <a:ext cx="170614" cy="37535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53519"/>
              </a:lnTo>
              <a:lnTo>
                <a:pt x="170614" y="3753519"/>
              </a:lnTo>
            </a:path>
          </a:pathLst>
        </a:custGeom>
        <a:noFill/>
        <a:ln w="12700" cap="flat" cmpd="sng" algn="ctr">
          <a:solidFill>
            <a:srgbClr val="DF7D2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92D665-7F8D-45A5-AED0-F118A7AA8E3C}">
      <dsp:nvSpPr>
        <dsp:cNvPr id="0" name=""/>
        <dsp:cNvSpPr/>
      </dsp:nvSpPr>
      <dsp:spPr>
        <a:xfrm>
          <a:off x="7676170" y="1378540"/>
          <a:ext cx="170614" cy="29459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45944"/>
              </a:lnTo>
              <a:lnTo>
                <a:pt x="170614" y="2945944"/>
              </a:lnTo>
            </a:path>
          </a:pathLst>
        </a:custGeom>
        <a:noFill/>
        <a:ln w="12700" cap="flat" cmpd="sng" algn="ctr">
          <a:solidFill>
            <a:srgbClr val="DF7D2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941EB2-5582-4E05-A4E5-A3E51B44F81A}">
      <dsp:nvSpPr>
        <dsp:cNvPr id="0" name=""/>
        <dsp:cNvSpPr/>
      </dsp:nvSpPr>
      <dsp:spPr>
        <a:xfrm>
          <a:off x="7676170" y="1378540"/>
          <a:ext cx="170614" cy="21383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38368"/>
              </a:lnTo>
              <a:lnTo>
                <a:pt x="170614" y="2138368"/>
              </a:lnTo>
            </a:path>
          </a:pathLst>
        </a:custGeom>
        <a:noFill/>
        <a:ln w="12700" cap="flat" cmpd="sng" algn="ctr">
          <a:solidFill>
            <a:srgbClr val="DF7D2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73695F-C0A8-47BE-8C56-4D78DE1563CD}">
      <dsp:nvSpPr>
        <dsp:cNvPr id="0" name=""/>
        <dsp:cNvSpPr/>
      </dsp:nvSpPr>
      <dsp:spPr>
        <a:xfrm>
          <a:off x="7676170" y="1378540"/>
          <a:ext cx="170614" cy="13307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30793"/>
              </a:lnTo>
              <a:lnTo>
                <a:pt x="170614" y="1330793"/>
              </a:lnTo>
            </a:path>
          </a:pathLst>
        </a:custGeom>
        <a:noFill/>
        <a:ln w="12700" cap="flat" cmpd="sng" algn="ctr">
          <a:solidFill>
            <a:srgbClr val="DF7D2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15B128-6128-40FD-B5F4-FDA59330C7F9}">
      <dsp:nvSpPr>
        <dsp:cNvPr id="0" name=""/>
        <dsp:cNvSpPr/>
      </dsp:nvSpPr>
      <dsp:spPr>
        <a:xfrm>
          <a:off x="7676170" y="1378540"/>
          <a:ext cx="170614" cy="5232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23217"/>
              </a:lnTo>
              <a:lnTo>
                <a:pt x="170614" y="523217"/>
              </a:lnTo>
            </a:path>
          </a:pathLst>
        </a:custGeom>
        <a:noFill/>
        <a:ln w="12700" cap="flat" cmpd="sng" algn="ctr">
          <a:solidFill>
            <a:srgbClr val="DF7D2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63E0F3-C69A-4EB7-98C9-8075B0097111}">
      <dsp:nvSpPr>
        <dsp:cNvPr id="0" name=""/>
        <dsp:cNvSpPr/>
      </dsp:nvSpPr>
      <dsp:spPr>
        <a:xfrm>
          <a:off x="8085422" y="570964"/>
          <a:ext cx="91440" cy="23886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8860"/>
              </a:lnTo>
            </a:path>
          </a:pathLst>
        </a:custGeom>
        <a:noFill/>
        <a:ln w="12700" cap="flat" cmpd="sng" algn="ctr">
          <a:solidFill>
            <a:srgbClr val="06342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F937E8-D20E-49CA-A3CA-21603AE7C031}">
      <dsp:nvSpPr>
        <dsp:cNvPr id="0" name=""/>
        <dsp:cNvSpPr/>
      </dsp:nvSpPr>
      <dsp:spPr>
        <a:xfrm>
          <a:off x="6299879" y="1378540"/>
          <a:ext cx="170614" cy="13307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30793"/>
              </a:lnTo>
              <a:lnTo>
                <a:pt x="170614" y="1330793"/>
              </a:lnTo>
            </a:path>
          </a:pathLst>
        </a:custGeom>
        <a:noFill/>
        <a:ln w="12700" cap="flat" cmpd="sng" algn="ctr">
          <a:solidFill>
            <a:srgbClr val="10924C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FA439F-0CDB-45B4-AE27-B9DC317837B8}">
      <dsp:nvSpPr>
        <dsp:cNvPr id="0" name=""/>
        <dsp:cNvSpPr/>
      </dsp:nvSpPr>
      <dsp:spPr>
        <a:xfrm>
          <a:off x="6299879" y="1378540"/>
          <a:ext cx="170614" cy="5232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23217"/>
              </a:lnTo>
              <a:lnTo>
                <a:pt x="170614" y="523217"/>
              </a:lnTo>
            </a:path>
          </a:pathLst>
        </a:custGeom>
        <a:noFill/>
        <a:ln w="12700" cap="flat" cmpd="sng" algn="ctr">
          <a:solidFill>
            <a:srgbClr val="10924C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92A3EC-B149-4BEE-86CC-DA214DBF3C86}">
      <dsp:nvSpPr>
        <dsp:cNvPr id="0" name=""/>
        <dsp:cNvSpPr/>
      </dsp:nvSpPr>
      <dsp:spPr>
        <a:xfrm>
          <a:off x="6754851" y="570964"/>
          <a:ext cx="1376290" cy="238860"/>
        </a:xfrm>
        <a:custGeom>
          <a:avLst/>
          <a:gdLst/>
          <a:ahLst/>
          <a:cxnLst/>
          <a:rect l="0" t="0" r="0" b="0"/>
          <a:pathLst>
            <a:path>
              <a:moveTo>
                <a:pt x="1376290" y="0"/>
              </a:moveTo>
              <a:lnTo>
                <a:pt x="1376290" y="119430"/>
              </a:lnTo>
              <a:lnTo>
                <a:pt x="0" y="119430"/>
              </a:lnTo>
              <a:lnTo>
                <a:pt x="0" y="23886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BD8D01-671B-4937-A63B-D154F17B8879}">
      <dsp:nvSpPr>
        <dsp:cNvPr id="0" name=""/>
        <dsp:cNvSpPr/>
      </dsp:nvSpPr>
      <dsp:spPr>
        <a:xfrm>
          <a:off x="4923589" y="1378540"/>
          <a:ext cx="170614" cy="21383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38368"/>
              </a:lnTo>
              <a:lnTo>
                <a:pt x="170614" y="2138368"/>
              </a:lnTo>
            </a:path>
          </a:pathLst>
        </a:custGeom>
        <a:noFill/>
        <a:ln w="12700" cap="flat" cmpd="sng" algn="ctr">
          <a:solidFill>
            <a:srgbClr val="FFC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D6B20F-1E35-4629-B64B-33842BDCAE10}">
      <dsp:nvSpPr>
        <dsp:cNvPr id="0" name=""/>
        <dsp:cNvSpPr/>
      </dsp:nvSpPr>
      <dsp:spPr>
        <a:xfrm>
          <a:off x="4923589" y="1378540"/>
          <a:ext cx="170614" cy="13307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30793"/>
              </a:lnTo>
              <a:lnTo>
                <a:pt x="170614" y="1330793"/>
              </a:lnTo>
            </a:path>
          </a:pathLst>
        </a:custGeom>
        <a:noFill/>
        <a:ln w="12700" cap="flat" cmpd="sng" algn="ctr">
          <a:solidFill>
            <a:srgbClr val="FFC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78425A-9D4B-4AC3-82CB-D798818190DB}">
      <dsp:nvSpPr>
        <dsp:cNvPr id="0" name=""/>
        <dsp:cNvSpPr/>
      </dsp:nvSpPr>
      <dsp:spPr>
        <a:xfrm>
          <a:off x="4923589" y="1378540"/>
          <a:ext cx="170614" cy="5232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23217"/>
              </a:lnTo>
              <a:lnTo>
                <a:pt x="170614" y="523217"/>
              </a:lnTo>
            </a:path>
          </a:pathLst>
        </a:custGeom>
        <a:noFill/>
        <a:ln w="12700" cap="flat" cmpd="sng" algn="ctr">
          <a:solidFill>
            <a:srgbClr val="FFC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D49C8B-79B6-495F-80E1-B722CBA1E1E7}">
      <dsp:nvSpPr>
        <dsp:cNvPr id="0" name=""/>
        <dsp:cNvSpPr/>
      </dsp:nvSpPr>
      <dsp:spPr>
        <a:xfrm>
          <a:off x="5378561" y="570964"/>
          <a:ext cx="2752580" cy="238860"/>
        </a:xfrm>
        <a:custGeom>
          <a:avLst/>
          <a:gdLst/>
          <a:ahLst/>
          <a:cxnLst/>
          <a:rect l="0" t="0" r="0" b="0"/>
          <a:pathLst>
            <a:path>
              <a:moveTo>
                <a:pt x="2752580" y="0"/>
              </a:moveTo>
              <a:lnTo>
                <a:pt x="2752580" y="119430"/>
              </a:lnTo>
              <a:lnTo>
                <a:pt x="0" y="119430"/>
              </a:lnTo>
              <a:lnTo>
                <a:pt x="0" y="23886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754AD3-C23A-4BF5-B7A4-71092A6A85A0}">
      <dsp:nvSpPr>
        <dsp:cNvPr id="0" name=""/>
        <dsp:cNvSpPr/>
      </dsp:nvSpPr>
      <dsp:spPr>
        <a:xfrm>
          <a:off x="3547298" y="1378540"/>
          <a:ext cx="170614" cy="29459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45944"/>
              </a:lnTo>
              <a:lnTo>
                <a:pt x="170614" y="2945944"/>
              </a:lnTo>
            </a:path>
          </a:pathLst>
        </a:custGeom>
        <a:noFill/>
        <a:ln w="12700" cap="flat" cmpd="sng" algn="ctr">
          <a:solidFill>
            <a:srgbClr val="42A048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87D875-D380-411D-A0E2-AEDF62061DAD}">
      <dsp:nvSpPr>
        <dsp:cNvPr id="0" name=""/>
        <dsp:cNvSpPr/>
      </dsp:nvSpPr>
      <dsp:spPr>
        <a:xfrm>
          <a:off x="3547298" y="1378540"/>
          <a:ext cx="170614" cy="21383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38368"/>
              </a:lnTo>
              <a:lnTo>
                <a:pt x="170614" y="213836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7C6AC7-359C-4B8E-867C-78943A7328EB}">
      <dsp:nvSpPr>
        <dsp:cNvPr id="0" name=""/>
        <dsp:cNvSpPr/>
      </dsp:nvSpPr>
      <dsp:spPr>
        <a:xfrm>
          <a:off x="3547298" y="1378540"/>
          <a:ext cx="170614" cy="13307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30793"/>
              </a:lnTo>
              <a:lnTo>
                <a:pt x="170614" y="1330793"/>
              </a:lnTo>
            </a:path>
          </a:pathLst>
        </a:custGeom>
        <a:noFill/>
        <a:ln w="12700" cap="flat" cmpd="sng" algn="ctr">
          <a:solidFill>
            <a:srgbClr val="42A048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2241AF-2A94-482C-8DB1-AAC6EF8F4561}">
      <dsp:nvSpPr>
        <dsp:cNvPr id="0" name=""/>
        <dsp:cNvSpPr/>
      </dsp:nvSpPr>
      <dsp:spPr>
        <a:xfrm>
          <a:off x="3547298" y="1378540"/>
          <a:ext cx="170614" cy="5232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23217"/>
              </a:lnTo>
              <a:lnTo>
                <a:pt x="170614" y="523217"/>
              </a:lnTo>
            </a:path>
          </a:pathLst>
        </a:custGeom>
        <a:noFill/>
        <a:ln w="12700" cap="flat" cmpd="sng" algn="ctr">
          <a:solidFill>
            <a:srgbClr val="42A048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50F52B-864C-4EEF-830B-B3AAC802246F}">
      <dsp:nvSpPr>
        <dsp:cNvPr id="0" name=""/>
        <dsp:cNvSpPr/>
      </dsp:nvSpPr>
      <dsp:spPr>
        <a:xfrm>
          <a:off x="4002270" y="570964"/>
          <a:ext cx="4128871" cy="238860"/>
        </a:xfrm>
        <a:custGeom>
          <a:avLst/>
          <a:gdLst/>
          <a:ahLst/>
          <a:cxnLst/>
          <a:rect l="0" t="0" r="0" b="0"/>
          <a:pathLst>
            <a:path>
              <a:moveTo>
                <a:pt x="4128871" y="0"/>
              </a:moveTo>
              <a:lnTo>
                <a:pt x="4128871" y="119430"/>
              </a:lnTo>
              <a:lnTo>
                <a:pt x="0" y="119430"/>
              </a:lnTo>
              <a:lnTo>
                <a:pt x="0" y="238860"/>
              </a:lnTo>
            </a:path>
          </a:pathLst>
        </a:custGeom>
        <a:noFill/>
        <a:ln w="12700" cap="flat" cmpd="sng" algn="ctr">
          <a:solidFill>
            <a:srgbClr val="06342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40FEDD-9972-41FD-8F19-C099E5E97EF5}">
      <dsp:nvSpPr>
        <dsp:cNvPr id="0" name=""/>
        <dsp:cNvSpPr/>
      </dsp:nvSpPr>
      <dsp:spPr>
        <a:xfrm>
          <a:off x="6352662" y="2249"/>
          <a:ext cx="3556960" cy="568715"/>
        </a:xfrm>
        <a:prstGeom prst="roundRect">
          <a:avLst/>
        </a:prstGeom>
        <a:solidFill>
          <a:srgbClr val="35874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 err="1"/>
            <a:t>QUỸ</a:t>
          </a:r>
          <a:r>
            <a:rPr lang="en-US" sz="2000" b="1" kern="1200" dirty="0"/>
            <a:t> </a:t>
          </a:r>
          <a:r>
            <a:rPr lang="en-US" sz="2000" b="1" kern="1200" dirty="0" err="1"/>
            <a:t>ĐẦU</a:t>
          </a:r>
          <a:r>
            <a:rPr lang="en-US" sz="2000" b="1" kern="1200" dirty="0"/>
            <a:t> </a:t>
          </a:r>
          <a:r>
            <a:rPr lang="en-US" sz="2000" b="1" kern="1200" dirty="0" err="1"/>
            <a:t>TƯ</a:t>
          </a:r>
          <a:r>
            <a:rPr lang="en-US" sz="2000" b="1" kern="1200" dirty="0"/>
            <a:t> </a:t>
          </a:r>
          <a:r>
            <a:rPr lang="en-US" sz="2000" b="1" kern="1200" dirty="0" err="1"/>
            <a:t>CHỨNG</a:t>
          </a:r>
          <a:r>
            <a:rPr lang="en-US" sz="2000" b="1" kern="1200" dirty="0"/>
            <a:t> </a:t>
          </a:r>
          <a:r>
            <a:rPr lang="en-US" sz="2000" b="1" kern="1200" dirty="0" err="1"/>
            <a:t>KHOÁN</a:t>
          </a:r>
          <a:endParaRPr lang="en-US" sz="2000" b="1" kern="1200" dirty="0"/>
        </a:p>
      </dsp:txBody>
      <dsp:txXfrm>
        <a:off x="6380424" y="30011"/>
        <a:ext cx="3501436" cy="513191"/>
      </dsp:txXfrm>
    </dsp:sp>
    <dsp:sp modelId="{8D8E11A0-0EF9-4B23-A6B7-1865D5C4A54C}">
      <dsp:nvSpPr>
        <dsp:cNvPr id="0" name=""/>
        <dsp:cNvSpPr/>
      </dsp:nvSpPr>
      <dsp:spPr>
        <a:xfrm>
          <a:off x="3433555" y="809825"/>
          <a:ext cx="1137430" cy="568715"/>
        </a:xfrm>
        <a:prstGeom prst="roundRect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 err="1"/>
            <a:t>MÔ</a:t>
          </a:r>
          <a:r>
            <a:rPr lang="en-US" sz="1100" b="1" kern="1200" dirty="0"/>
            <a:t> </a:t>
          </a:r>
          <a:r>
            <a:rPr lang="en-US" sz="1100" b="1" kern="1200" dirty="0" err="1"/>
            <a:t>HÌNH</a:t>
          </a:r>
          <a:r>
            <a:rPr lang="en-US" sz="1100" b="1" kern="1200" dirty="0"/>
            <a:t> </a:t>
          </a:r>
          <a:r>
            <a:rPr lang="en-US" sz="1100" b="1" kern="1200" dirty="0" err="1"/>
            <a:t>TỔ</a:t>
          </a:r>
          <a:r>
            <a:rPr lang="en-US" sz="1100" b="1" kern="1200" dirty="0"/>
            <a:t> </a:t>
          </a:r>
          <a:r>
            <a:rPr lang="en-US" sz="1100" b="1" kern="1200" dirty="0" err="1"/>
            <a:t>CHỨC</a:t>
          </a:r>
          <a:r>
            <a:rPr lang="en-US" sz="1100" b="1" kern="1200" dirty="0"/>
            <a:t> </a:t>
          </a:r>
          <a:r>
            <a:rPr lang="en-US" sz="1100" b="1" kern="1200" dirty="0" err="1"/>
            <a:t>VÀ</a:t>
          </a:r>
          <a:r>
            <a:rPr lang="en-US" sz="1100" b="1" kern="1200" dirty="0"/>
            <a:t> </a:t>
          </a:r>
          <a:r>
            <a:rPr lang="en-US" sz="1100" b="1" kern="1200" dirty="0" err="1"/>
            <a:t>HOẠT</a:t>
          </a:r>
          <a:r>
            <a:rPr lang="en-US" sz="1100" b="1" kern="1200" dirty="0"/>
            <a:t> </a:t>
          </a:r>
          <a:r>
            <a:rPr lang="en-US" sz="1100" b="1" kern="1200" dirty="0" err="1"/>
            <a:t>ĐỘNG</a:t>
          </a:r>
          <a:endParaRPr lang="en-US" sz="1100" b="1" kern="1200" dirty="0"/>
        </a:p>
      </dsp:txBody>
      <dsp:txXfrm>
        <a:off x="3461317" y="837587"/>
        <a:ext cx="1081906" cy="513191"/>
      </dsp:txXfrm>
    </dsp:sp>
    <dsp:sp modelId="{0465EF6B-E29F-43F8-95B1-DEFD393BB95F}">
      <dsp:nvSpPr>
        <dsp:cNvPr id="0" name=""/>
        <dsp:cNvSpPr/>
      </dsp:nvSpPr>
      <dsp:spPr>
        <a:xfrm>
          <a:off x="3717913" y="1617400"/>
          <a:ext cx="1137430" cy="568715"/>
        </a:xfrm>
        <a:prstGeom prst="rect">
          <a:avLst/>
        </a:prstGeom>
        <a:solidFill>
          <a:schemeClr val="accent6">
            <a:lumMod val="75000"/>
            <a:alpha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/>
            <a:t>Quỹ</a:t>
          </a:r>
          <a:r>
            <a:rPr lang="en-US" sz="1300" kern="1200" dirty="0"/>
            <a:t> </a:t>
          </a:r>
          <a:r>
            <a:rPr lang="en-US" sz="1300" kern="1200" dirty="0" err="1"/>
            <a:t>dạng</a:t>
          </a:r>
          <a:r>
            <a:rPr lang="en-US" sz="1300" kern="1200" dirty="0"/>
            <a:t> </a:t>
          </a:r>
          <a:r>
            <a:rPr lang="en-US" sz="1300" kern="1200" dirty="0" err="1"/>
            <a:t>công</a:t>
          </a:r>
          <a:r>
            <a:rPr lang="en-US" sz="1300" kern="1200" dirty="0"/>
            <a:t> ty</a:t>
          </a:r>
        </a:p>
      </dsp:txBody>
      <dsp:txXfrm>
        <a:off x="3717913" y="1617400"/>
        <a:ext cx="1137430" cy="568715"/>
      </dsp:txXfrm>
    </dsp:sp>
    <dsp:sp modelId="{055E5797-CA7B-4CE1-8B1A-23CDD606B6E8}">
      <dsp:nvSpPr>
        <dsp:cNvPr id="0" name=""/>
        <dsp:cNvSpPr/>
      </dsp:nvSpPr>
      <dsp:spPr>
        <a:xfrm>
          <a:off x="3717913" y="2424975"/>
          <a:ext cx="1137430" cy="568715"/>
        </a:xfrm>
        <a:prstGeom prst="rect">
          <a:avLst/>
        </a:prstGeom>
        <a:solidFill>
          <a:schemeClr val="accent6">
            <a:lumMod val="75000"/>
            <a:alpha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/>
            <a:t>Quỹ</a:t>
          </a:r>
          <a:r>
            <a:rPr lang="en-US" sz="1300" kern="1200" dirty="0"/>
            <a:t> </a:t>
          </a:r>
          <a:r>
            <a:rPr lang="en-US" sz="1300" kern="1200" dirty="0" err="1"/>
            <a:t>đầu</a:t>
          </a:r>
          <a:r>
            <a:rPr lang="en-US" sz="1300" kern="1200" dirty="0"/>
            <a:t> </a:t>
          </a:r>
          <a:r>
            <a:rPr lang="en-US" sz="1300" kern="1200" dirty="0" err="1"/>
            <a:t>tư</a:t>
          </a:r>
          <a:r>
            <a:rPr lang="en-US" sz="1300" kern="1200" dirty="0"/>
            <a:t> </a:t>
          </a:r>
          <a:r>
            <a:rPr lang="en-US" sz="1300" kern="1200" dirty="0" err="1"/>
            <a:t>hợp</a:t>
          </a:r>
          <a:r>
            <a:rPr lang="en-US" sz="1300" kern="1200" dirty="0"/>
            <a:t> </a:t>
          </a:r>
          <a:r>
            <a:rPr lang="en-US" sz="1300" kern="1200" dirty="0" err="1"/>
            <a:t>danh</a:t>
          </a:r>
          <a:endParaRPr lang="en-US" sz="1300" kern="1200" dirty="0"/>
        </a:p>
      </dsp:txBody>
      <dsp:txXfrm>
        <a:off x="3717913" y="2424975"/>
        <a:ext cx="1137430" cy="568715"/>
      </dsp:txXfrm>
    </dsp:sp>
    <dsp:sp modelId="{4EEB5689-0D21-4303-A1F3-897BDEAA43AE}">
      <dsp:nvSpPr>
        <dsp:cNvPr id="0" name=""/>
        <dsp:cNvSpPr/>
      </dsp:nvSpPr>
      <dsp:spPr>
        <a:xfrm>
          <a:off x="3717913" y="3232551"/>
          <a:ext cx="1137430" cy="568715"/>
        </a:xfrm>
        <a:prstGeom prst="rect">
          <a:avLst/>
        </a:prstGeom>
        <a:solidFill>
          <a:schemeClr val="accent6">
            <a:lumMod val="75000"/>
            <a:alpha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/>
            <a:t>Quỹ</a:t>
          </a:r>
          <a:r>
            <a:rPr lang="en-US" sz="1300" kern="1200" dirty="0"/>
            <a:t> </a:t>
          </a:r>
          <a:r>
            <a:rPr lang="en-US" sz="1300" kern="1200" dirty="0" err="1"/>
            <a:t>dạng</a:t>
          </a:r>
          <a:r>
            <a:rPr lang="en-US" sz="1300" kern="1200" dirty="0"/>
            <a:t> </a:t>
          </a:r>
          <a:r>
            <a:rPr lang="en-US" sz="1300" kern="1200" dirty="0" err="1"/>
            <a:t>tín</a:t>
          </a:r>
          <a:r>
            <a:rPr lang="en-US" sz="1300" kern="1200" dirty="0"/>
            <a:t> </a:t>
          </a:r>
          <a:r>
            <a:rPr lang="en-US" sz="1300" kern="1200" dirty="0" err="1"/>
            <a:t>thác</a:t>
          </a:r>
          <a:endParaRPr lang="en-US" sz="1300" kern="1200" dirty="0"/>
        </a:p>
      </dsp:txBody>
      <dsp:txXfrm>
        <a:off x="3717913" y="3232551"/>
        <a:ext cx="1137430" cy="568715"/>
      </dsp:txXfrm>
    </dsp:sp>
    <dsp:sp modelId="{F2F8B624-828B-49DA-981A-0A3D1A5C1A70}">
      <dsp:nvSpPr>
        <dsp:cNvPr id="0" name=""/>
        <dsp:cNvSpPr/>
      </dsp:nvSpPr>
      <dsp:spPr>
        <a:xfrm>
          <a:off x="3717913" y="4040126"/>
          <a:ext cx="1137430" cy="568715"/>
        </a:xfrm>
        <a:prstGeom prst="rect">
          <a:avLst/>
        </a:prstGeom>
        <a:solidFill>
          <a:schemeClr val="accent6">
            <a:lumMod val="75000"/>
            <a:alpha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/>
            <a:t>Quỹ</a:t>
          </a:r>
          <a:r>
            <a:rPr lang="en-US" sz="1300" kern="1200" dirty="0"/>
            <a:t> </a:t>
          </a:r>
          <a:r>
            <a:rPr lang="en-US" sz="1300" kern="1200" dirty="0" err="1"/>
            <a:t>dạng</a:t>
          </a:r>
          <a:r>
            <a:rPr lang="en-US" sz="1300" kern="1200" dirty="0"/>
            <a:t> </a:t>
          </a:r>
          <a:r>
            <a:rPr lang="en-US" sz="1300" kern="1200" dirty="0" err="1"/>
            <a:t>hợp</a:t>
          </a:r>
          <a:r>
            <a:rPr lang="en-US" sz="1300" kern="1200" dirty="0"/>
            <a:t> </a:t>
          </a:r>
          <a:r>
            <a:rPr lang="en-US" sz="1300" kern="1200" dirty="0" err="1"/>
            <a:t>đồng</a:t>
          </a:r>
          <a:endParaRPr lang="en-US" sz="1300" kern="1200" dirty="0"/>
        </a:p>
      </dsp:txBody>
      <dsp:txXfrm>
        <a:off x="3717913" y="4040126"/>
        <a:ext cx="1137430" cy="568715"/>
      </dsp:txXfrm>
    </dsp:sp>
    <dsp:sp modelId="{0F99295F-EEAC-480C-A625-0434CC96415C}">
      <dsp:nvSpPr>
        <dsp:cNvPr id="0" name=""/>
        <dsp:cNvSpPr/>
      </dsp:nvSpPr>
      <dsp:spPr>
        <a:xfrm>
          <a:off x="4809846" y="809825"/>
          <a:ext cx="1137430" cy="568715"/>
        </a:xfrm>
        <a:prstGeom prst="roundRect">
          <a:avLst/>
        </a:prstGeom>
        <a:solidFill>
          <a:srgbClr val="EF9F3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CƠ CHẾ HOẠT ĐỘNG</a:t>
          </a:r>
        </a:p>
      </dsp:txBody>
      <dsp:txXfrm>
        <a:off x="4837608" y="837587"/>
        <a:ext cx="1081906" cy="513191"/>
      </dsp:txXfrm>
    </dsp:sp>
    <dsp:sp modelId="{7E30214D-8402-40C5-B6DD-EB11A1F400C8}">
      <dsp:nvSpPr>
        <dsp:cNvPr id="0" name=""/>
        <dsp:cNvSpPr/>
      </dsp:nvSpPr>
      <dsp:spPr>
        <a:xfrm>
          <a:off x="5094203" y="1617400"/>
          <a:ext cx="1137430" cy="568715"/>
        </a:xfrm>
        <a:prstGeom prst="rect">
          <a:avLst/>
        </a:prstGeom>
        <a:solidFill>
          <a:schemeClr val="accent4">
            <a:lumMod val="75000"/>
            <a:alpha val="70000"/>
          </a:schemeClr>
        </a:solidFill>
        <a:ln w="12700" cap="flat" cmpd="sng" algn="ctr">
          <a:solidFill>
            <a:schemeClr val="accent4">
              <a:lumMod val="20000"/>
              <a:lumOff val="8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/>
            <a:t>Quỹ</a:t>
          </a:r>
          <a:r>
            <a:rPr lang="en-US" sz="1300" kern="1200" dirty="0"/>
            <a:t> </a:t>
          </a:r>
          <a:r>
            <a:rPr lang="en-US" sz="1300" kern="1200" dirty="0" err="1"/>
            <a:t>dạng</a:t>
          </a:r>
          <a:r>
            <a:rPr lang="en-US" sz="1300" kern="1200" dirty="0"/>
            <a:t> </a:t>
          </a:r>
          <a:r>
            <a:rPr lang="en-US" sz="1300" kern="1200" dirty="0" err="1"/>
            <a:t>mở</a:t>
          </a:r>
          <a:endParaRPr lang="en-US" sz="1300" kern="1200" dirty="0"/>
        </a:p>
      </dsp:txBody>
      <dsp:txXfrm>
        <a:off x="5094203" y="1617400"/>
        <a:ext cx="1137430" cy="568715"/>
      </dsp:txXfrm>
    </dsp:sp>
    <dsp:sp modelId="{0DE53BA1-C8E1-465D-A359-FAE4CB1C650D}">
      <dsp:nvSpPr>
        <dsp:cNvPr id="0" name=""/>
        <dsp:cNvSpPr/>
      </dsp:nvSpPr>
      <dsp:spPr>
        <a:xfrm>
          <a:off x="5094203" y="2424975"/>
          <a:ext cx="1137430" cy="568715"/>
        </a:xfrm>
        <a:prstGeom prst="rect">
          <a:avLst/>
        </a:prstGeom>
        <a:solidFill>
          <a:schemeClr val="accent4">
            <a:lumMod val="75000"/>
            <a:alpha val="7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/>
            <a:t>Quỹ</a:t>
          </a:r>
          <a:r>
            <a:rPr lang="en-US" sz="1300" kern="1200" dirty="0"/>
            <a:t> </a:t>
          </a:r>
          <a:r>
            <a:rPr lang="en-US" sz="1300" kern="1200" dirty="0" err="1"/>
            <a:t>dạng</a:t>
          </a:r>
          <a:r>
            <a:rPr lang="en-US" sz="1300" kern="1200" dirty="0"/>
            <a:t> </a:t>
          </a:r>
          <a:r>
            <a:rPr lang="en-US" sz="1300" kern="1200" dirty="0" err="1"/>
            <a:t>đóng</a:t>
          </a:r>
          <a:endParaRPr lang="en-US" sz="1300" kern="1200" dirty="0"/>
        </a:p>
      </dsp:txBody>
      <dsp:txXfrm>
        <a:off x="5094203" y="2424975"/>
        <a:ext cx="1137430" cy="568715"/>
      </dsp:txXfrm>
    </dsp:sp>
    <dsp:sp modelId="{B17B9F20-39A2-40FD-B5D6-929782915149}">
      <dsp:nvSpPr>
        <dsp:cNvPr id="0" name=""/>
        <dsp:cNvSpPr/>
      </dsp:nvSpPr>
      <dsp:spPr>
        <a:xfrm>
          <a:off x="5094203" y="3232551"/>
          <a:ext cx="1137430" cy="568715"/>
        </a:xfrm>
        <a:prstGeom prst="rect">
          <a:avLst/>
        </a:prstGeom>
        <a:solidFill>
          <a:schemeClr val="accent4">
            <a:lumMod val="75000"/>
            <a:alpha val="7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/>
            <a:t>Quỹ</a:t>
          </a:r>
          <a:r>
            <a:rPr lang="en-US" sz="1300" kern="1200" dirty="0"/>
            <a:t> </a:t>
          </a:r>
          <a:r>
            <a:rPr lang="en-US" sz="1300" kern="1200" dirty="0" err="1"/>
            <a:t>kết</a:t>
          </a:r>
          <a:r>
            <a:rPr lang="en-US" sz="1300" kern="1200" dirty="0"/>
            <a:t> </a:t>
          </a:r>
          <a:r>
            <a:rPr lang="en-US" sz="1300" kern="1200" dirty="0" err="1"/>
            <a:t>hợp</a:t>
          </a:r>
          <a:r>
            <a:rPr lang="en-US" sz="1300" kern="1200" dirty="0"/>
            <a:t> </a:t>
          </a:r>
          <a:r>
            <a:rPr lang="en-US" sz="1300" kern="1200" dirty="0" err="1"/>
            <a:t>vừa</a:t>
          </a:r>
          <a:r>
            <a:rPr lang="en-US" sz="1300" kern="1200" dirty="0"/>
            <a:t> “</a:t>
          </a:r>
          <a:r>
            <a:rPr lang="en-US" sz="1300" kern="1200" dirty="0" err="1"/>
            <a:t>đóng</a:t>
          </a:r>
          <a:r>
            <a:rPr lang="en-US" sz="1300" kern="1200" dirty="0"/>
            <a:t>” </a:t>
          </a:r>
          <a:r>
            <a:rPr lang="en-US" sz="1300" kern="1200" dirty="0" err="1"/>
            <a:t>vừa</a:t>
          </a:r>
          <a:r>
            <a:rPr lang="en-US" sz="1300" kern="1200" dirty="0"/>
            <a:t> “</a:t>
          </a:r>
          <a:r>
            <a:rPr lang="en-US" sz="1300" kern="1200" dirty="0" err="1"/>
            <a:t>mở</a:t>
          </a:r>
          <a:r>
            <a:rPr lang="en-US" sz="1300" kern="1200" dirty="0"/>
            <a:t>”</a:t>
          </a:r>
        </a:p>
      </dsp:txBody>
      <dsp:txXfrm>
        <a:off x="5094203" y="3232551"/>
        <a:ext cx="1137430" cy="568715"/>
      </dsp:txXfrm>
    </dsp:sp>
    <dsp:sp modelId="{623349B7-B61D-42C2-90EB-3ACE5D7EFCCF}">
      <dsp:nvSpPr>
        <dsp:cNvPr id="0" name=""/>
        <dsp:cNvSpPr/>
      </dsp:nvSpPr>
      <dsp:spPr>
        <a:xfrm>
          <a:off x="6186136" y="809825"/>
          <a:ext cx="1137430" cy="568715"/>
        </a:xfrm>
        <a:prstGeom prst="roundRect">
          <a:avLst/>
        </a:prstGeom>
        <a:solidFill>
          <a:srgbClr val="10924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 err="1"/>
            <a:t>ĐỐI</a:t>
          </a:r>
          <a:r>
            <a:rPr lang="en-US" sz="1100" b="1" kern="1200" dirty="0"/>
            <a:t> </a:t>
          </a:r>
          <a:r>
            <a:rPr lang="en-US" sz="1100" b="1" kern="1200" dirty="0" err="1"/>
            <a:t>TƯỢNG</a:t>
          </a:r>
          <a:r>
            <a:rPr lang="en-US" sz="1100" b="1" kern="1200" dirty="0"/>
            <a:t> </a:t>
          </a:r>
          <a:r>
            <a:rPr lang="en-US" sz="1100" b="1" kern="1200" dirty="0" err="1"/>
            <a:t>NĐT</a:t>
          </a:r>
          <a:r>
            <a:rPr lang="en-US" sz="1100" b="1" kern="1200" dirty="0"/>
            <a:t> </a:t>
          </a:r>
          <a:r>
            <a:rPr lang="en-US" sz="1100" b="1" kern="1200" dirty="0" err="1"/>
            <a:t>GÓP</a:t>
          </a:r>
          <a:r>
            <a:rPr lang="en-US" sz="1100" b="1" kern="1200" dirty="0"/>
            <a:t> </a:t>
          </a:r>
          <a:r>
            <a:rPr lang="en-US" sz="1100" b="1" kern="1200" dirty="0" err="1"/>
            <a:t>VỐN</a:t>
          </a:r>
          <a:endParaRPr lang="en-US" sz="1100" b="1" kern="1200" dirty="0"/>
        </a:p>
      </dsp:txBody>
      <dsp:txXfrm>
        <a:off x="6213898" y="837587"/>
        <a:ext cx="1081906" cy="513191"/>
      </dsp:txXfrm>
    </dsp:sp>
    <dsp:sp modelId="{80D853E7-DDE7-4191-8F63-A6C8E5DA64AF}">
      <dsp:nvSpPr>
        <dsp:cNvPr id="0" name=""/>
        <dsp:cNvSpPr/>
      </dsp:nvSpPr>
      <dsp:spPr>
        <a:xfrm>
          <a:off x="6470494" y="1617400"/>
          <a:ext cx="1137430" cy="568715"/>
        </a:xfrm>
        <a:prstGeom prst="rect">
          <a:avLst/>
        </a:prstGeom>
        <a:solidFill>
          <a:srgbClr val="10924C">
            <a:alpha val="7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/>
            <a:t>Quỹ</a:t>
          </a:r>
          <a:r>
            <a:rPr lang="en-US" sz="1300" kern="1200" dirty="0"/>
            <a:t> </a:t>
          </a:r>
          <a:r>
            <a:rPr lang="en-US" sz="1300" kern="1200" dirty="0" err="1"/>
            <a:t>đại</a:t>
          </a:r>
          <a:r>
            <a:rPr lang="en-US" sz="1300" kern="1200" dirty="0"/>
            <a:t> </a:t>
          </a:r>
          <a:r>
            <a:rPr lang="en-US" sz="1300" kern="1200" dirty="0" err="1"/>
            <a:t>chúng</a:t>
          </a:r>
          <a:endParaRPr lang="en-US" sz="1300" kern="1200" dirty="0"/>
        </a:p>
      </dsp:txBody>
      <dsp:txXfrm>
        <a:off x="6470494" y="1617400"/>
        <a:ext cx="1137430" cy="568715"/>
      </dsp:txXfrm>
    </dsp:sp>
    <dsp:sp modelId="{6BE50848-1EB2-4B9A-844E-D7077A9A3FD7}">
      <dsp:nvSpPr>
        <dsp:cNvPr id="0" name=""/>
        <dsp:cNvSpPr/>
      </dsp:nvSpPr>
      <dsp:spPr>
        <a:xfrm>
          <a:off x="6470494" y="2424975"/>
          <a:ext cx="1137430" cy="568715"/>
        </a:xfrm>
        <a:prstGeom prst="rect">
          <a:avLst/>
        </a:prstGeom>
        <a:solidFill>
          <a:srgbClr val="10924C">
            <a:alpha val="7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/>
            <a:t>Quỹ</a:t>
          </a:r>
          <a:r>
            <a:rPr lang="en-US" sz="1300" kern="1200" dirty="0"/>
            <a:t> </a:t>
          </a:r>
          <a:r>
            <a:rPr lang="en-US" sz="1300" kern="1200" dirty="0" err="1"/>
            <a:t>thành</a:t>
          </a:r>
          <a:r>
            <a:rPr lang="en-US" sz="1300" kern="1200" dirty="0"/>
            <a:t> </a:t>
          </a:r>
          <a:r>
            <a:rPr lang="en-US" sz="1300" kern="1200" dirty="0" err="1"/>
            <a:t>viên</a:t>
          </a:r>
          <a:endParaRPr lang="en-US" sz="1300" kern="1200" dirty="0"/>
        </a:p>
      </dsp:txBody>
      <dsp:txXfrm>
        <a:off x="6470494" y="2424975"/>
        <a:ext cx="1137430" cy="568715"/>
      </dsp:txXfrm>
    </dsp:sp>
    <dsp:sp modelId="{86A767DC-8852-430E-B5FB-DEA943787682}">
      <dsp:nvSpPr>
        <dsp:cNvPr id="0" name=""/>
        <dsp:cNvSpPr/>
      </dsp:nvSpPr>
      <dsp:spPr>
        <a:xfrm>
          <a:off x="7562427" y="809825"/>
          <a:ext cx="1137430" cy="568715"/>
        </a:xfrm>
        <a:prstGeom prst="roundRect">
          <a:avLst/>
        </a:prstGeom>
        <a:solidFill>
          <a:srgbClr val="DF7D2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 err="1"/>
            <a:t>TÀI</a:t>
          </a:r>
          <a:r>
            <a:rPr lang="en-US" sz="1100" b="1" kern="1200" dirty="0"/>
            <a:t> </a:t>
          </a:r>
          <a:r>
            <a:rPr lang="en-US" sz="1100" b="1" kern="1200" dirty="0" err="1"/>
            <a:t>SẢN</a:t>
          </a:r>
          <a:r>
            <a:rPr lang="en-US" sz="1100" b="1" kern="1200" dirty="0"/>
            <a:t> </a:t>
          </a:r>
          <a:r>
            <a:rPr lang="en-US" sz="1100" b="1" kern="1200" dirty="0" err="1"/>
            <a:t>ĐẦU</a:t>
          </a:r>
          <a:r>
            <a:rPr lang="en-US" sz="1100" b="1" kern="1200" dirty="0"/>
            <a:t> </a:t>
          </a:r>
          <a:r>
            <a:rPr lang="en-US" sz="1100" b="1" kern="1200" dirty="0" err="1"/>
            <a:t>TƯ</a:t>
          </a:r>
          <a:endParaRPr lang="en-US" sz="1100" b="1" kern="1200" dirty="0"/>
        </a:p>
      </dsp:txBody>
      <dsp:txXfrm>
        <a:off x="7590189" y="837587"/>
        <a:ext cx="1081906" cy="513191"/>
      </dsp:txXfrm>
    </dsp:sp>
    <dsp:sp modelId="{EEB364A8-91B2-4B25-BF9D-6A30D88D6AD7}">
      <dsp:nvSpPr>
        <dsp:cNvPr id="0" name=""/>
        <dsp:cNvSpPr/>
      </dsp:nvSpPr>
      <dsp:spPr>
        <a:xfrm>
          <a:off x="7846784" y="1617400"/>
          <a:ext cx="1137430" cy="568715"/>
        </a:xfrm>
        <a:prstGeom prst="rect">
          <a:avLst/>
        </a:prstGeom>
        <a:solidFill>
          <a:srgbClr val="DF7D26">
            <a:alpha val="7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/>
            <a:t>Quỹ</a:t>
          </a:r>
          <a:r>
            <a:rPr lang="en-US" sz="1300" kern="1200" dirty="0"/>
            <a:t> </a:t>
          </a:r>
          <a:r>
            <a:rPr lang="en-US" sz="1300" kern="1200" dirty="0" err="1"/>
            <a:t>cổ</a:t>
          </a:r>
          <a:r>
            <a:rPr lang="en-US" sz="1300" kern="1200" dirty="0"/>
            <a:t> </a:t>
          </a:r>
          <a:r>
            <a:rPr lang="en-US" sz="1300" kern="1200" dirty="0" err="1"/>
            <a:t>phiếu</a:t>
          </a:r>
          <a:endParaRPr lang="en-US" sz="1300" kern="1200" dirty="0"/>
        </a:p>
      </dsp:txBody>
      <dsp:txXfrm>
        <a:off x="7846784" y="1617400"/>
        <a:ext cx="1137430" cy="568715"/>
      </dsp:txXfrm>
    </dsp:sp>
    <dsp:sp modelId="{FABC88CC-8EF7-4AD0-A513-C9022A9C0DED}">
      <dsp:nvSpPr>
        <dsp:cNvPr id="0" name=""/>
        <dsp:cNvSpPr/>
      </dsp:nvSpPr>
      <dsp:spPr>
        <a:xfrm>
          <a:off x="7846784" y="2424975"/>
          <a:ext cx="1137430" cy="568715"/>
        </a:xfrm>
        <a:prstGeom prst="rect">
          <a:avLst/>
        </a:prstGeom>
        <a:solidFill>
          <a:srgbClr val="DF7D26">
            <a:alpha val="7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/>
            <a:t>Quỹ</a:t>
          </a:r>
          <a:r>
            <a:rPr lang="en-US" sz="1300" kern="1200" dirty="0"/>
            <a:t> </a:t>
          </a:r>
          <a:r>
            <a:rPr lang="en-US" sz="1300" kern="1200" dirty="0" err="1"/>
            <a:t>trái</a:t>
          </a:r>
          <a:r>
            <a:rPr lang="en-US" sz="1300" kern="1200" dirty="0"/>
            <a:t> </a:t>
          </a:r>
          <a:r>
            <a:rPr lang="en-US" sz="1300" kern="1200" dirty="0" err="1"/>
            <a:t>phiếu</a:t>
          </a:r>
          <a:endParaRPr lang="en-US" sz="1300" kern="1200" dirty="0"/>
        </a:p>
      </dsp:txBody>
      <dsp:txXfrm>
        <a:off x="7846784" y="2424975"/>
        <a:ext cx="1137430" cy="568715"/>
      </dsp:txXfrm>
    </dsp:sp>
    <dsp:sp modelId="{0387D7C4-53F4-4CE6-9C5B-D026D3634C81}">
      <dsp:nvSpPr>
        <dsp:cNvPr id="0" name=""/>
        <dsp:cNvSpPr/>
      </dsp:nvSpPr>
      <dsp:spPr>
        <a:xfrm>
          <a:off x="7846784" y="3232551"/>
          <a:ext cx="1137430" cy="568715"/>
        </a:xfrm>
        <a:prstGeom prst="rect">
          <a:avLst/>
        </a:prstGeom>
        <a:solidFill>
          <a:srgbClr val="DF7D26">
            <a:alpha val="7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/>
            <a:t>Quỹ</a:t>
          </a:r>
          <a:r>
            <a:rPr lang="en-US" sz="1300" kern="1200" dirty="0"/>
            <a:t> </a:t>
          </a:r>
          <a:r>
            <a:rPr lang="en-US" sz="1300" kern="1200" dirty="0" err="1"/>
            <a:t>cân</a:t>
          </a:r>
          <a:r>
            <a:rPr lang="en-US" sz="1300" kern="1200" dirty="0"/>
            <a:t> </a:t>
          </a:r>
          <a:r>
            <a:rPr lang="en-US" sz="1300" kern="1200" dirty="0" err="1"/>
            <a:t>bằng</a:t>
          </a:r>
          <a:endParaRPr lang="en-US" sz="1300" kern="1200" dirty="0"/>
        </a:p>
      </dsp:txBody>
      <dsp:txXfrm>
        <a:off x="7846784" y="3232551"/>
        <a:ext cx="1137430" cy="568715"/>
      </dsp:txXfrm>
    </dsp:sp>
    <dsp:sp modelId="{87912EC4-6FF4-4398-B2D1-3C5AE3DE0E6B}">
      <dsp:nvSpPr>
        <dsp:cNvPr id="0" name=""/>
        <dsp:cNvSpPr/>
      </dsp:nvSpPr>
      <dsp:spPr>
        <a:xfrm>
          <a:off x="7846784" y="4040126"/>
          <a:ext cx="1137430" cy="568715"/>
        </a:xfrm>
        <a:prstGeom prst="rect">
          <a:avLst/>
        </a:prstGeom>
        <a:solidFill>
          <a:srgbClr val="DF7D26">
            <a:alpha val="7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/>
            <a:t>Quỹ</a:t>
          </a:r>
          <a:r>
            <a:rPr lang="en-US" sz="1300" kern="1200" dirty="0"/>
            <a:t> </a:t>
          </a:r>
          <a:r>
            <a:rPr lang="en-US" sz="1300" kern="1200" dirty="0" err="1"/>
            <a:t>thị</a:t>
          </a:r>
          <a:r>
            <a:rPr lang="en-US" sz="1300" kern="1200" dirty="0"/>
            <a:t> </a:t>
          </a:r>
          <a:r>
            <a:rPr lang="en-US" sz="1300" kern="1200" dirty="0" err="1"/>
            <a:t>trường</a:t>
          </a:r>
          <a:r>
            <a:rPr lang="en-US" sz="1300" kern="1200" dirty="0"/>
            <a:t> </a:t>
          </a:r>
          <a:r>
            <a:rPr lang="en-US" sz="1300" kern="1200" dirty="0" err="1"/>
            <a:t>tiền</a:t>
          </a:r>
          <a:r>
            <a:rPr lang="en-US" sz="1300" kern="1200" dirty="0"/>
            <a:t> </a:t>
          </a:r>
          <a:r>
            <a:rPr lang="en-US" sz="1300" kern="1200" dirty="0" err="1"/>
            <a:t>tệ</a:t>
          </a:r>
          <a:endParaRPr lang="en-US" sz="1300" kern="1200" dirty="0"/>
        </a:p>
      </dsp:txBody>
      <dsp:txXfrm>
        <a:off x="7846784" y="4040126"/>
        <a:ext cx="1137430" cy="568715"/>
      </dsp:txXfrm>
    </dsp:sp>
    <dsp:sp modelId="{F8623FE8-E19F-415E-9063-36ED3A0534B5}">
      <dsp:nvSpPr>
        <dsp:cNvPr id="0" name=""/>
        <dsp:cNvSpPr/>
      </dsp:nvSpPr>
      <dsp:spPr>
        <a:xfrm>
          <a:off x="7846784" y="4847702"/>
          <a:ext cx="1137430" cy="568715"/>
        </a:xfrm>
        <a:prstGeom prst="rect">
          <a:avLst/>
        </a:prstGeom>
        <a:solidFill>
          <a:srgbClr val="DF7D26">
            <a:alpha val="7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/>
            <a:t>Quỹ</a:t>
          </a:r>
          <a:r>
            <a:rPr lang="en-US" sz="1300" kern="1200" dirty="0"/>
            <a:t> </a:t>
          </a:r>
          <a:r>
            <a:rPr lang="en-US" sz="1300" kern="1200" dirty="0" err="1"/>
            <a:t>đầu</a:t>
          </a:r>
          <a:r>
            <a:rPr lang="en-US" sz="1300" kern="1200" dirty="0"/>
            <a:t> </a:t>
          </a:r>
          <a:r>
            <a:rPr lang="en-US" sz="1300" kern="1200" dirty="0" err="1"/>
            <a:t>tư</a:t>
          </a:r>
          <a:r>
            <a:rPr lang="en-US" sz="1300" kern="1200" dirty="0"/>
            <a:t> </a:t>
          </a:r>
          <a:r>
            <a:rPr lang="en-US" sz="1300" kern="1200" dirty="0" err="1"/>
            <a:t>bất</a:t>
          </a:r>
          <a:r>
            <a:rPr lang="en-US" sz="1300" kern="1200" dirty="0"/>
            <a:t> </a:t>
          </a:r>
          <a:r>
            <a:rPr lang="en-US" sz="1300" kern="1200" dirty="0" err="1"/>
            <a:t>động</a:t>
          </a:r>
          <a:r>
            <a:rPr lang="en-US" sz="1300" kern="1200" dirty="0"/>
            <a:t> </a:t>
          </a:r>
          <a:r>
            <a:rPr lang="en-US" sz="1300" kern="1200" dirty="0" err="1"/>
            <a:t>sản</a:t>
          </a:r>
          <a:endParaRPr lang="en-US" sz="1300" kern="1200" dirty="0"/>
        </a:p>
      </dsp:txBody>
      <dsp:txXfrm>
        <a:off x="7846784" y="4847702"/>
        <a:ext cx="1137430" cy="568715"/>
      </dsp:txXfrm>
    </dsp:sp>
    <dsp:sp modelId="{665B59C0-0066-4181-9E23-E72719E6393C}">
      <dsp:nvSpPr>
        <dsp:cNvPr id="0" name=""/>
        <dsp:cNvSpPr/>
      </dsp:nvSpPr>
      <dsp:spPr>
        <a:xfrm>
          <a:off x="8938717" y="809825"/>
          <a:ext cx="1137430" cy="568715"/>
        </a:xfrm>
        <a:prstGeom prst="roundRect">
          <a:avLst/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 err="1"/>
            <a:t>HÌNH</a:t>
          </a:r>
          <a:r>
            <a:rPr lang="en-US" sz="1100" b="1" kern="1200" dirty="0"/>
            <a:t> </a:t>
          </a:r>
          <a:r>
            <a:rPr lang="en-US" sz="1100" b="1" kern="1200" dirty="0" err="1"/>
            <a:t>THỨC</a:t>
          </a:r>
          <a:r>
            <a:rPr lang="en-US" sz="1100" b="1" kern="1200" dirty="0"/>
            <a:t> </a:t>
          </a:r>
          <a:r>
            <a:rPr lang="en-US" sz="1100" b="1" kern="1200" dirty="0" err="1"/>
            <a:t>SỞ</a:t>
          </a:r>
          <a:r>
            <a:rPr lang="en-US" sz="1100" b="1" kern="1200" dirty="0"/>
            <a:t> </a:t>
          </a:r>
          <a:r>
            <a:rPr lang="en-US" sz="1100" b="1" kern="1200" dirty="0" err="1"/>
            <a:t>HỮU</a:t>
          </a:r>
          <a:endParaRPr lang="en-US" sz="1100" b="1" kern="1200" dirty="0"/>
        </a:p>
      </dsp:txBody>
      <dsp:txXfrm>
        <a:off x="8966479" y="837587"/>
        <a:ext cx="1081906" cy="513191"/>
      </dsp:txXfrm>
    </dsp:sp>
    <dsp:sp modelId="{912AA193-44A9-4F66-B5D6-93BB15AC874E}">
      <dsp:nvSpPr>
        <dsp:cNvPr id="0" name=""/>
        <dsp:cNvSpPr/>
      </dsp:nvSpPr>
      <dsp:spPr>
        <a:xfrm>
          <a:off x="9223075" y="1617400"/>
          <a:ext cx="1137430" cy="568715"/>
        </a:xfrm>
        <a:prstGeom prst="rect">
          <a:avLst/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/>
            <a:t>Quỹ</a:t>
          </a:r>
          <a:r>
            <a:rPr lang="en-US" sz="1300" kern="1200" dirty="0"/>
            <a:t> </a:t>
          </a:r>
          <a:r>
            <a:rPr lang="en-US" sz="1300" kern="1200" dirty="0" err="1"/>
            <a:t>đầu</a:t>
          </a:r>
          <a:r>
            <a:rPr lang="en-US" sz="1300" kern="1200" dirty="0"/>
            <a:t> </a:t>
          </a:r>
          <a:r>
            <a:rPr lang="en-US" sz="1300" kern="1200" dirty="0" err="1"/>
            <a:t>tư</a:t>
          </a:r>
          <a:r>
            <a:rPr lang="en-US" sz="1300" kern="1200" dirty="0"/>
            <a:t> </a:t>
          </a:r>
          <a:r>
            <a:rPr lang="en-US" sz="1300" kern="1200" dirty="0" err="1"/>
            <a:t>nhà</a:t>
          </a:r>
          <a:r>
            <a:rPr lang="en-US" sz="1300" kern="1200" dirty="0"/>
            <a:t> </a:t>
          </a:r>
          <a:r>
            <a:rPr lang="en-US" sz="1300" kern="1200" dirty="0" err="1"/>
            <a:t>nước</a:t>
          </a:r>
          <a:endParaRPr lang="en-US" sz="1300" kern="1200" dirty="0"/>
        </a:p>
      </dsp:txBody>
      <dsp:txXfrm>
        <a:off x="9223075" y="1617400"/>
        <a:ext cx="1137430" cy="568715"/>
      </dsp:txXfrm>
    </dsp:sp>
    <dsp:sp modelId="{03ED42CF-433A-4DDC-81F6-337A55B0EA62}">
      <dsp:nvSpPr>
        <dsp:cNvPr id="0" name=""/>
        <dsp:cNvSpPr/>
      </dsp:nvSpPr>
      <dsp:spPr>
        <a:xfrm>
          <a:off x="9223075" y="2424975"/>
          <a:ext cx="1137430" cy="568715"/>
        </a:xfrm>
        <a:prstGeom prst="rect">
          <a:avLst/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/>
            <a:t>Quỹ</a:t>
          </a:r>
          <a:r>
            <a:rPr lang="en-US" sz="1300" kern="1200" dirty="0"/>
            <a:t> </a:t>
          </a:r>
          <a:r>
            <a:rPr lang="en-US" sz="1300" kern="1200" dirty="0" err="1"/>
            <a:t>đầu</a:t>
          </a:r>
          <a:r>
            <a:rPr lang="en-US" sz="1300" kern="1200" dirty="0"/>
            <a:t> </a:t>
          </a:r>
          <a:r>
            <a:rPr lang="en-US" sz="1300" kern="1200" dirty="0" err="1"/>
            <a:t>tư</a:t>
          </a:r>
          <a:r>
            <a:rPr lang="en-US" sz="1300" kern="1200" dirty="0"/>
            <a:t> </a:t>
          </a:r>
          <a:r>
            <a:rPr lang="en-US" sz="1300" kern="1200" dirty="0" err="1"/>
            <a:t>thuộc</a:t>
          </a:r>
          <a:r>
            <a:rPr lang="en-US" sz="1300" kern="1200" dirty="0"/>
            <a:t> </a:t>
          </a:r>
          <a:r>
            <a:rPr lang="en-US" sz="1300" kern="1200" dirty="0" err="1"/>
            <a:t>khu</a:t>
          </a:r>
          <a:r>
            <a:rPr lang="en-US" sz="1300" kern="1200" dirty="0"/>
            <a:t> </a:t>
          </a:r>
          <a:r>
            <a:rPr lang="en-US" sz="1300" kern="1200" dirty="0" err="1"/>
            <a:t>vực</a:t>
          </a:r>
          <a:r>
            <a:rPr lang="en-US" sz="1300" kern="1200" dirty="0"/>
            <a:t> </a:t>
          </a:r>
          <a:r>
            <a:rPr lang="en-US" sz="1300" kern="1200" dirty="0" err="1"/>
            <a:t>tư</a:t>
          </a:r>
          <a:r>
            <a:rPr lang="en-US" sz="1300" kern="1200" dirty="0"/>
            <a:t> </a:t>
          </a:r>
          <a:r>
            <a:rPr lang="en-US" sz="1300" kern="1200" dirty="0" err="1"/>
            <a:t>nhân</a:t>
          </a:r>
          <a:endParaRPr lang="en-US" sz="1300" kern="1200" dirty="0"/>
        </a:p>
      </dsp:txBody>
      <dsp:txXfrm>
        <a:off x="9223075" y="2424975"/>
        <a:ext cx="1137430" cy="568715"/>
      </dsp:txXfrm>
    </dsp:sp>
    <dsp:sp modelId="{1FF846ED-C030-41C3-AF6D-E43A5861B213}">
      <dsp:nvSpPr>
        <dsp:cNvPr id="0" name=""/>
        <dsp:cNvSpPr/>
      </dsp:nvSpPr>
      <dsp:spPr>
        <a:xfrm>
          <a:off x="10315008" y="809825"/>
          <a:ext cx="1137430" cy="568715"/>
        </a:xfrm>
        <a:prstGeom prst="roundRect">
          <a:avLst/>
        </a:prstGeom>
        <a:solidFill>
          <a:srgbClr val="D65B2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 err="1"/>
            <a:t>PHONG</a:t>
          </a:r>
          <a:r>
            <a:rPr lang="en-US" sz="1100" b="1" kern="1200" dirty="0"/>
            <a:t> </a:t>
          </a:r>
          <a:r>
            <a:rPr lang="en-US" sz="1100" b="1" kern="1200" dirty="0" err="1"/>
            <a:t>CÁCH</a:t>
          </a:r>
          <a:r>
            <a:rPr lang="en-US" sz="1100" b="1" kern="1200" dirty="0"/>
            <a:t> </a:t>
          </a:r>
          <a:r>
            <a:rPr lang="en-US" sz="1100" b="1" kern="1200" dirty="0" err="1"/>
            <a:t>ĐẦU</a:t>
          </a:r>
          <a:r>
            <a:rPr lang="en-US" sz="1100" b="1" kern="1200" dirty="0"/>
            <a:t> </a:t>
          </a:r>
          <a:r>
            <a:rPr lang="en-US" sz="1100" b="1" kern="1200" dirty="0" err="1"/>
            <a:t>TƯ</a:t>
          </a:r>
          <a:endParaRPr lang="en-US" sz="1100" b="1" kern="1200" dirty="0"/>
        </a:p>
      </dsp:txBody>
      <dsp:txXfrm>
        <a:off x="10342770" y="837587"/>
        <a:ext cx="1081906" cy="513191"/>
      </dsp:txXfrm>
    </dsp:sp>
    <dsp:sp modelId="{D5D064C2-626B-4E67-9B7C-911AD47153C0}">
      <dsp:nvSpPr>
        <dsp:cNvPr id="0" name=""/>
        <dsp:cNvSpPr/>
      </dsp:nvSpPr>
      <dsp:spPr>
        <a:xfrm>
          <a:off x="10599365" y="1617400"/>
          <a:ext cx="1137430" cy="568715"/>
        </a:xfrm>
        <a:prstGeom prst="rect">
          <a:avLst/>
        </a:prstGeom>
        <a:solidFill>
          <a:srgbClr val="D65B2A">
            <a:alpha val="7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/>
            <a:t>Quỹ</a:t>
          </a:r>
          <a:r>
            <a:rPr lang="en-US" sz="1300" kern="1200" dirty="0"/>
            <a:t> </a:t>
          </a:r>
          <a:r>
            <a:rPr lang="en-US" sz="1300" kern="1200" dirty="0" err="1"/>
            <a:t>đầu</a:t>
          </a:r>
          <a:r>
            <a:rPr lang="en-US" sz="1300" kern="1200" dirty="0"/>
            <a:t> </a:t>
          </a:r>
          <a:r>
            <a:rPr lang="en-US" sz="1300" kern="1200" dirty="0" err="1"/>
            <a:t>tư</a:t>
          </a:r>
          <a:r>
            <a:rPr lang="en-US" sz="1300" kern="1200" dirty="0"/>
            <a:t> </a:t>
          </a:r>
          <a:r>
            <a:rPr lang="en-US" sz="1300" kern="1200" dirty="0" err="1"/>
            <a:t>tăng</a:t>
          </a:r>
          <a:r>
            <a:rPr lang="en-US" sz="1300" kern="1200" dirty="0"/>
            <a:t> </a:t>
          </a:r>
          <a:r>
            <a:rPr lang="en-US" sz="1300" kern="1200" dirty="0" err="1"/>
            <a:t>trưởng</a:t>
          </a:r>
          <a:endParaRPr lang="en-US" sz="1300" kern="1200" dirty="0"/>
        </a:p>
      </dsp:txBody>
      <dsp:txXfrm>
        <a:off x="10599365" y="1617400"/>
        <a:ext cx="1137430" cy="568715"/>
      </dsp:txXfrm>
    </dsp:sp>
    <dsp:sp modelId="{1D1A8429-C4D4-423A-8059-D222188C9709}">
      <dsp:nvSpPr>
        <dsp:cNvPr id="0" name=""/>
        <dsp:cNvSpPr/>
      </dsp:nvSpPr>
      <dsp:spPr>
        <a:xfrm>
          <a:off x="10599365" y="2424975"/>
          <a:ext cx="1137430" cy="568715"/>
        </a:xfrm>
        <a:prstGeom prst="rect">
          <a:avLst/>
        </a:prstGeom>
        <a:solidFill>
          <a:srgbClr val="D65B2A">
            <a:alpha val="7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/>
            <a:t>Quỹ</a:t>
          </a:r>
          <a:r>
            <a:rPr lang="en-US" sz="1300" kern="1200" dirty="0"/>
            <a:t> </a:t>
          </a:r>
          <a:r>
            <a:rPr lang="en-US" sz="1300" kern="1200" dirty="0" err="1"/>
            <a:t>đầu</a:t>
          </a:r>
          <a:r>
            <a:rPr lang="en-US" sz="1300" kern="1200" dirty="0"/>
            <a:t> </a:t>
          </a:r>
          <a:r>
            <a:rPr lang="en-US" sz="1300" kern="1200" dirty="0" err="1"/>
            <a:t>tư</a:t>
          </a:r>
          <a:r>
            <a:rPr lang="en-US" sz="1300" kern="1200" dirty="0"/>
            <a:t> </a:t>
          </a:r>
          <a:r>
            <a:rPr lang="en-US" sz="1300" kern="1200" dirty="0" err="1"/>
            <a:t>thu</a:t>
          </a:r>
          <a:r>
            <a:rPr lang="en-US" sz="1300" kern="1200" dirty="0"/>
            <a:t> </a:t>
          </a:r>
          <a:r>
            <a:rPr lang="en-US" sz="1300" kern="1200" dirty="0" err="1"/>
            <a:t>nhập</a:t>
          </a:r>
          <a:endParaRPr lang="en-US" sz="1300" kern="1200" dirty="0"/>
        </a:p>
      </dsp:txBody>
      <dsp:txXfrm>
        <a:off x="10599365" y="2424975"/>
        <a:ext cx="1137430" cy="568715"/>
      </dsp:txXfrm>
    </dsp:sp>
    <dsp:sp modelId="{655349E5-8C31-4DE3-8AA0-8371567F946C}">
      <dsp:nvSpPr>
        <dsp:cNvPr id="0" name=""/>
        <dsp:cNvSpPr/>
      </dsp:nvSpPr>
      <dsp:spPr>
        <a:xfrm>
          <a:off x="10599365" y="3232551"/>
          <a:ext cx="1137430" cy="568715"/>
        </a:xfrm>
        <a:prstGeom prst="rect">
          <a:avLst/>
        </a:prstGeom>
        <a:solidFill>
          <a:srgbClr val="D65B2A">
            <a:alpha val="7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/>
            <a:t>Quỹ</a:t>
          </a:r>
          <a:r>
            <a:rPr lang="en-US" sz="1300" kern="1200" dirty="0"/>
            <a:t> </a:t>
          </a:r>
          <a:r>
            <a:rPr lang="en-US" sz="1300" kern="1200" dirty="0" err="1"/>
            <a:t>chủ</a:t>
          </a:r>
          <a:r>
            <a:rPr lang="en-US" sz="1300" kern="1200" dirty="0"/>
            <a:t> </a:t>
          </a:r>
          <a:r>
            <a:rPr lang="en-US" sz="1300" kern="1200" dirty="0" err="1"/>
            <a:t>động</a:t>
          </a:r>
          <a:endParaRPr lang="en-US" sz="1300" kern="1200" dirty="0"/>
        </a:p>
      </dsp:txBody>
      <dsp:txXfrm>
        <a:off x="10599365" y="3232551"/>
        <a:ext cx="1137430" cy="568715"/>
      </dsp:txXfrm>
    </dsp:sp>
    <dsp:sp modelId="{C6887849-9AC5-4665-A883-106AD7C49DD3}">
      <dsp:nvSpPr>
        <dsp:cNvPr id="0" name=""/>
        <dsp:cNvSpPr/>
      </dsp:nvSpPr>
      <dsp:spPr>
        <a:xfrm>
          <a:off x="10599365" y="4040126"/>
          <a:ext cx="1137430" cy="568715"/>
        </a:xfrm>
        <a:prstGeom prst="rect">
          <a:avLst/>
        </a:prstGeom>
        <a:solidFill>
          <a:srgbClr val="D65B2A">
            <a:alpha val="7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/>
            <a:t>Quỹ</a:t>
          </a:r>
          <a:r>
            <a:rPr lang="en-US" sz="1300" kern="1200" dirty="0"/>
            <a:t> </a:t>
          </a:r>
          <a:r>
            <a:rPr lang="en-US" sz="1300" kern="1200" dirty="0" err="1"/>
            <a:t>thụ</a:t>
          </a:r>
          <a:r>
            <a:rPr lang="en-US" sz="1300" kern="1200" dirty="0"/>
            <a:t> </a:t>
          </a:r>
          <a:r>
            <a:rPr lang="en-US" sz="1300" kern="1200" dirty="0" err="1"/>
            <a:t>động</a:t>
          </a:r>
          <a:endParaRPr lang="en-US" sz="1300" kern="1200" dirty="0"/>
        </a:p>
      </dsp:txBody>
      <dsp:txXfrm>
        <a:off x="10599365" y="4040126"/>
        <a:ext cx="1137430" cy="568715"/>
      </dsp:txXfrm>
    </dsp:sp>
    <dsp:sp modelId="{59EE80B6-AB79-4CEA-B888-E9AAECFB9178}">
      <dsp:nvSpPr>
        <dsp:cNvPr id="0" name=""/>
        <dsp:cNvSpPr/>
      </dsp:nvSpPr>
      <dsp:spPr>
        <a:xfrm>
          <a:off x="11691298" y="809825"/>
          <a:ext cx="1137430" cy="568715"/>
        </a:xfrm>
        <a:prstGeom prst="roundRect">
          <a:avLst/>
        </a:prstGeom>
        <a:solidFill>
          <a:schemeClr val="accent6">
            <a:lumMod val="50000"/>
            <a:alpha val="7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CƠ CHẾ QUẢN LÝ</a:t>
          </a:r>
        </a:p>
      </dsp:txBody>
      <dsp:txXfrm>
        <a:off x="11719060" y="837587"/>
        <a:ext cx="1081906" cy="513191"/>
      </dsp:txXfrm>
    </dsp:sp>
    <dsp:sp modelId="{61A82166-30BB-44FF-80F0-648AD9785676}">
      <dsp:nvSpPr>
        <dsp:cNvPr id="0" name=""/>
        <dsp:cNvSpPr/>
      </dsp:nvSpPr>
      <dsp:spPr>
        <a:xfrm>
          <a:off x="11975656" y="1617400"/>
          <a:ext cx="1137430" cy="568715"/>
        </a:xfrm>
        <a:prstGeom prst="rect">
          <a:avLst/>
        </a:prstGeom>
        <a:solidFill>
          <a:schemeClr val="accent6">
            <a:lumMod val="75000"/>
            <a:alpha val="7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/>
            <a:t>Tự</a:t>
          </a:r>
          <a:r>
            <a:rPr lang="en-US" sz="1300" kern="1200" dirty="0"/>
            <a:t> </a:t>
          </a:r>
          <a:r>
            <a:rPr lang="en-US" sz="1300" kern="1200" dirty="0" err="1"/>
            <a:t>quản</a:t>
          </a:r>
          <a:r>
            <a:rPr lang="en-US" sz="1300" kern="1200" dirty="0"/>
            <a:t> </a:t>
          </a:r>
          <a:r>
            <a:rPr lang="en-US" sz="1300" kern="1200" dirty="0" err="1"/>
            <a:t>lý</a:t>
          </a:r>
          <a:endParaRPr lang="en-US" sz="1300" kern="1200" dirty="0"/>
        </a:p>
      </dsp:txBody>
      <dsp:txXfrm>
        <a:off x="11975656" y="1617400"/>
        <a:ext cx="1137430" cy="568715"/>
      </dsp:txXfrm>
    </dsp:sp>
    <dsp:sp modelId="{46F01416-2D73-40D7-9E32-14A4809BFB83}">
      <dsp:nvSpPr>
        <dsp:cNvPr id="0" name=""/>
        <dsp:cNvSpPr/>
      </dsp:nvSpPr>
      <dsp:spPr>
        <a:xfrm>
          <a:off x="11975656" y="2424975"/>
          <a:ext cx="1137430" cy="568715"/>
        </a:xfrm>
        <a:prstGeom prst="rect">
          <a:avLst/>
        </a:prstGeom>
        <a:solidFill>
          <a:schemeClr val="accent6">
            <a:lumMod val="75000"/>
            <a:alpha val="7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/>
            <a:t>Thuê</a:t>
          </a:r>
          <a:r>
            <a:rPr lang="en-US" sz="1300" kern="1200" dirty="0"/>
            <a:t> </a:t>
          </a:r>
          <a:r>
            <a:rPr lang="en-US" sz="1300" kern="1200" dirty="0" err="1"/>
            <a:t>quản</a:t>
          </a:r>
          <a:r>
            <a:rPr lang="en-US" sz="1300" kern="1200" dirty="0"/>
            <a:t> </a:t>
          </a:r>
          <a:r>
            <a:rPr lang="en-US" sz="1300" kern="1200" dirty="0" err="1"/>
            <a:t>lý</a:t>
          </a:r>
          <a:endParaRPr lang="en-US" sz="1300" kern="1200" dirty="0"/>
        </a:p>
      </dsp:txBody>
      <dsp:txXfrm>
        <a:off x="11975656" y="2424975"/>
        <a:ext cx="1137430" cy="56871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40DDEB-E743-49F9-96AD-906FE6C4538D}">
      <dsp:nvSpPr>
        <dsp:cNvPr id="0" name=""/>
        <dsp:cNvSpPr/>
      </dsp:nvSpPr>
      <dsp:spPr>
        <a:xfrm>
          <a:off x="2381" y="1514739"/>
          <a:ext cx="2389187" cy="2389187"/>
        </a:xfrm>
        <a:prstGeom prst="ellipse">
          <a:avLst/>
        </a:prstGeom>
        <a:solidFill>
          <a:srgbClr val="ED7D31">
            <a:alpha val="5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31485" tIns="25400" rIns="131485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>
              <a:solidFill>
                <a:srgbClr val="002060"/>
              </a:solidFill>
            </a:rPr>
            <a:t>QUỸ</a:t>
          </a:r>
          <a:r>
            <a:rPr lang="en-US" sz="2000" kern="1200" dirty="0">
              <a:solidFill>
                <a:srgbClr val="002060"/>
              </a:solidFill>
            </a:rPr>
            <a:t> </a:t>
          </a:r>
          <a:r>
            <a:rPr lang="en-US" sz="2000" kern="1200" dirty="0" err="1">
              <a:solidFill>
                <a:srgbClr val="002060"/>
              </a:solidFill>
            </a:rPr>
            <a:t>ĐẠI</a:t>
          </a:r>
          <a:r>
            <a:rPr lang="en-US" sz="2000" kern="1200" dirty="0">
              <a:solidFill>
                <a:srgbClr val="002060"/>
              </a:solidFill>
            </a:rPr>
            <a:t> </a:t>
          </a:r>
          <a:r>
            <a:rPr lang="en-US" sz="2000" kern="1200" dirty="0" err="1">
              <a:solidFill>
                <a:srgbClr val="002060"/>
              </a:solidFill>
            </a:rPr>
            <a:t>CHÚNG</a:t>
          </a:r>
          <a:endParaRPr lang="en-US" sz="2000" kern="1200" dirty="0">
            <a:solidFill>
              <a:srgbClr val="002060"/>
            </a:solidFill>
          </a:endParaRPr>
        </a:p>
      </dsp:txBody>
      <dsp:txXfrm>
        <a:off x="352269" y="1864627"/>
        <a:ext cx="1689411" cy="1689411"/>
      </dsp:txXfrm>
    </dsp:sp>
    <dsp:sp modelId="{A1E7FEFD-353C-4C05-9995-530F12BCE566}">
      <dsp:nvSpPr>
        <dsp:cNvPr id="0" name=""/>
        <dsp:cNvSpPr/>
      </dsp:nvSpPr>
      <dsp:spPr>
        <a:xfrm>
          <a:off x="1913731" y="1514739"/>
          <a:ext cx="2389187" cy="2389187"/>
        </a:xfrm>
        <a:prstGeom prst="ellipse">
          <a:avLst/>
        </a:prstGeom>
        <a:solidFill>
          <a:srgbClr val="67E607">
            <a:alpha val="5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31485" tIns="62230" rIns="131485" bIns="6223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900" kern="1200" dirty="0">
            <a:solidFill>
              <a:srgbClr val="B3F283"/>
            </a:solidFill>
          </a:endParaRPr>
        </a:p>
      </dsp:txBody>
      <dsp:txXfrm>
        <a:off x="2263619" y="1864627"/>
        <a:ext cx="1689411" cy="1689411"/>
      </dsp:txXfrm>
    </dsp:sp>
    <dsp:sp modelId="{FEC95F50-95FF-48D8-BC9F-EAA2291C81A3}">
      <dsp:nvSpPr>
        <dsp:cNvPr id="0" name=""/>
        <dsp:cNvSpPr/>
      </dsp:nvSpPr>
      <dsp:spPr>
        <a:xfrm>
          <a:off x="3837782" y="1400441"/>
          <a:ext cx="2389187" cy="2389187"/>
        </a:xfrm>
        <a:prstGeom prst="ellipse">
          <a:avLst/>
        </a:prstGeom>
        <a:solidFill>
          <a:srgbClr val="67E607">
            <a:alpha val="5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31485" tIns="62230" rIns="131485" bIns="6223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900" kern="1200" dirty="0">
            <a:solidFill>
              <a:srgbClr val="B3F283"/>
            </a:solidFill>
          </a:endParaRPr>
        </a:p>
      </dsp:txBody>
      <dsp:txXfrm>
        <a:off x="4187670" y="1750329"/>
        <a:ext cx="1689411" cy="1689411"/>
      </dsp:txXfrm>
    </dsp:sp>
    <dsp:sp modelId="{68B6341B-FF70-4627-AF2D-813EC03E2764}">
      <dsp:nvSpPr>
        <dsp:cNvPr id="0" name=""/>
        <dsp:cNvSpPr/>
      </dsp:nvSpPr>
      <dsp:spPr>
        <a:xfrm>
          <a:off x="5736431" y="1514739"/>
          <a:ext cx="2389187" cy="2389187"/>
        </a:xfrm>
        <a:prstGeom prst="ellipse">
          <a:avLst/>
        </a:prstGeom>
        <a:solidFill>
          <a:srgbClr val="FFC000">
            <a:alpha val="5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31485" tIns="25400" rIns="131485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>
              <a:solidFill>
                <a:srgbClr val="002060"/>
              </a:solidFill>
            </a:rPr>
            <a:t>QUỸ</a:t>
          </a:r>
          <a:r>
            <a:rPr lang="en-US" sz="2000" kern="1200" dirty="0">
              <a:solidFill>
                <a:srgbClr val="002060"/>
              </a:solidFill>
            </a:rPr>
            <a:t> </a:t>
          </a:r>
          <a:r>
            <a:rPr lang="en-US" sz="2000" kern="1200" dirty="0" err="1">
              <a:solidFill>
                <a:srgbClr val="002060"/>
              </a:solidFill>
            </a:rPr>
            <a:t>THÀNH</a:t>
          </a:r>
          <a:r>
            <a:rPr lang="en-US" sz="2000" kern="1200" dirty="0">
              <a:solidFill>
                <a:srgbClr val="002060"/>
              </a:solidFill>
            </a:rPr>
            <a:t> </a:t>
          </a:r>
          <a:r>
            <a:rPr lang="en-US" sz="2000" kern="1200" dirty="0" err="1">
              <a:solidFill>
                <a:srgbClr val="002060"/>
              </a:solidFill>
            </a:rPr>
            <a:t>VIÊN</a:t>
          </a:r>
          <a:endParaRPr lang="en-US" sz="2000" kern="1200" dirty="0">
            <a:solidFill>
              <a:srgbClr val="002060"/>
            </a:solidFill>
          </a:endParaRPr>
        </a:p>
      </dsp:txBody>
      <dsp:txXfrm>
        <a:off x="6086319" y="1864627"/>
        <a:ext cx="1689411" cy="168941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491D9F-7A13-420F-9719-FB654841FD1B}">
      <dsp:nvSpPr>
        <dsp:cNvPr id="0" name=""/>
        <dsp:cNvSpPr/>
      </dsp:nvSpPr>
      <dsp:spPr>
        <a:xfrm>
          <a:off x="1979838" y="1033339"/>
          <a:ext cx="3031764" cy="3032286"/>
        </a:xfrm>
        <a:prstGeom prst="ellipse">
          <a:avLst/>
        </a:prstGeom>
        <a:solidFill>
          <a:srgbClr val="42A04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 err="1"/>
            <a:t>PHONG</a:t>
          </a:r>
          <a:r>
            <a:rPr lang="en-US" sz="2400" b="1" kern="1200" dirty="0"/>
            <a:t> </a:t>
          </a:r>
          <a:r>
            <a:rPr lang="en-US" sz="2400" b="1" kern="1200" dirty="0" err="1"/>
            <a:t>CÁCH</a:t>
          </a:r>
          <a:r>
            <a:rPr lang="en-US" sz="2400" b="1" kern="1200" dirty="0"/>
            <a:t> </a:t>
          </a:r>
          <a:r>
            <a:rPr lang="en-US" sz="2400" b="1" kern="1200" dirty="0" err="1"/>
            <a:t>ĐẦU</a:t>
          </a:r>
          <a:r>
            <a:rPr lang="en-US" sz="2400" b="1" kern="1200" dirty="0"/>
            <a:t> </a:t>
          </a:r>
          <a:r>
            <a:rPr lang="en-US" sz="2400" b="1" kern="1200" dirty="0" err="1"/>
            <a:t>TƯ</a:t>
          </a:r>
          <a:endParaRPr lang="en-US" sz="2400" b="1" kern="1200" dirty="0"/>
        </a:p>
      </dsp:txBody>
      <dsp:txXfrm>
        <a:off x="2423830" y="1477407"/>
        <a:ext cx="2143780" cy="2144150"/>
      </dsp:txXfrm>
    </dsp:sp>
    <dsp:sp modelId="{42ED9C63-5F83-49BB-B0FF-B996A5543A8C}">
      <dsp:nvSpPr>
        <dsp:cNvPr id="0" name=""/>
        <dsp:cNvSpPr/>
      </dsp:nvSpPr>
      <dsp:spPr>
        <a:xfrm>
          <a:off x="2950176" y="3840209"/>
          <a:ext cx="244406" cy="24438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C3FF7E-15B7-45B8-A9C9-1B330A508084}">
      <dsp:nvSpPr>
        <dsp:cNvPr id="0" name=""/>
        <dsp:cNvSpPr/>
      </dsp:nvSpPr>
      <dsp:spPr>
        <a:xfrm>
          <a:off x="5244988" y="2263919"/>
          <a:ext cx="244406" cy="24438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464054-8DD8-4779-837E-ABE770A8B709}">
      <dsp:nvSpPr>
        <dsp:cNvPr id="0" name=""/>
        <dsp:cNvSpPr/>
      </dsp:nvSpPr>
      <dsp:spPr>
        <a:xfrm>
          <a:off x="4077059" y="4100305"/>
          <a:ext cx="337070" cy="33758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6755B3-D65E-4782-A2B8-E2FF43961A78}">
      <dsp:nvSpPr>
        <dsp:cNvPr id="0" name=""/>
        <dsp:cNvSpPr/>
      </dsp:nvSpPr>
      <dsp:spPr>
        <a:xfrm>
          <a:off x="3018585" y="1374173"/>
          <a:ext cx="244406" cy="24438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DA1E9E-FD6F-4598-A78C-3C0178DA0CCC}">
      <dsp:nvSpPr>
        <dsp:cNvPr id="0" name=""/>
        <dsp:cNvSpPr/>
      </dsp:nvSpPr>
      <dsp:spPr>
        <a:xfrm>
          <a:off x="2249294" y="2772731"/>
          <a:ext cx="244406" cy="244381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1B4419-CE09-4724-82B7-F086B80B12CA}">
      <dsp:nvSpPr>
        <dsp:cNvPr id="0" name=""/>
        <dsp:cNvSpPr/>
      </dsp:nvSpPr>
      <dsp:spPr>
        <a:xfrm>
          <a:off x="1070171" y="1580625"/>
          <a:ext cx="1232606" cy="123274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QŨY</a:t>
          </a:r>
          <a:r>
            <a:rPr lang="en-US" sz="1500" kern="1200" dirty="0"/>
            <a:t> </a:t>
          </a:r>
          <a:r>
            <a:rPr lang="en-US" sz="1500" kern="1200" dirty="0" err="1"/>
            <a:t>TĂNG</a:t>
          </a:r>
          <a:r>
            <a:rPr lang="en-US" sz="1500" kern="1200" dirty="0"/>
            <a:t> </a:t>
          </a:r>
          <a:r>
            <a:rPr lang="en-US" sz="1500" kern="1200" dirty="0" err="1"/>
            <a:t>TRƯỞNG</a:t>
          </a:r>
          <a:endParaRPr lang="en-US" sz="1500" kern="1200" dirty="0"/>
        </a:p>
      </dsp:txBody>
      <dsp:txXfrm>
        <a:off x="1250682" y="1761156"/>
        <a:ext cx="871584" cy="871684"/>
      </dsp:txXfrm>
    </dsp:sp>
    <dsp:sp modelId="{5942C0D8-C40F-4A23-9936-6FBFCA2F4EE5}">
      <dsp:nvSpPr>
        <dsp:cNvPr id="0" name=""/>
        <dsp:cNvSpPr/>
      </dsp:nvSpPr>
      <dsp:spPr>
        <a:xfrm>
          <a:off x="3407273" y="1385011"/>
          <a:ext cx="337070" cy="33758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795FE3-B135-49A1-8AA9-E87F4CD7BD93}">
      <dsp:nvSpPr>
        <dsp:cNvPr id="0" name=""/>
        <dsp:cNvSpPr/>
      </dsp:nvSpPr>
      <dsp:spPr>
        <a:xfrm>
          <a:off x="1186466" y="3174255"/>
          <a:ext cx="609462" cy="6096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23731B-A691-4912-84EB-9D14C8FAEBAD}">
      <dsp:nvSpPr>
        <dsp:cNvPr id="0" name=""/>
        <dsp:cNvSpPr/>
      </dsp:nvSpPr>
      <dsp:spPr>
        <a:xfrm>
          <a:off x="5361284" y="1000827"/>
          <a:ext cx="1232606" cy="123274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QUỸ</a:t>
          </a:r>
          <a:r>
            <a:rPr lang="en-US" sz="1500" kern="1200" dirty="0"/>
            <a:t> THU </a:t>
          </a:r>
          <a:r>
            <a:rPr lang="en-US" sz="1500" kern="1200" dirty="0" err="1"/>
            <a:t>NHẬP</a:t>
          </a:r>
          <a:endParaRPr lang="en-US" sz="1500" kern="1200" dirty="0"/>
        </a:p>
      </dsp:txBody>
      <dsp:txXfrm>
        <a:off x="5541795" y="1181358"/>
        <a:ext cx="871584" cy="871684"/>
      </dsp:txXfrm>
    </dsp:sp>
    <dsp:sp modelId="{B6EA6EC9-E843-4030-9073-8F4A7729618B}">
      <dsp:nvSpPr>
        <dsp:cNvPr id="0" name=""/>
        <dsp:cNvSpPr/>
      </dsp:nvSpPr>
      <dsp:spPr>
        <a:xfrm>
          <a:off x="4810902" y="1851558"/>
          <a:ext cx="337070" cy="337582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A3E52D-0108-4944-960E-43DBE8F34174}">
      <dsp:nvSpPr>
        <dsp:cNvPr id="0" name=""/>
        <dsp:cNvSpPr/>
      </dsp:nvSpPr>
      <dsp:spPr>
        <a:xfrm>
          <a:off x="954497" y="3899814"/>
          <a:ext cx="244406" cy="24438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E3E5AA-A1E2-4D73-9904-E6F760F33B6A}">
      <dsp:nvSpPr>
        <dsp:cNvPr id="0" name=""/>
        <dsp:cNvSpPr/>
      </dsp:nvSpPr>
      <dsp:spPr>
        <a:xfrm>
          <a:off x="3389859" y="3551936"/>
          <a:ext cx="244406" cy="24438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4C38C0-5835-4925-9334-B8AFD1B25CD4}">
      <dsp:nvSpPr>
        <dsp:cNvPr id="0" name=""/>
        <dsp:cNvSpPr/>
      </dsp:nvSpPr>
      <dsp:spPr>
        <a:xfrm>
          <a:off x="5940895" y="3130905"/>
          <a:ext cx="1232606" cy="123274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QUỸ</a:t>
          </a:r>
          <a:r>
            <a:rPr lang="en-US" sz="1500" kern="1200" dirty="0"/>
            <a:t> </a:t>
          </a:r>
          <a:r>
            <a:rPr lang="en-US" sz="1500" kern="1200" dirty="0" err="1"/>
            <a:t>CÂN</a:t>
          </a:r>
          <a:r>
            <a:rPr lang="en-US" sz="1500" kern="1200" dirty="0"/>
            <a:t> </a:t>
          </a:r>
          <a:r>
            <a:rPr lang="en-US" sz="1500" kern="1200" dirty="0" err="1"/>
            <a:t>BẰNG</a:t>
          </a:r>
          <a:endParaRPr lang="en-US" sz="1500" kern="1200" dirty="0"/>
        </a:p>
      </dsp:txBody>
      <dsp:txXfrm>
        <a:off x="6121406" y="3311436"/>
        <a:ext cx="871584" cy="871684"/>
      </dsp:txXfrm>
    </dsp:sp>
    <dsp:sp modelId="{33F6A047-7633-46B1-AB40-E4ADE5575066}">
      <dsp:nvSpPr>
        <dsp:cNvPr id="0" name=""/>
        <dsp:cNvSpPr/>
      </dsp:nvSpPr>
      <dsp:spPr>
        <a:xfrm>
          <a:off x="5593253" y="3088098"/>
          <a:ext cx="244406" cy="24438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A86FB0-C62A-449D-82B6-AB0CA72BFA7D}">
      <dsp:nvSpPr>
        <dsp:cNvPr id="0" name=""/>
        <dsp:cNvSpPr/>
      </dsp:nvSpPr>
      <dsp:spPr>
        <a:xfrm>
          <a:off x="2402904" y="4185920"/>
          <a:ext cx="1232606" cy="123274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QUỸ</a:t>
          </a:r>
          <a:r>
            <a:rPr lang="en-US" sz="1500" kern="1200" dirty="0"/>
            <a:t> </a:t>
          </a:r>
          <a:r>
            <a:rPr lang="en-US" sz="1500" kern="1200" dirty="0" err="1"/>
            <a:t>CHỦ</a:t>
          </a:r>
          <a:r>
            <a:rPr lang="en-US" sz="1500" kern="1200" dirty="0"/>
            <a:t> </a:t>
          </a:r>
          <a:r>
            <a:rPr lang="en-US" sz="1500" kern="1200" dirty="0" err="1"/>
            <a:t>ĐỘNG</a:t>
          </a:r>
          <a:endParaRPr lang="en-US" sz="1500" kern="1200" dirty="0"/>
        </a:p>
      </dsp:txBody>
      <dsp:txXfrm>
        <a:off x="2583415" y="4366451"/>
        <a:ext cx="871584" cy="871684"/>
      </dsp:txXfrm>
    </dsp:sp>
    <dsp:sp modelId="{07DAD19E-EC11-4E6A-A0B1-746524283EE4}">
      <dsp:nvSpPr>
        <dsp:cNvPr id="0" name=""/>
        <dsp:cNvSpPr/>
      </dsp:nvSpPr>
      <dsp:spPr>
        <a:xfrm>
          <a:off x="3503667" y="4144196"/>
          <a:ext cx="244406" cy="24438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05C802-6330-4609-8093-DE45CDEC7FE5}">
      <dsp:nvSpPr>
        <dsp:cNvPr id="0" name=""/>
        <dsp:cNvSpPr/>
      </dsp:nvSpPr>
      <dsp:spPr>
        <a:xfrm>
          <a:off x="3578295" y="0"/>
          <a:ext cx="1232606" cy="123274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QUỸ</a:t>
          </a:r>
          <a:r>
            <a:rPr lang="en-US" sz="1500" kern="1200" dirty="0"/>
            <a:t> </a:t>
          </a:r>
          <a:r>
            <a:rPr lang="en-US" sz="1500" kern="1200" dirty="0" err="1"/>
            <a:t>BỊ</a:t>
          </a:r>
          <a:r>
            <a:rPr lang="en-US" sz="1500" kern="1200" dirty="0"/>
            <a:t> </a:t>
          </a:r>
          <a:r>
            <a:rPr lang="en-US" sz="1500" kern="1200" dirty="0" err="1"/>
            <a:t>ĐỘNG</a:t>
          </a:r>
          <a:endParaRPr lang="en-US" sz="1500" kern="1200" dirty="0"/>
        </a:p>
      </dsp:txBody>
      <dsp:txXfrm>
        <a:off x="3758806" y="180531"/>
        <a:ext cx="871584" cy="871684"/>
      </dsp:txXfrm>
    </dsp:sp>
    <dsp:sp modelId="{FA67E775-E5EF-4679-856E-BD647B811A3A}">
      <dsp:nvSpPr>
        <dsp:cNvPr id="0" name=""/>
        <dsp:cNvSpPr/>
      </dsp:nvSpPr>
      <dsp:spPr>
        <a:xfrm>
          <a:off x="2058371" y="1336243"/>
          <a:ext cx="244406" cy="24438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54DC63-69E3-45F3-AA37-1A8AD2C8DB90}">
      <dsp:nvSpPr>
        <dsp:cNvPr id="0" name=""/>
        <dsp:cNvSpPr/>
      </dsp:nvSpPr>
      <dsp:spPr>
        <a:xfrm>
          <a:off x="4904187" y="303445"/>
          <a:ext cx="244406" cy="24438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9428EF-D4B3-4800-A379-319724667C17}">
      <dsp:nvSpPr>
        <dsp:cNvPr id="0" name=""/>
        <dsp:cNvSpPr/>
      </dsp:nvSpPr>
      <dsp:spPr>
        <a:xfrm>
          <a:off x="1629" y="2269159"/>
          <a:ext cx="1824557" cy="704279"/>
        </a:xfrm>
        <a:prstGeom prst="chevron">
          <a:avLst>
            <a:gd name="adj" fmla="val 4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DC0E17-D4EA-4A78-9526-EFD400F0EDB7}">
      <dsp:nvSpPr>
        <dsp:cNvPr id="0" name=""/>
        <dsp:cNvSpPr/>
      </dsp:nvSpPr>
      <dsp:spPr>
        <a:xfrm>
          <a:off x="488178" y="2445228"/>
          <a:ext cx="1540737" cy="70427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>
              <a:solidFill>
                <a:srgbClr val="35874C"/>
              </a:solidFill>
            </a:rPr>
            <a:t>XÁC ĐỊNH MỤC TIÊU, CHIẾN LƯỢC</a:t>
          </a:r>
        </a:p>
      </dsp:txBody>
      <dsp:txXfrm>
        <a:off x="508806" y="2465856"/>
        <a:ext cx="1499481" cy="663023"/>
      </dsp:txXfrm>
    </dsp:sp>
    <dsp:sp modelId="{5AB6E08F-23F3-4DCE-92D7-1EF4E1B21F78}">
      <dsp:nvSpPr>
        <dsp:cNvPr id="0" name=""/>
        <dsp:cNvSpPr/>
      </dsp:nvSpPr>
      <dsp:spPr>
        <a:xfrm>
          <a:off x="2085679" y="2269159"/>
          <a:ext cx="1824557" cy="704279"/>
        </a:xfrm>
        <a:prstGeom prst="chevron">
          <a:avLst>
            <a:gd name="adj" fmla="val 40000"/>
          </a:avLst>
        </a:prstGeom>
        <a:solidFill>
          <a:schemeClr val="accent5">
            <a:hueOff val="-1838336"/>
            <a:satOff val="-2557"/>
            <a:lumOff val="-98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7BE532-6E92-47C8-B800-8BB283B8751A}">
      <dsp:nvSpPr>
        <dsp:cNvPr id="0" name=""/>
        <dsp:cNvSpPr/>
      </dsp:nvSpPr>
      <dsp:spPr>
        <a:xfrm>
          <a:off x="2572228" y="2445228"/>
          <a:ext cx="1540737" cy="70427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1838336"/>
              <a:satOff val="-2557"/>
              <a:lumOff val="-98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>
              <a:solidFill>
                <a:srgbClr val="35874C"/>
              </a:solidFill>
            </a:rPr>
            <a:t>HUY ĐỘNG VỐN</a:t>
          </a:r>
        </a:p>
      </dsp:txBody>
      <dsp:txXfrm>
        <a:off x="2592856" y="2465856"/>
        <a:ext cx="1499481" cy="663023"/>
      </dsp:txXfrm>
    </dsp:sp>
    <dsp:sp modelId="{1993239C-C407-44B1-8B77-4AC1565BF980}">
      <dsp:nvSpPr>
        <dsp:cNvPr id="0" name=""/>
        <dsp:cNvSpPr/>
      </dsp:nvSpPr>
      <dsp:spPr>
        <a:xfrm>
          <a:off x="4169729" y="2269159"/>
          <a:ext cx="1824557" cy="704279"/>
        </a:xfrm>
        <a:prstGeom prst="chevron">
          <a:avLst>
            <a:gd name="adj" fmla="val 40000"/>
          </a:avLst>
        </a:prstGeom>
        <a:solidFill>
          <a:schemeClr val="accent5">
            <a:hueOff val="-3676672"/>
            <a:satOff val="-5114"/>
            <a:lumOff val="-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5BD6C7-CFFA-4CE9-B59B-4937F93A36C9}">
      <dsp:nvSpPr>
        <dsp:cNvPr id="0" name=""/>
        <dsp:cNvSpPr/>
      </dsp:nvSpPr>
      <dsp:spPr>
        <a:xfrm>
          <a:off x="4656277" y="2445228"/>
          <a:ext cx="1540737" cy="70427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3676672"/>
              <a:satOff val="-5114"/>
              <a:lumOff val="-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>
              <a:solidFill>
                <a:srgbClr val="35874C"/>
              </a:solidFill>
            </a:rPr>
            <a:t>PHÂN BỔ TÀI SẢN</a:t>
          </a:r>
        </a:p>
      </dsp:txBody>
      <dsp:txXfrm>
        <a:off x="4676905" y="2465856"/>
        <a:ext cx="1499481" cy="663023"/>
      </dsp:txXfrm>
    </dsp:sp>
    <dsp:sp modelId="{EB575E9C-BCFD-48FA-B199-FB73F0E5D97C}">
      <dsp:nvSpPr>
        <dsp:cNvPr id="0" name=""/>
        <dsp:cNvSpPr/>
      </dsp:nvSpPr>
      <dsp:spPr>
        <a:xfrm>
          <a:off x="6253778" y="2269159"/>
          <a:ext cx="1824557" cy="704279"/>
        </a:xfrm>
        <a:prstGeom prst="chevron">
          <a:avLst>
            <a:gd name="adj" fmla="val 40000"/>
          </a:avLst>
        </a:prstGeom>
        <a:solidFill>
          <a:schemeClr val="accent5">
            <a:hueOff val="-5515009"/>
            <a:satOff val="-7671"/>
            <a:lumOff val="-29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026A8E-3093-4878-881A-377430803B3F}">
      <dsp:nvSpPr>
        <dsp:cNvPr id="0" name=""/>
        <dsp:cNvSpPr/>
      </dsp:nvSpPr>
      <dsp:spPr>
        <a:xfrm>
          <a:off x="6740327" y="2445228"/>
          <a:ext cx="1540737" cy="70427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5515009"/>
              <a:satOff val="-7671"/>
              <a:lumOff val="-294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>
              <a:solidFill>
                <a:srgbClr val="35874C"/>
              </a:solidFill>
            </a:rPr>
            <a:t>XÁC ĐỊNH NAV</a:t>
          </a:r>
        </a:p>
      </dsp:txBody>
      <dsp:txXfrm>
        <a:off x="6760955" y="2465856"/>
        <a:ext cx="1499481" cy="663023"/>
      </dsp:txXfrm>
    </dsp:sp>
    <dsp:sp modelId="{2910945A-2D4D-4E7D-91C5-0E52F8BEF921}">
      <dsp:nvSpPr>
        <dsp:cNvPr id="0" name=""/>
        <dsp:cNvSpPr/>
      </dsp:nvSpPr>
      <dsp:spPr>
        <a:xfrm>
          <a:off x="8337828" y="2269159"/>
          <a:ext cx="1824557" cy="704279"/>
        </a:xfrm>
        <a:prstGeom prst="chevron">
          <a:avLst>
            <a:gd name="adj" fmla="val 40000"/>
          </a:avLst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0E640D-0E2E-44E3-8C53-70F42B0CE64E}">
      <dsp:nvSpPr>
        <dsp:cNvPr id="0" name=""/>
        <dsp:cNvSpPr/>
      </dsp:nvSpPr>
      <dsp:spPr>
        <a:xfrm>
          <a:off x="8824376" y="2445228"/>
          <a:ext cx="1540737" cy="70427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7353344"/>
              <a:satOff val="-10228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>
              <a:solidFill>
                <a:srgbClr val="35874C"/>
              </a:solidFill>
            </a:rPr>
            <a:t>GIAO DỊCH MUA, BÁN CCQ</a:t>
          </a:r>
        </a:p>
      </dsp:txBody>
      <dsp:txXfrm>
        <a:off x="8845004" y="2465856"/>
        <a:ext cx="1499481" cy="66302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B882AB-D219-4476-9F59-FC84383B85F6}">
      <dsp:nvSpPr>
        <dsp:cNvPr id="0" name=""/>
        <dsp:cNvSpPr/>
      </dsp:nvSpPr>
      <dsp:spPr>
        <a:xfrm>
          <a:off x="0" y="1086439"/>
          <a:ext cx="2006712" cy="2006712"/>
        </a:xfrm>
        <a:prstGeom prst="ellipse">
          <a:avLst/>
        </a:prstGeom>
        <a:solidFill>
          <a:srgbClr val="35874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AB9A5C-2B6F-4F61-BD27-2F2D6DDAFBEC}">
      <dsp:nvSpPr>
        <dsp:cNvPr id="0" name=""/>
        <dsp:cNvSpPr/>
      </dsp:nvSpPr>
      <dsp:spPr>
        <a:xfrm>
          <a:off x="401342" y="1487782"/>
          <a:ext cx="1204027" cy="1204027"/>
        </a:xfrm>
        <a:prstGeom prst="ellipse">
          <a:avLst/>
        </a:prstGeom>
        <a:solidFill>
          <a:srgbClr val="10924C"/>
        </a:solidFill>
        <a:ln w="12700" cap="flat" cmpd="sng" algn="ctr">
          <a:solidFill>
            <a:srgbClr val="42A048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56DBFF-4948-4AA1-8757-90E7E1578001}">
      <dsp:nvSpPr>
        <dsp:cNvPr id="0" name=""/>
        <dsp:cNvSpPr/>
      </dsp:nvSpPr>
      <dsp:spPr>
        <a:xfrm>
          <a:off x="802685" y="1889124"/>
          <a:ext cx="401342" cy="401342"/>
        </a:xfrm>
        <a:prstGeom prst="ellipse">
          <a:avLst/>
        </a:prstGeom>
        <a:solidFill>
          <a:srgbClr val="A9D18E"/>
        </a:solidFill>
        <a:ln w="12700" cap="flat" cmpd="sng" algn="ctr">
          <a:solidFill>
            <a:srgbClr val="35874C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298A8A-DEAD-4000-B869-0E877F7629A4}">
      <dsp:nvSpPr>
        <dsp:cNvPr id="0" name=""/>
        <dsp:cNvSpPr/>
      </dsp:nvSpPr>
      <dsp:spPr>
        <a:xfrm>
          <a:off x="2341164" y="417535"/>
          <a:ext cx="1003356" cy="5852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34290" rIns="34290" bIns="3429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 dirty="0">
            <a:solidFill>
              <a:schemeClr val="bg1"/>
            </a:solidFill>
          </a:endParaRPr>
        </a:p>
      </dsp:txBody>
      <dsp:txXfrm>
        <a:off x="2341164" y="417535"/>
        <a:ext cx="1003356" cy="585291"/>
      </dsp:txXfrm>
    </dsp:sp>
    <dsp:sp modelId="{03AC7D29-4CEA-467E-993D-9BC84E3CF226}">
      <dsp:nvSpPr>
        <dsp:cNvPr id="0" name=""/>
        <dsp:cNvSpPr/>
      </dsp:nvSpPr>
      <dsp:spPr>
        <a:xfrm>
          <a:off x="2090325" y="710181"/>
          <a:ext cx="25083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17D2B9-2D96-441E-90D8-549CC0880374}">
      <dsp:nvSpPr>
        <dsp:cNvPr id="0" name=""/>
        <dsp:cNvSpPr/>
      </dsp:nvSpPr>
      <dsp:spPr>
        <a:xfrm rot="5400000">
          <a:off x="856699" y="857172"/>
          <a:ext cx="1379280" cy="1085965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D25AF3-DEA9-4E3F-83B8-0447D73182D7}">
      <dsp:nvSpPr>
        <dsp:cNvPr id="0" name=""/>
        <dsp:cNvSpPr/>
      </dsp:nvSpPr>
      <dsp:spPr>
        <a:xfrm>
          <a:off x="2341164" y="1002826"/>
          <a:ext cx="1003356" cy="5852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34290" rIns="34290" bIns="3429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 dirty="0">
            <a:solidFill>
              <a:schemeClr val="bg1"/>
            </a:solidFill>
          </a:endParaRPr>
        </a:p>
      </dsp:txBody>
      <dsp:txXfrm>
        <a:off x="2341164" y="1002826"/>
        <a:ext cx="1003356" cy="585291"/>
      </dsp:txXfrm>
    </dsp:sp>
    <dsp:sp modelId="{FC1ADCA9-60C2-4DB2-AE1A-32DDEDE86198}">
      <dsp:nvSpPr>
        <dsp:cNvPr id="0" name=""/>
        <dsp:cNvSpPr/>
      </dsp:nvSpPr>
      <dsp:spPr>
        <a:xfrm>
          <a:off x="2090325" y="1295472"/>
          <a:ext cx="25083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C44E85-6552-437D-AEB5-8C5383216B8B}">
      <dsp:nvSpPr>
        <dsp:cNvPr id="0" name=""/>
        <dsp:cNvSpPr/>
      </dsp:nvSpPr>
      <dsp:spPr>
        <a:xfrm rot="5400000">
          <a:off x="1152756" y="1433333"/>
          <a:ext cx="1074795" cy="798337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CE0F87-FB31-4151-937A-5CE2E25AB56A}">
      <dsp:nvSpPr>
        <dsp:cNvPr id="0" name=""/>
        <dsp:cNvSpPr/>
      </dsp:nvSpPr>
      <dsp:spPr>
        <a:xfrm>
          <a:off x="2341164" y="1588117"/>
          <a:ext cx="1003356" cy="5852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34290" rIns="34290" bIns="3429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 dirty="0">
            <a:solidFill>
              <a:schemeClr val="bg1"/>
            </a:solidFill>
          </a:endParaRPr>
        </a:p>
      </dsp:txBody>
      <dsp:txXfrm>
        <a:off x="2341164" y="1588117"/>
        <a:ext cx="1003356" cy="585291"/>
      </dsp:txXfrm>
    </dsp:sp>
    <dsp:sp modelId="{CA876EEF-404F-4FE9-A87E-92B8C91291B2}">
      <dsp:nvSpPr>
        <dsp:cNvPr id="0" name=""/>
        <dsp:cNvSpPr/>
      </dsp:nvSpPr>
      <dsp:spPr>
        <a:xfrm>
          <a:off x="2090325" y="1880763"/>
          <a:ext cx="25083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88EF25-4261-464A-8CB0-27A313CFA958}">
      <dsp:nvSpPr>
        <dsp:cNvPr id="0" name=""/>
        <dsp:cNvSpPr/>
      </dsp:nvSpPr>
      <dsp:spPr>
        <a:xfrm rot="5400000">
          <a:off x="1449180" y="2009025"/>
          <a:ext cx="767902" cy="510708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D055DF-FD7B-494C-9F81-983464EB7394}">
      <dsp:nvSpPr>
        <dsp:cNvPr id="0" name=""/>
        <dsp:cNvSpPr/>
      </dsp:nvSpPr>
      <dsp:spPr>
        <a:xfrm>
          <a:off x="2561166" y="1352549"/>
          <a:ext cx="3005666" cy="3005666"/>
        </a:xfrm>
        <a:prstGeom prst="ellipse">
          <a:avLst/>
        </a:prstGeom>
        <a:solidFill>
          <a:schemeClr val="accent5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QUỸ ĐẦU TƯ CHỨNG KHOÁN</a:t>
          </a:r>
        </a:p>
      </dsp:txBody>
      <dsp:txXfrm>
        <a:off x="3001336" y="1792719"/>
        <a:ext cx="2125326" cy="2125326"/>
      </dsp:txXfrm>
    </dsp:sp>
    <dsp:sp modelId="{AD0F11C9-8AD2-4C25-97F3-E3049784EA9E}">
      <dsp:nvSpPr>
        <dsp:cNvPr id="0" name=""/>
        <dsp:cNvSpPr/>
      </dsp:nvSpPr>
      <dsp:spPr>
        <a:xfrm>
          <a:off x="3312583" y="146585"/>
          <a:ext cx="1502833" cy="1502833"/>
        </a:xfrm>
        <a:prstGeom prst="ellipse">
          <a:avLst/>
        </a:prstGeom>
        <a:solidFill>
          <a:schemeClr val="accent5">
            <a:alpha val="50000"/>
            <a:hueOff val="-1838336"/>
            <a:satOff val="-2557"/>
            <a:lumOff val="-98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NHÀ ĐẦU TƯ</a:t>
          </a:r>
        </a:p>
      </dsp:txBody>
      <dsp:txXfrm>
        <a:off x="3532668" y="366670"/>
        <a:ext cx="1062663" cy="1062663"/>
      </dsp:txXfrm>
    </dsp:sp>
    <dsp:sp modelId="{F494806C-E632-4465-A2E4-39A81A294F64}">
      <dsp:nvSpPr>
        <dsp:cNvPr id="0" name=""/>
        <dsp:cNvSpPr/>
      </dsp:nvSpPr>
      <dsp:spPr>
        <a:xfrm>
          <a:off x="5269963" y="2103965"/>
          <a:ext cx="1502833" cy="1502833"/>
        </a:xfrm>
        <a:prstGeom prst="ellipse">
          <a:avLst/>
        </a:prstGeom>
        <a:solidFill>
          <a:schemeClr val="accent5">
            <a:alpha val="50000"/>
            <a:hueOff val="-3676672"/>
            <a:satOff val="-5114"/>
            <a:lumOff val="-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NGÂN HÀNG GIÁM SÁT</a:t>
          </a:r>
        </a:p>
      </dsp:txBody>
      <dsp:txXfrm>
        <a:off x="5490048" y="2324050"/>
        <a:ext cx="1062663" cy="1062663"/>
      </dsp:txXfrm>
    </dsp:sp>
    <dsp:sp modelId="{E030DF32-8E6D-49AF-8E0E-CE5080ABC319}">
      <dsp:nvSpPr>
        <dsp:cNvPr id="0" name=""/>
        <dsp:cNvSpPr/>
      </dsp:nvSpPr>
      <dsp:spPr>
        <a:xfrm>
          <a:off x="816210" y="4442866"/>
          <a:ext cx="3069988" cy="918636"/>
        </a:xfrm>
        <a:prstGeom prst="roundRect">
          <a:avLst/>
        </a:prstGeom>
        <a:solidFill>
          <a:schemeClr val="accent5">
            <a:alpha val="50000"/>
            <a:hueOff val="-5515009"/>
            <a:satOff val="-7671"/>
            <a:lumOff val="-29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CƠ CẤU TỔ CHỨC CƠ BẢN</a:t>
          </a:r>
        </a:p>
      </dsp:txBody>
      <dsp:txXfrm>
        <a:off x="861054" y="4487710"/>
        <a:ext cx="2980300" cy="828948"/>
      </dsp:txXfrm>
    </dsp:sp>
    <dsp:sp modelId="{0AECFD49-8D3A-4A68-A2F3-D2C1EAD450D4}">
      <dsp:nvSpPr>
        <dsp:cNvPr id="0" name=""/>
        <dsp:cNvSpPr/>
      </dsp:nvSpPr>
      <dsp:spPr>
        <a:xfrm>
          <a:off x="1355202" y="2103965"/>
          <a:ext cx="1502833" cy="1502833"/>
        </a:xfrm>
        <a:prstGeom prst="ellipse">
          <a:avLst/>
        </a:prstGeom>
        <a:solidFill>
          <a:schemeClr val="accent5">
            <a:alpha val="50000"/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CÔNG TY QUẢN LÝ QUỸ</a:t>
          </a:r>
        </a:p>
      </dsp:txBody>
      <dsp:txXfrm>
        <a:off x="1575287" y="2324050"/>
        <a:ext cx="1062663" cy="106266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85AA05-E841-46E1-875C-B85FA7A0555E}">
      <dsp:nvSpPr>
        <dsp:cNvPr id="0" name=""/>
        <dsp:cNvSpPr/>
      </dsp:nvSpPr>
      <dsp:spPr>
        <a:xfrm>
          <a:off x="3233635" y="0"/>
          <a:ext cx="5787716" cy="1248502"/>
        </a:xfrm>
        <a:prstGeom prst="rightArrow">
          <a:avLst>
            <a:gd name="adj1" fmla="val 75000"/>
            <a:gd name="adj2" fmla="val 50000"/>
          </a:avLst>
        </a:prstGeom>
        <a:solidFill>
          <a:schemeClr val="accent6">
            <a:lumMod val="40000"/>
            <a:lumOff val="60000"/>
            <a:alpha val="90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 err="1"/>
            <a:t>Lưu</a:t>
          </a:r>
          <a:r>
            <a:rPr lang="en-US" sz="1800" kern="1200" dirty="0"/>
            <a:t> </a:t>
          </a:r>
          <a:r>
            <a:rPr lang="en-US" sz="1800" kern="1200" dirty="0" err="1"/>
            <a:t>ký</a:t>
          </a:r>
          <a:r>
            <a:rPr lang="en-US" sz="1800" kern="1200" dirty="0"/>
            <a:t>, </a:t>
          </a:r>
          <a:r>
            <a:rPr lang="en-US" sz="1800" kern="1200" dirty="0" err="1"/>
            <a:t>bảo</a:t>
          </a:r>
          <a:r>
            <a:rPr lang="en-US" sz="1800" kern="1200" dirty="0"/>
            <a:t> </a:t>
          </a:r>
          <a:r>
            <a:rPr lang="en-US" sz="1800" kern="1200" dirty="0" err="1"/>
            <a:t>quản</a:t>
          </a:r>
          <a:r>
            <a:rPr lang="en-US" sz="1800" kern="1200" dirty="0"/>
            <a:t> </a:t>
          </a:r>
          <a:r>
            <a:rPr lang="en-US" sz="1800" kern="1200" dirty="0" err="1"/>
            <a:t>tài</a:t>
          </a:r>
          <a:r>
            <a:rPr lang="en-US" sz="1800" kern="1200" dirty="0"/>
            <a:t> </a:t>
          </a:r>
          <a:r>
            <a:rPr lang="en-US" sz="1800" kern="1200" dirty="0" err="1"/>
            <a:t>sản</a:t>
          </a:r>
          <a:r>
            <a:rPr lang="en-US" sz="1800" kern="1200" dirty="0"/>
            <a:t>/ </a:t>
          </a:r>
          <a:r>
            <a:rPr lang="en-US" sz="1800" kern="1200" dirty="0" err="1"/>
            <a:t>giấy</a:t>
          </a:r>
          <a:r>
            <a:rPr lang="en-US" sz="1800" kern="1200" dirty="0"/>
            <a:t> </a:t>
          </a:r>
          <a:r>
            <a:rPr lang="en-US" sz="1800" kern="1200" dirty="0" err="1"/>
            <a:t>tờ</a:t>
          </a:r>
          <a:r>
            <a:rPr lang="en-US" sz="1800" kern="1200" dirty="0"/>
            <a:t> </a:t>
          </a:r>
          <a:r>
            <a:rPr lang="en-US" sz="1800" kern="1200" dirty="0" err="1"/>
            <a:t>hợp</a:t>
          </a:r>
          <a:r>
            <a:rPr lang="en-US" sz="1800" kern="1200" dirty="0"/>
            <a:t> </a:t>
          </a:r>
          <a:r>
            <a:rPr lang="en-US" sz="1800" kern="1200" dirty="0" err="1"/>
            <a:t>pháp</a:t>
          </a:r>
          <a:r>
            <a:rPr lang="en-US" sz="1800" kern="1200" dirty="0"/>
            <a:t> </a:t>
          </a:r>
          <a:r>
            <a:rPr lang="en-US" sz="1800" kern="1200" dirty="0" err="1"/>
            <a:t>chứng</a:t>
          </a:r>
          <a:r>
            <a:rPr lang="en-US" sz="1800" kern="1200" dirty="0"/>
            <a:t> minh </a:t>
          </a:r>
          <a:r>
            <a:rPr lang="en-US" sz="1800" kern="1200" dirty="0" err="1"/>
            <a:t>quyền</a:t>
          </a:r>
          <a:r>
            <a:rPr lang="en-US" sz="1800" kern="1200" dirty="0"/>
            <a:t> </a:t>
          </a:r>
          <a:r>
            <a:rPr lang="en-US" sz="1800" kern="1200" dirty="0" err="1"/>
            <a:t>sở</a:t>
          </a:r>
          <a:r>
            <a:rPr lang="en-US" sz="1800" kern="1200" dirty="0"/>
            <a:t> </a:t>
          </a:r>
          <a:r>
            <a:rPr lang="en-US" sz="1800" kern="1200" dirty="0" err="1"/>
            <a:t>hữu</a:t>
          </a:r>
          <a:r>
            <a:rPr lang="en-US" sz="1800" kern="1200" dirty="0"/>
            <a:t> </a:t>
          </a:r>
          <a:r>
            <a:rPr lang="en-US" sz="1800" kern="1200" dirty="0" err="1"/>
            <a:t>tài</a:t>
          </a:r>
          <a:r>
            <a:rPr lang="en-US" sz="1800" kern="1200" dirty="0"/>
            <a:t> </a:t>
          </a:r>
          <a:r>
            <a:rPr lang="en-US" sz="1800" kern="1200" dirty="0" err="1"/>
            <a:t>sản</a:t>
          </a:r>
          <a:r>
            <a:rPr lang="en-US" sz="1800" kern="1200" dirty="0"/>
            <a:t> </a:t>
          </a:r>
          <a:r>
            <a:rPr lang="en-US" sz="1800" kern="1200" dirty="0" err="1"/>
            <a:t>của</a:t>
          </a:r>
          <a:r>
            <a:rPr lang="en-US" sz="1800" kern="1200" dirty="0"/>
            <a:t> </a:t>
          </a:r>
          <a:r>
            <a:rPr lang="en-US" sz="1800" kern="1200" dirty="0" err="1"/>
            <a:t>quỹ</a:t>
          </a:r>
          <a:endParaRPr lang="en-US" sz="1800" kern="1200" dirty="0"/>
        </a:p>
      </dsp:txBody>
      <dsp:txXfrm>
        <a:off x="3233635" y="156063"/>
        <a:ext cx="5319528" cy="936376"/>
      </dsp:txXfrm>
    </dsp:sp>
    <dsp:sp modelId="{2AD41021-D22E-4363-83E9-2F3D4DD5392D}">
      <dsp:nvSpPr>
        <dsp:cNvPr id="0" name=""/>
        <dsp:cNvSpPr/>
      </dsp:nvSpPr>
      <dsp:spPr>
        <a:xfrm>
          <a:off x="624841" y="0"/>
          <a:ext cx="2608793" cy="1248502"/>
        </a:xfrm>
        <a:prstGeom prst="roundRect">
          <a:avLst/>
        </a:prstGeom>
        <a:solidFill>
          <a:srgbClr val="35874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 err="1"/>
            <a:t>LƯU</a:t>
          </a:r>
          <a:r>
            <a:rPr lang="en-US" sz="2400" b="1" kern="1200" dirty="0"/>
            <a:t> </a:t>
          </a:r>
          <a:r>
            <a:rPr lang="en-US" sz="2400" b="1" kern="1200" dirty="0" err="1"/>
            <a:t>KÝ</a:t>
          </a:r>
          <a:r>
            <a:rPr lang="en-US" sz="2400" b="1" kern="1200" dirty="0"/>
            <a:t>, </a:t>
          </a:r>
          <a:r>
            <a:rPr lang="en-US" sz="2400" b="1" kern="1200" dirty="0" err="1"/>
            <a:t>BẢO</a:t>
          </a:r>
          <a:r>
            <a:rPr lang="en-US" sz="2400" b="1" kern="1200" dirty="0"/>
            <a:t> </a:t>
          </a:r>
          <a:r>
            <a:rPr lang="en-US" sz="2400" b="1" kern="1200" dirty="0" err="1"/>
            <a:t>QUẢN</a:t>
          </a:r>
          <a:r>
            <a:rPr lang="en-US" sz="2400" b="1" kern="1200" dirty="0"/>
            <a:t> </a:t>
          </a:r>
          <a:r>
            <a:rPr lang="en-US" sz="2400" b="1" kern="1200" dirty="0" err="1"/>
            <a:t>TÀI</a:t>
          </a:r>
          <a:r>
            <a:rPr lang="en-US" sz="2400" b="1" kern="1200" dirty="0"/>
            <a:t> </a:t>
          </a:r>
          <a:r>
            <a:rPr lang="en-US" sz="2400" b="1" kern="1200" dirty="0" err="1"/>
            <a:t>SẢN</a:t>
          </a:r>
          <a:endParaRPr lang="en-US" sz="2400" b="1" kern="1200" dirty="0"/>
        </a:p>
      </dsp:txBody>
      <dsp:txXfrm>
        <a:off x="685788" y="60947"/>
        <a:ext cx="2486899" cy="1126608"/>
      </dsp:txXfrm>
    </dsp:sp>
    <dsp:sp modelId="{404983FC-3886-439F-B10B-0B198318E034}">
      <dsp:nvSpPr>
        <dsp:cNvPr id="0" name=""/>
        <dsp:cNvSpPr/>
      </dsp:nvSpPr>
      <dsp:spPr>
        <a:xfrm>
          <a:off x="3233635" y="1373352"/>
          <a:ext cx="5787716" cy="1248502"/>
        </a:xfrm>
        <a:prstGeom prst="rightArrow">
          <a:avLst>
            <a:gd name="adj1" fmla="val 75000"/>
            <a:gd name="adj2" fmla="val 50000"/>
          </a:avLst>
        </a:prstGeom>
        <a:solidFill>
          <a:schemeClr val="accent4">
            <a:lumMod val="20000"/>
            <a:lumOff val="80000"/>
            <a:alpha val="90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 err="1"/>
            <a:t>Kiểm</a:t>
          </a:r>
          <a:r>
            <a:rPr lang="en-US" sz="1800" kern="1200" dirty="0"/>
            <a:t> </a:t>
          </a:r>
          <a:r>
            <a:rPr lang="en-US" sz="1800" kern="1200" dirty="0" err="1"/>
            <a:t>tra</a:t>
          </a:r>
          <a:r>
            <a:rPr lang="en-US" sz="1800" kern="1200" dirty="0"/>
            <a:t>, </a:t>
          </a:r>
          <a:r>
            <a:rPr lang="en-US" sz="1800" kern="1200" dirty="0" err="1"/>
            <a:t>giám</a:t>
          </a:r>
          <a:r>
            <a:rPr lang="en-US" sz="1800" kern="1200" dirty="0"/>
            <a:t> </a:t>
          </a:r>
          <a:r>
            <a:rPr lang="en-US" sz="1800" kern="1200" dirty="0" err="1"/>
            <a:t>sát</a:t>
          </a:r>
          <a:r>
            <a:rPr lang="en-US" sz="1800" kern="1200" dirty="0"/>
            <a:t> </a:t>
          </a:r>
          <a:r>
            <a:rPr lang="en-US" sz="1800" kern="1200" dirty="0" err="1"/>
            <a:t>hoạt</a:t>
          </a:r>
          <a:r>
            <a:rPr lang="en-US" sz="1800" kern="1200" dirty="0"/>
            <a:t> </a:t>
          </a:r>
          <a:r>
            <a:rPr lang="en-US" sz="1800" kern="1200" dirty="0" err="1"/>
            <a:t>động</a:t>
          </a:r>
          <a:r>
            <a:rPr lang="en-US" sz="1800" kern="1200" dirty="0"/>
            <a:t> </a:t>
          </a:r>
          <a:r>
            <a:rPr lang="en-US" sz="1800" kern="1200" dirty="0" err="1"/>
            <a:t>đầu</a:t>
          </a:r>
          <a:r>
            <a:rPr lang="en-US" sz="1800" kern="1200" dirty="0"/>
            <a:t> </a:t>
          </a:r>
          <a:r>
            <a:rPr lang="en-US" sz="1800" kern="1200" dirty="0" err="1"/>
            <a:t>tư</a:t>
          </a:r>
          <a:r>
            <a:rPr lang="en-US" sz="1800" kern="1200" dirty="0"/>
            <a:t>, </a:t>
          </a:r>
          <a:r>
            <a:rPr lang="en-US" sz="1800" kern="1200" dirty="0" err="1"/>
            <a:t>giao</a:t>
          </a:r>
          <a:r>
            <a:rPr lang="en-US" sz="1800" kern="1200" dirty="0"/>
            <a:t> </a:t>
          </a:r>
          <a:r>
            <a:rPr lang="en-US" sz="1800" kern="1200" dirty="0" err="1"/>
            <a:t>dịch</a:t>
          </a:r>
          <a:r>
            <a:rPr lang="en-US" sz="1800" kern="1200" dirty="0"/>
            <a:t> </a:t>
          </a:r>
          <a:r>
            <a:rPr lang="en-US" sz="1800" kern="1200" dirty="0" err="1"/>
            <a:t>tài</a:t>
          </a:r>
          <a:r>
            <a:rPr lang="en-US" sz="1800" kern="1200" dirty="0"/>
            <a:t> </a:t>
          </a:r>
          <a:r>
            <a:rPr lang="en-US" sz="1800" kern="1200" dirty="0" err="1"/>
            <a:t>sản</a:t>
          </a:r>
          <a:r>
            <a:rPr lang="en-US" sz="1800" kern="1200" dirty="0"/>
            <a:t> </a:t>
          </a:r>
          <a:r>
            <a:rPr lang="en-US" sz="1800" kern="1200" dirty="0" err="1"/>
            <a:t>của</a:t>
          </a:r>
          <a:r>
            <a:rPr lang="en-US" sz="1800" kern="1200" dirty="0"/>
            <a:t> </a:t>
          </a:r>
          <a:r>
            <a:rPr lang="en-US" sz="1800" kern="1200" dirty="0" err="1"/>
            <a:t>quỹ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 err="1"/>
            <a:t>Kiểm</a:t>
          </a:r>
          <a:r>
            <a:rPr lang="en-US" sz="1800" kern="1200" dirty="0"/>
            <a:t> </a:t>
          </a:r>
          <a:r>
            <a:rPr lang="en-US" sz="1800" kern="1200" dirty="0" err="1"/>
            <a:t>tra</a:t>
          </a:r>
          <a:r>
            <a:rPr lang="en-US" sz="1800" kern="1200" dirty="0"/>
            <a:t>, </a:t>
          </a:r>
          <a:r>
            <a:rPr lang="en-US" sz="1800" kern="1200" dirty="0" err="1"/>
            <a:t>giám</a:t>
          </a:r>
          <a:r>
            <a:rPr lang="en-US" sz="1800" kern="1200" dirty="0"/>
            <a:t> </a:t>
          </a:r>
          <a:r>
            <a:rPr lang="en-US" sz="1800" kern="1200" dirty="0" err="1"/>
            <a:t>sát</a:t>
          </a:r>
          <a:r>
            <a:rPr lang="en-US" sz="1800" kern="1200" dirty="0"/>
            <a:t> </a:t>
          </a:r>
          <a:r>
            <a:rPr lang="en-US" sz="1800" kern="1200" dirty="0" err="1"/>
            <a:t>việc</a:t>
          </a:r>
          <a:r>
            <a:rPr lang="en-US" sz="1800" kern="1200" dirty="0"/>
            <a:t> </a:t>
          </a:r>
          <a:r>
            <a:rPr lang="en-US" sz="1800" kern="1200" dirty="0" err="1"/>
            <a:t>xác</a:t>
          </a:r>
          <a:r>
            <a:rPr lang="en-US" sz="1800" kern="1200" dirty="0"/>
            <a:t> </a:t>
          </a:r>
          <a:r>
            <a:rPr lang="en-US" sz="1800" kern="1200" dirty="0" err="1"/>
            <a:t>định</a:t>
          </a:r>
          <a:r>
            <a:rPr lang="en-US" sz="1800" kern="1200" dirty="0"/>
            <a:t> </a:t>
          </a:r>
          <a:r>
            <a:rPr lang="en-US" sz="1800" kern="1200" dirty="0" err="1"/>
            <a:t>NAV</a:t>
          </a:r>
          <a:endParaRPr lang="en-US" sz="1800" kern="1200" dirty="0"/>
        </a:p>
      </dsp:txBody>
      <dsp:txXfrm>
        <a:off x="3233635" y="1529415"/>
        <a:ext cx="5319528" cy="936376"/>
      </dsp:txXfrm>
    </dsp:sp>
    <dsp:sp modelId="{A0D44529-FC85-4145-A388-62CA9B639016}">
      <dsp:nvSpPr>
        <dsp:cNvPr id="0" name=""/>
        <dsp:cNvSpPr/>
      </dsp:nvSpPr>
      <dsp:spPr>
        <a:xfrm>
          <a:off x="624841" y="1373352"/>
          <a:ext cx="2608793" cy="1248502"/>
        </a:xfrm>
        <a:prstGeom prst="roundRect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 err="1"/>
            <a:t>GIÁM</a:t>
          </a:r>
          <a:r>
            <a:rPr lang="en-US" sz="2400" b="1" kern="1200" dirty="0"/>
            <a:t> </a:t>
          </a:r>
          <a:r>
            <a:rPr lang="en-US" sz="2400" b="1" kern="1200" dirty="0" err="1"/>
            <a:t>SÁT</a:t>
          </a:r>
          <a:r>
            <a:rPr lang="en-US" sz="2400" b="1" kern="1200" dirty="0"/>
            <a:t> </a:t>
          </a:r>
          <a:r>
            <a:rPr lang="en-US" sz="2400" b="1" kern="1200" dirty="0" err="1"/>
            <a:t>HOẠT</a:t>
          </a:r>
          <a:r>
            <a:rPr lang="en-US" sz="2400" b="1" kern="1200" dirty="0"/>
            <a:t> </a:t>
          </a:r>
          <a:r>
            <a:rPr lang="en-US" sz="2400" b="1" kern="1200" dirty="0" err="1"/>
            <a:t>ĐỘNG</a:t>
          </a:r>
          <a:endParaRPr lang="en-US" sz="2400" b="1" kern="1200" dirty="0"/>
        </a:p>
      </dsp:txBody>
      <dsp:txXfrm>
        <a:off x="685788" y="1434299"/>
        <a:ext cx="2486899" cy="1126608"/>
      </dsp:txXfrm>
    </dsp:sp>
    <dsp:sp modelId="{5E7AD8B4-CDEF-4255-B043-BE525BFCD5EF}">
      <dsp:nvSpPr>
        <dsp:cNvPr id="0" name=""/>
        <dsp:cNvSpPr/>
      </dsp:nvSpPr>
      <dsp:spPr>
        <a:xfrm>
          <a:off x="3233635" y="2746704"/>
          <a:ext cx="5787716" cy="1248502"/>
        </a:xfrm>
        <a:prstGeom prst="rightArrow">
          <a:avLst>
            <a:gd name="adj1" fmla="val 75000"/>
            <a:gd name="adj2" fmla="val 50000"/>
          </a:avLst>
        </a:prstGeom>
        <a:solidFill>
          <a:schemeClr val="accent6">
            <a:lumMod val="40000"/>
            <a:lumOff val="60000"/>
            <a:alpha val="90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 err="1"/>
            <a:t>Ghi</a:t>
          </a:r>
          <a:r>
            <a:rPr lang="en-US" sz="1800" kern="1200" dirty="0"/>
            <a:t> </a:t>
          </a:r>
          <a:r>
            <a:rPr lang="en-US" sz="1800" kern="1200" dirty="0" err="1"/>
            <a:t>nhận</a:t>
          </a:r>
          <a:r>
            <a:rPr lang="en-US" sz="1800" kern="1200" dirty="0"/>
            <a:t> </a:t>
          </a:r>
          <a:r>
            <a:rPr lang="en-US" sz="1800" kern="1200" dirty="0" err="1"/>
            <a:t>kế</a:t>
          </a:r>
          <a:r>
            <a:rPr lang="en-US" sz="1800" kern="1200" dirty="0"/>
            <a:t> </a:t>
          </a:r>
          <a:r>
            <a:rPr lang="en-US" sz="1800" kern="1200" dirty="0" err="1"/>
            <a:t>toán</a:t>
          </a:r>
          <a:r>
            <a:rPr lang="en-US" sz="1800" kern="1200" dirty="0"/>
            <a:t> </a:t>
          </a:r>
          <a:r>
            <a:rPr lang="en-US" sz="1800" kern="1200" dirty="0" err="1"/>
            <a:t>các</a:t>
          </a:r>
          <a:r>
            <a:rPr lang="en-US" sz="1800" kern="1200" dirty="0"/>
            <a:t> </a:t>
          </a:r>
          <a:r>
            <a:rPr lang="en-US" sz="1800" kern="1200" dirty="0" err="1"/>
            <a:t>giao</a:t>
          </a:r>
          <a:r>
            <a:rPr lang="en-US" sz="1800" kern="1200" dirty="0"/>
            <a:t> </a:t>
          </a:r>
          <a:r>
            <a:rPr lang="en-US" sz="1800" kern="1200" dirty="0" err="1"/>
            <a:t>dịch</a:t>
          </a:r>
          <a:r>
            <a:rPr lang="en-US" sz="1800" kern="1200" dirty="0"/>
            <a:t> </a:t>
          </a:r>
          <a:r>
            <a:rPr lang="en-US" sz="1800" kern="1200" dirty="0" err="1"/>
            <a:t>của</a:t>
          </a:r>
          <a:r>
            <a:rPr lang="en-US" sz="1800" kern="1200" dirty="0"/>
            <a:t> </a:t>
          </a:r>
          <a:r>
            <a:rPr lang="en-US" sz="1800" kern="1200" dirty="0" err="1"/>
            <a:t>quỹ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 err="1"/>
            <a:t>Lập</a:t>
          </a:r>
          <a:r>
            <a:rPr lang="en-US" sz="1800" kern="1200" dirty="0"/>
            <a:t> </a:t>
          </a:r>
          <a:r>
            <a:rPr lang="en-US" sz="1800" kern="1200" dirty="0" err="1"/>
            <a:t>BCTC</a:t>
          </a:r>
          <a:r>
            <a:rPr lang="en-US" sz="1800" kern="1200" dirty="0"/>
            <a:t> </a:t>
          </a:r>
          <a:r>
            <a:rPr lang="en-US" sz="1800" kern="1200" dirty="0" err="1"/>
            <a:t>quỹ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 err="1"/>
            <a:t>Xác</a:t>
          </a:r>
          <a:r>
            <a:rPr lang="en-US" sz="1800" kern="1200" dirty="0"/>
            <a:t> </a:t>
          </a:r>
          <a:r>
            <a:rPr lang="en-US" sz="1800" kern="1200" dirty="0" err="1"/>
            <a:t>định</a:t>
          </a:r>
          <a:r>
            <a:rPr lang="en-US" sz="1800" kern="1200" dirty="0"/>
            <a:t> </a:t>
          </a:r>
          <a:r>
            <a:rPr lang="en-US" sz="1800" kern="1200" dirty="0" err="1"/>
            <a:t>NAV</a:t>
          </a:r>
          <a:endParaRPr lang="en-US" sz="1800" kern="1200" dirty="0"/>
        </a:p>
      </dsp:txBody>
      <dsp:txXfrm>
        <a:off x="3233635" y="2902767"/>
        <a:ext cx="5319528" cy="936376"/>
      </dsp:txXfrm>
    </dsp:sp>
    <dsp:sp modelId="{D1E108FD-5051-49E0-AB55-AC1BE4120A6D}">
      <dsp:nvSpPr>
        <dsp:cNvPr id="0" name=""/>
        <dsp:cNvSpPr/>
      </dsp:nvSpPr>
      <dsp:spPr>
        <a:xfrm>
          <a:off x="624841" y="2746704"/>
          <a:ext cx="2608793" cy="1248502"/>
        </a:xfrm>
        <a:prstGeom prst="roundRect">
          <a:avLst/>
        </a:prstGeom>
        <a:solidFill>
          <a:srgbClr val="35874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 err="1"/>
            <a:t>QUẢN</a:t>
          </a:r>
          <a:r>
            <a:rPr lang="en-US" sz="2400" b="1" kern="1200" dirty="0"/>
            <a:t> </a:t>
          </a:r>
          <a:r>
            <a:rPr lang="en-US" sz="2400" b="1" kern="1200" dirty="0" err="1"/>
            <a:t>TRỊ</a:t>
          </a:r>
          <a:r>
            <a:rPr lang="en-US" sz="2400" b="1" kern="1200" dirty="0"/>
            <a:t> </a:t>
          </a:r>
          <a:r>
            <a:rPr lang="en-US" sz="2400" b="1" kern="1200" dirty="0" err="1"/>
            <a:t>QUỸ</a:t>
          </a:r>
          <a:endParaRPr lang="en-US" sz="2400" b="1" kern="1200" dirty="0"/>
        </a:p>
      </dsp:txBody>
      <dsp:txXfrm>
        <a:off x="685788" y="2807651"/>
        <a:ext cx="2486899" cy="112660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39145C-03DB-4D2C-8C54-8E2D586AF523}">
      <dsp:nvSpPr>
        <dsp:cNvPr id="0" name=""/>
        <dsp:cNvSpPr/>
      </dsp:nvSpPr>
      <dsp:spPr>
        <a:xfrm>
          <a:off x="-4755263" y="-728873"/>
          <a:ext cx="5663986" cy="5663986"/>
        </a:xfrm>
        <a:prstGeom prst="blockArc">
          <a:avLst>
            <a:gd name="adj1" fmla="val 18900000"/>
            <a:gd name="adj2" fmla="val 2700000"/>
            <a:gd name="adj3" fmla="val 381"/>
          </a:avLst>
        </a:prstGeom>
        <a:noFill/>
        <a:ln w="12700" cap="flat" cmpd="sng" algn="ctr">
          <a:solidFill>
            <a:schemeClr val="accent6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448C4B-F3E9-4D79-A830-4ECF73138E81}">
      <dsp:nvSpPr>
        <dsp:cNvPr id="0" name=""/>
        <dsp:cNvSpPr/>
      </dsp:nvSpPr>
      <dsp:spPr>
        <a:xfrm>
          <a:off x="397682" y="262805"/>
          <a:ext cx="7314048" cy="525948"/>
        </a:xfrm>
        <a:prstGeom prst="roundRect">
          <a:avLst/>
        </a:prstGeom>
        <a:solidFill>
          <a:schemeClr val="accent6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7471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>
              <a:solidFill>
                <a:schemeClr val="accent6">
                  <a:lumMod val="50000"/>
                </a:schemeClr>
              </a:solidFill>
            </a:rPr>
            <a:t>Thực</a:t>
          </a:r>
          <a:r>
            <a:rPr lang="en-US" sz="1400" kern="1200" dirty="0">
              <a:solidFill>
                <a:schemeClr val="accent6">
                  <a:lumMod val="50000"/>
                </a:schemeClr>
              </a:solidFill>
            </a:rPr>
            <a:t> </a:t>
          </a:r>
          <a:r>
            <a:rPr lang="en-US" sz="1400" kern="1200" dirty="0" err="1">
              <a:solidFill>
                <a:schemeClr val="accent6">
                  <a:lumMod val="50000"/>
                </a:schemeClr>
              </a:solidFill>
            </a:rPr>
            <a:t>hiện</a:t>
          </a:r>
          <a:r>
            <a:rPr lang="en-US" sz="1400" kern="1200" dirty="0">
              <a:solidFill>
                <a:schemeClr val="accent6">
                  <a:lumMod val="50000"/>
                </a:schemeClr>
              </a:solidFill>
            </a:rPr>
            <a:t> </a:t>
          </a:r>
          <a:r>
            <a:rPr lang="en-US" sz="1400" kern="1200" dirty="0" err="1">
              <a:solidFill>
                <a:schemeClr val="accent6">
                  <a:lumMod val="50000"/>
                </a:schemeClr>
              </a:solidFill>
            </a:rPr>
            <a:t>nhiệm</a:t>
          </a:r>
          <a:r>
            <a:rPr lang="en-US" sz="1400" kern="1200" dirty="0">
              <a:solidFill>
                <a:schemeClr val="accent6">
                  <a:lumMod val="50000"/>
                </a:schemeClr>
              </a:solidFill>
            </a:rPr>
            <a:t> </a:t>
          </a:r>
          <a:r>
            <a:rPr lang="en-US" sz="1400" kern="1200" dirty="0" err="1">
              <a:solidFill>
                <a:schemeClr val="accent6">
                  <a:lumMod val="50000"/>
                </a:schemeClr>
              </a:solidFill>
            </a:rPr>
            <a:t>vụ</a:t>
          </a:r>
          <a:r>
            <a:rPr lang="en-US" sz="1400" kern="1200" dirty="0">
              <a:solidFill>
                <a:schemeClr val="accent6">
                  <a:lumMod val="50000"/>
                </a:schemeClr>
              </a:solidFill>
            </a:rPr>
            <a:t> </a:t>
          </a:r>
          <a:r>
            <a:rPr lang="en-US" sz="1400" kern="1200" dirty="0" err="1">
              <a:solidFill>
                <a:schemeClr val="accent6">
                  <a:lumMod val="50000"/>
                </a:schemeClr>
              </a:solidFill>
            </a:rPr>
            <a:t>tận</a:t>
          </a:r>
          <a:r>
            <a:rPr lang="en-US" sz="1400" kern="1200" dirty="0">
              <a:solidFill>
                <a:schemeClr val="accent6">
                  <a:lumMod val="50000"/>
                </a:schemeClr>
              </a:solidFill>
            </a:rPr>
            <a:t> </a:t>
          </a:r>
          <a:r>
            <a:rPr lang="en-US" sz="1400" kern="1200" dirty="0" err="1">
              <a:solidFill>
                <a:schemeClr val="accent6">
                  <a:lumMod val="50000"/>
                </a:schemeClr>
              </a:solidFill>
            </a:rPr>
            <a:t>tụy</a:t>
          </a:r>
          <a:r>
            <a:rPr lang="en-US" sz="1400" kern="1200" dirty="0">
              <a:solidFill>
                <a:schemeClr val="accent6">
                  <a:lumMod val="50000"/>
                </a:schemeClr>
              </a:solidFill>
            </a:rPr>
            <a:t>, </a:t>
          </a:r>
          <a:r>
            <a:rPr lang="en-US" sz="1400" kern="1200" dirty="0" err="1">
              <a:solidFill>
                <a:schemeClr val="accent6">
                  <a:lumMod val="50000"/>
                </a:schemeClr>
              </a:solidFill>
            </a:rPr>
            <a:t>trung</a:t>
          </a:r>
          <a:r>
            <a:rPr lang="en-US" sz="1400" kern="1200" dirty="0">
              <a:solidFill>
                <a:schemeClr val="accent6">
                  <a:lumMod val="50000"/>
                </a:schemeClr>
              </a:solidFill>
            </a:rPr>
            <a:t> </a:t>
          </a:r>
          <a:r>
            <a:rPr lang="en-US" sz="1400" kern="1200" dirty="0" err="1">
              <a:solidFill>
                <a:schemeClr val="accent6">
                  <a:lumMod val="50000"/>
                </a:schemeClr>
              </a:solidFill>
            </a:rPr>
            <a:t>thực</a:t>
          </a:r>
          <a:r>
            <a:rPr lang="en-US" sz="1400" kern="1200" dirty="0">
              <a:solidFill>
                <a:schemeClr val="accent6">
                  <a:lumMod val="50000"/>
                </a:schemeClr>
              </a:solidFill>
            </a:rPr>
            <a:t>, </a:t>
          </a:r>
          <a:r>
            <a:rPr lang="en-US" sz="1400" kern="1200" dirty="0" err="1">
              <a:solidFill>
                <a:schemeClr val="accent6">
                  <a:lumMod val="50000"/>
                </a:schemeClr>
              </a:solidFill>
            </a:rPr>
            <a:t>đúng</a:t>
          </a:r>
          <a:r>
            <a:rPr lang="en-US" sz="1400" kern="1200" dirty="0">
              <a:solidFill>
                <a:schemeClr val="accent6">
                  <a:lumMod val="50000"/>
                </a:schemeClr>
              </a:solidFill>
            </a:rPr>
            <a:t> </a:t>
          </a:r>
          <a:r>
            <a:rPr lang="en-US" sz="1400" kern="1200" dirty="0" err="1">
              <a:solidFill>
                <a:schemeClr val="accent6">
                  <a:lumMod val="50000"/>
                </a:schemeClr>
              </a:solidFill>
            </a:rPr>
            <a:t>yêu</a:t>
          </a:r>
          <a:r>
            <a:rPr lang="en-US" sz="1400" kern="1200" dirty="0">
              <a:solidFill>
                <a:schemeClr val="accent6">
                  <a:lumMod val="50000"/>
                </a:schemeClr>
              </a:solidFill>
            </a:rPr>
            <a:t> </a:t>
          </a:r>
          <a:r>
            <a:rPr lang="en-US" sz="1400" kern="1200" dirty="0" err="1">
              <a:solidFill>
                <a:schemeClr val="accent6">
                  <a:lumMod val="50000"/>
                </a:schemeClr>
              </a:solidFill>
            </a:rPr>
            <a:t>cầu</a:t>
          </a:r>
          <a:r>
            <a:rPr lang="en-US" sz="1400" kern="1200" dirty="0">
              <a:solidFill>
                <a:schemeClr val="accent6">
                  <a:lumMod val="50000"/>
                </a:schemeClr>
              </a:solidFill>
            </a:rPr>
            <a:t> </a:t>
          </a:r>
          <a:r>
            <a:rPr lang="en-US" sz="1400" kern="1200" dirty="0" err="1">
              <a:solidFill>
                <a:schemeClr val="accent6">
                  <a:lumMod val="50000"/>
                </a:schemeClr>
              </a:solidFill>
            </a:rPr>
            <a:t>đạo</a:t>
          </a:r>
          <a:r>
            <a:rPr lang="en-US" sz="1400" kern="1200" dirty="0">
              <a:solidFill>
                <a:schemeClr val="accent6">
                  <a:lumMod val="50000"/>
                </a:schemeClr>
              </a:solidFill>
            </a:rPr>
            <a:t> </a:t>
          </a:r>
          <a:r>
            <a:rPr lang="en-US" sz="1400" kern="1200" dirty="0" err="1">
              <a:solidFill>
                <a:schemeClr val="accent6">
                  <a:lumMod val="50000"/>
                </a:schemeClr>
              </a:solidFill>
            </a:rPr>
            <a:t>đức</a:t>
          </a:r>
          <a:r>
            <a:rPr lang="en-US" sz="1400" kern="1200" dirty="0">
              <a:solidFill>
                <a:schemeClr val="accent6">
                  <a:lumMod val="50000"/>
                </a:schemeClr>
              </a:solidFill>
            </a:rPr>
            <a:t> </a:t>
          </a:r>
          <a:r>
            <a:rPr lang="en-US" sz="1400" kern="1200" dirty="0" err="1">
              <a:solidFill>
                <a:schemeClr val="accent6">
                  <a:lumMod val="50000"/>
                </a:schemeClr>
              </a:solidFill>
            </a:rPr>
            <a:t>nghề</a:t>
          </a:r>
          <a:r>
            <a:rPr lang="en-US" sz="1400" kern="1200" dirty="0">
              <a:solidFill>
                <a:schemeClr val="accent6">
                  <a:lumMod val="50000"/>
                </a:schemeClr>
              </a:solidFill>
            </a:rPr>
            <a:t> </a:t>
          </a:r>
          <a:r>
            <a:rPr lang="en-US" sz="1400" kern="1200" dirty="0" err="1">
              <a:solidFill>
                <a:schemeClr val="accent6">
                  <a:lumMod val="50000"/>
                </a:schemeClr>
              </a:solidFill>
            </a:rPr>
            <a:t>nghiệp</a:t>
          </a:r>
          <a:r>
            <a:rPr lang="en-US" sz="1400" kern="1200" dirty="0">
              <a:solidFill>
                <a:schemeClr val="accent6">
                  <a:lumMod val="50000"/>
                </a:schemeClr>
              </a:solidFill>
            </a:rPr>
            <a:t>, </a:t>
          </a:r>
          <a:r>
            <a:rPr lang="en-US" sz="1400" kern="1200" dirty="0" err="1">
              <a:solidFill>
                <a:schemeClr val="accent6">
                  <a:lumMod val="50000"/>
                </a:schemeClr>
              </a:solidFill>
            </a:rPr>
            <a:t>vì</a:t>
          </a:r>
          <a:r>
            <a:rPr lang="en-US" sz="1400" kern="1200" dirty="0">
              <a:solidFill>
                <a:schemeClr val="accent6">
                  <a:lumMod val="50000"/>
                </a:schemeClr>
              </a:solidFill>
            </a:rPr>
            <a:t> </a:t>
          </a:r>
          <a:r>
            <a:rPr lang="en-US" sz="1400" kern="1200" dirty="0" err="1">
              <a:solidFill>
                <a:schemeClr val="accent6">
                  <a:lumMod val="50000"/>
                </a:schemeClr>
              </a:solidFill>
            </a:rPr>
            <a:t>lợi</a:t>
          </a:r>
          <a:r>
            <a:rPr lang="en-US" sz="1400" kern="1200" dirty="0">
              <a:solidFill>
                <a:schemeClr val="accent6">
                  <a:lumMod val="50000"/>
                </a:schemeClr>
              </a:solidFill>
            </a:rPr>
            <a:t> </a:t>
          </a:r>
          <a:r>
            <a:rPr lang="en-US" sz="1400" kern="1200" dirty="0" err="1">
              <a:solidFill>
                <a:schemeClr val="accent6">
                  <a:lumMod val="50000"/>
                </a:schemeClr>
              </a:solidFill>
            </a:rPr>
            <a:t>ích</a:t>
          </a:r>
          <a:r>
            <a:rPr lang="en-US" sz="1400" kern="1200" dirty="0">
              <a:solidFill>
                <a:schemeClr val="accent6">
                  <a:lumMod val="50000"/>
                </a:schemeClr>
              </a:solidFill>
            </a:rPr>
            <a:t> </a:t>
          </a:r>
          <a:r>
            <a:rPr lang="en-US" sz="1400" kern="1200" dirty="0" err="1">
              <a:solidFill>
                <a:schemeClr val="accent6">
                  <a:lumMod val="50000"/>
                </a:schemeClr>
              </a:solidFill>
            </a:rPr>
            <a:t>NĐT</a:t>
          </a:r>
          <a:endParaRPr lang="en-US" sz="1400" kern="1200" dirty="0">
            <a:solidFill>
              <a:schemeClr val="accent6">
                <a:lumMod val="50000"/>
              </a:schemeClr>
            </a:solidFill>
          </a:endParaRPr>
        </a:p>
      </dsp:txBody>
      <dsp:txXfrm>
        <a:off x="423357" y="288480"/>
        <a:ext cx="7262698" cy="474598"/>
      </dsp:txXfrm>
    </dsp:sp>
    <dsp:sp modelId="{CC93A838-7F06-473C-9D17-B7DD6B8729D9}">
      <dsp:nvSpPr>
        <dsp:cNvPr id="0" name=""/>
        <dsp:cNvSpPr/>
      </dsp:nvSpPr>
      <dsp:spPr>
        <a:xfrm>
          <a:off x="93072" y="203360"/>
          <a:ext cx="657435" cy="6574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E2F0D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BD87AE-8A2A-432B-8F0E-435C470837FB}">
      <dsp:nvSpPr>
        <dsp:cNvPr id="0" name=""/>
        <dsp:cNvSpPr/>
      </dsp:nvSpPr>
      <dsp:spPr>
        <a:xfrm>
          <a:off x="774561" y="1051475"/>
          <a:ext cx="6937169" cy="525948"/>
        </a:xfrm>
        <a:prstGeom prst="roundRect">
          <a:avLst/>
        </a:prstGeom>
        <a:solidFill>
          <a:schemeClr val="accent6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7471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>
              <a:solidFill>
                <a:schemeClr val="accent6">
                  <a:lumMod val="75000"/>
                </a:schemeClr>
              </a:solidFill>
            </a:rPr>
            <a:t>Tuân</a:t>
          </a:r>
          <a:r>
            <a:rPr lang="en-US" sz="1400" kern="1200" dirty="0">
              <a:solidFill>
                <a:schemeClr val="accent6">
                  <a:lumMod val="75000"/>
                </a:schemeClr>
              </a:solidFill>
            </a:rPr>
            <a:t> </a:t>
          </a:r>
          <a:r>
            <a:rPr lang="en-US" sz="1400" kern="1200" dirty="0" err="1">
              <a:solidFill>
                <a:schemeClr val="accent6">
                  <a:lumMod val="75000"/>
                </a:schemeClr>
              </a:solidFill>
            </a:rPr>
            <a:t>thủ</a:t>
          </a:r>
          <a:r>
            <a:rPr lang="en-US" sz="1400" kern="1200" dirty="0">
              <a:solidFill>
                <a:schemeClr val="accent6">
                  <a:lumMod val="75000"/>
                </a:schemeClr>
              </a:solidFill>
            </a:rPr>
            <a:t> </a:t>
          </a:r>
          <a:r>
            <a:rPr lang="en-US" sz="1400" kern="1200" dirty="0" err="1">
              <a:solidFill>
                <a:schemeClr val="accent6">
                  <a:lumMod val="75000"/>
                </a:schemeClr>
              </a:solidFill>
            </a:rPr>
            <a:t>quy</a:t>
          </a:r>
          <a:r>
            <a:rPr lang="en-US" sz="1400" kern="1200" dirty="0">
              <a:solidFill>
                <a:schemeClr val="accent6">
                  <a:lumMod val="75000"/>
                </a:schemeClr>
              </a:solidFill>
            </a:rPr>
            <a:t> </a:t>
          </a:r>
          <a:r>
            <a:rPr lang="en-US" sz="1400" kern="1200" dirty="0" err="1">
              <a:solidFill>
                <a:schemeClr val="accent6">
                  <a:lumMod val="75000"/>
                </a:schemeClr>
              </a:solidFill>
            </a:rPr>
            <a:t>định</a:t>
          </a:r>
          <a:r>
            <a:rPr lang="en-US" sz="1400" kern="1200" dirty="0">
              <a:solidFill>
                <a:schemeClr val="accent6">
                  <a:lumMod val="75000"/>
                </a:schemeClr>
              </a:solidFill>
            </a:rPr>
            <a:t> </a:t>
          </a:r>
          <a:r>
            <a:rPr lang="en-US" sz="1400" kern="1200" dirty="0" err="1">
              <a:solidFill>
                <a:schemeClr val="accent6">
                  <a:lumMod val="75000"/>
                </a:schemeClr>
              </a:solidFill>
            </a:rPr>
            <a:t>pháp</a:t>
          </a:r>
          <a:r>
            <a:rPr lang="en-US" sz="1400" kern="1200" dirty="0">
              <a:solidFill>
                <a:schemeClr val="accent6">
                  <a:lumMod val="75000"/>
                </a:schemeClr>
              </a:solidFill>
            </a:rPr>
            <a:t> </a:t>
          </a:r>
          <a:r>
            <a:rPr lang="en-US" sz="1400" kern="1200" dirty="0" err="1">
              <a:solidFill>
                <a:schemeClr val="accent6">
                  <a:lumMod val="75000"/>
                </a:schemeClr>
              </a:solidFill>
            </a:rPr>
            <a:t>luật</a:t>
          </a:r>
          <a:endParaRPr lang="en-US" sz="1400" kern="1200" dirty="0">
            <a:solidFill>
              <a:schemeClr val="accent6">
                <a:lumMod val="75000"/>
              </a:schemeClr>
            </a:solidFill>
          </a:endParaRPr>
        </a:p>
      </dsp:txBody>
      <dsp:txXfrm>
        <a:off x="800236" y="1077150"/>
        <a:ext cx="6885819" cy="474598"/>
      </dsp:txXfrm>
    </dsp:sp>
    <dsp:sp modelId="{80BDF817-9A6B-4C58-8912-0BC8F2784D03}">
      <dsp:nvSpPr>
        <dsp:cNvPr id="0" name=""/>
        <dsp:cNvSpPr/>
      </dsp:nvSpPr>
      <dsp:spPr>
        <a:xfrm>
          <a:off x="445843" y="985732"/>
          <a:ext cx="657435" cy="6574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C5E0B4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1102FA-4AF8-4DC8-AF1E-F141C70D95A1}">
      <dsp:nvSpPr>
        <dsp:cNvPr id="0" name=""/>
        <dsp:cNvSpPr/>
      </dsp:nvSpPr>
      <dsp:spPr>
        <a:xfrm>
          <a:off x="890232" y="1840145"/>
          <a:ext cx="6821498" cy="525948"/>
        </a:xfrm>
        <a:prstGeom prst="roundRect">
          <a:avLst/>
        </a:prstGeom>
        <a:solidFill>
          <a:schemeClr val="accent6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7471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>
              <a:solidFill>
                <a:schemeClr val="accent6">
                  <a:lumMod val="75000"/>
                </a:schemeClr>
              </a:solidFill>
            </a:rPr>
            <a:t>Có</a:t>
          </a:r>
          <a:r>
            <a:rPr lang="en-US" sz="1400" kern="1200" dirty="0">
              <a:solidFill>
                <a:schemeClr val="accent6">
                  <a:lumMod val="75000"/>
                </a:schemeClr>
              </a:solidFill>
            </a:rPr>
            <a:t> </a:t>
          </a:r>
          <a:r>
            <a:rPr lang="en-US" sz="1400" kern="1200" dirty="0" err="1">
              <a:solidFill>
                <a:schemeClr val="accent6">
                  <a:lumMod val="75000"/>
                </a:schemeClr>
              </a:solidFill>
            </a:rPr>
            <a:t>bộ</a:t>
          </a:r>
          <a:r>
            <a:rPr lang="en-US" sz="1400" kern="1200" dirty="0">
              <a:solidFill>
                <a:schemeClr val="accent6">
                  <a:lumMod val="75000"/>
                </a:schemeClr>
              </a:solidFill>
            </a:rPr>
            <a:t> </a:t>
          </a:r>
          <a:r>
            <a:rPr lang="en-US" sz="1400" kern="1200" dirty="0" err="1">
              <a:solidFill>
                <a:schemeClr val="accent6">
                  <a:lumMod val="75000"/>
                </a:schemeClr>
              </a:solidFill>
            </a:rPr>
            <a:t>phận</a:t>
          </a:r>
          <a:r>
            <a:rPr lang="en-US" sz="1400" kern="1200" dirty="0">
              <a:solidFill>
                <a:schemeClr val="accent6">
                  <a:lumMod val="75000"/>
                </a:schemeClr>
              </a:solidFill>
            </a:rPr>
            <a:t> </a:t>
          </a:r>
          <a:r>
            <a:rPr lang="en-US" sz="1400" kern="1200" dirty="0" err="1">
              <a:solidFill>
                <a:schemeClr val="accent6">
                  <a:lumMod val="75000"/>
                </a:schemeClr>
              </a:solidFill>
            </a:rPr>
            <a:t>chuyên</a:t>
          </a:r>
          <a:r>
            <a:rPr lang="en-US" sz="1400" kern="1200" dirty="0">
              <a:solidFill>
                <a:schemeClr val="accent6">
                  <a:lumMod val="75000"/>
                </a:schemeClr>
              </a:solidFill>
            </a:rPr>
            <a:t> </a:t>
          </a:r>
          <a:r>
            <a:rPr lang="en-US" sz="1400" kern="1200" dirty="0" err="1">
              <a:solidFill>
                <a:schemeClr val="accent6">
                  <a:lumMod val="75000"/>
                </a:schemeClr>
              </a:solidFill>
            </a:rPr>
            <a:t>trách</a:t>
          </a:r>
          <a:r>
            <a:rPr lang="en-US" sz="1400" kern="1200" dirty="0">
              <a:solidFill>
                <a:schemeClr val="accent6">
                  <a:lumMod val="75000"/>
                </a:schemeClr>
              </a:solidFill>
            </a:rPr>
            <a:t> </a:t>
          </a:r>
          <a:r>
            <a:rPr lang="en-US" sz="1400" kern="1200" dirty="0" err="1">
              <a:solidFill>
                <a:schemeClr val="accent6">
                  <a:lumMod val="75000"/>
                </a:schemeClr>
              </a:solidFill>
            </a:rPr>
            <a:t>thực</a:t>
          </a:r>
          <a:r>
            <a:rPr lang="en-US" sz="1400" kern="1200" dirty="0">
              <a:solidFill>
                <a:schemeClr val="accent6">
                  <a:lumMod val="75000"/>
                </a:schemeClr>
              </a:solidFill>
            </a:rPr>
            <a:t> </a:t>
          </a:r>
          <a:r>
            <a:rPr lang="en-US" sz="1400" kern="1200" dirty="0" err="1">
              <a:solidFill>
                <a:schemeClr val="accent6">
                  <a:lumMod val="75000"/>
                </a:schemeClr>
              </a:solidFill>
            </a:rPr>
            <a:t>hiện</a:t>
          </a:r>
          <a:r>
            <a:rPr lang="en-US" sz="1400" kern="1200" dirty="0">
              <a:solidFill>
                <a:schemeClr val="accent6">
                  <a:lumMod val="75000"/>
                </a:schemeClr>
              </a:solidFill>
            </a:rPr>
            <a:t> </a:t>
          </a:r>
          <a:r>
            <a:rPr lang="en-US" sz="1400" kern="1200" dirty="0" err="1">
              <a:solidFill>
                <a:schemeClr val="accent6">
                  <a:lumMod val="75000"/>
                </a:schemeClr>
              </a:solidFill>
            </a:rPr>
            <a:t>nhiệm</a:t>
          </a:r>
          <a:r>
            <a:rPr lang="en-US" sz="1400" kern="1200" dirty="0">
              <a:solidFill>
                <a:schemeClr val="accent6">
                  <a:lumMod val="75000"/>
                </a:schemeClr>
              </a:solidFill>
            </a:rPr>
            <a:t> </a:t>
          </a:r>
          <a:r>
            <a:rPr lang="en-US" sz="1400" kern="1200" dirty="0" err="1">
              <a:solidFill>
                <a:schemeClr val="accent6">
                  <a:lumMod val="75000"/>
                </a:schemeClr>
              </a:solidFill>
            </a:rPr>
            <a:t>vụ</a:t>
          </a:r>
          <a:endParaRPr lang="en-US" sz="1400" kern="1200" dirty="0">
            <a:solidFill>
              <a:schemeClr val="accent6">
                <a:lumMod val="75000"/>
              </a:schemeClr>
            </a:solidFill>
          </a:endParaRPr>
        </a:p>
      </dsp:txBody>
      <dsp:txXfrm>
        <a:off x="915907" y="1865820"/>
        <a:ext cx="6770148" cy="474598"/>
      </dsp:txXfrm>
    </dsp:sp>
    <dsp:sp modelId="{C709EC4B-4EDA-4C9A-91BE-D68163C49C04}">
      <dsp:nvSpPr>
        <dsp:cNvPr id="0" name=""/>
        <dsp:cNvSpPr/>
      </dsp:nvSpPr>
      <dsp:spPr>
        <a:xfrm>
          <a:off x="561515" y="1774402"/>
          <a:ext cx="657435" cy="6574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A9D18E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4777BB-4E6D-4BDB-91C1-63B1EF590307}">
      <dsp:nvSpPr>
        <dsp:cNvPr id="0" name=""/>
        <dsp:cNvSpPr/>
      </dsp:nvSpPr>
      <dsp:spPr>
        <a:xfrm>
          <a:off x="774561" y="2628815"/>
          <a:ext cx="6937169" cy="525948"/>
        </a:xfrm>
        <a:prstGeom prst="roundRect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7471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>
              <a:solidFill>
                <a:schemeClr val="bg1"/>
              </a:solidFill>
            </a:rPr>
            <a:t>Tách</a:t>
          </a:r>
          <a:r>
            <a:rPr lang="en-US" sz="1400" kern="1200" dirty="0">
              <a:solidFill>
                <a:schemeClr val="bg1"/>
              </a:solidFill>
            </a:rPr>
            <a:t> </a:t>
          </a:r>
          <a:r>
            <a:rPr lang="en-US" sz="1400" kern="1200" dirty="0" err="1">
              <a:solidFill>
                <a:schemeClr val="bg1"/>
              </a:solidFill>
            </a:rPr>
            <a:t>biệt</a:t>
          </a:r>
          <a:r>
            <a:rPr lang="en-US" sz="1400" kern="1200" dirty="0">
              <a:solidFill>
                <a:schemeClr val="bg1"/>
              </a:solidFill>
            </a:rPr>
            <a:t> </a:t>
          </a:r>
          <a:r>
            <a:rPr lang="en-US" sz="1400" kern="1200" dirty="0" err="1">
              <a:solidFill>
                <a:schemeClr val="bg1"/>
              </a:solidFill>
            </a:rPr>
            <a:t>tài</a:t>
          </a:r>
          <a:r>
            <a:rPr lang="en-US" sz="1400" kern="1200" dirty="0">
              <a:solidFill>
                <a:schemeClr val="bg1"/>
              </a:solidFill>
            </a:rPr>
            <a:t> </a:t>
          </a:r>
          <a:r>
            <a:rPr lang="en-US" sz="1400" kern="1200" dirty="0" err="1">
              <a:solidFill>
                <a:schemeClr val="bg1"/>
              </a:solidFill>
            </a:rPr>
            <a:t>sản</a:t>
          </a:r>
          <a:r>
            <a:rPr lang="en-US" sz="1400" kern="1200" dirty="0">
              <a:solidFill>
                <a:schemeClr val="bg1"/>
              </a:solidFill>
            </a:rPr>
            <a:t> </a:t>
          </a:r>
          <a:r>
            <a:rPr lang="en-US" sz="1400" kern="1200" dirty="0" err="1">
              <a:solidFill>
                <a:schemeClr val="bg1"/>
              </a:solidFill>
            </a:rPr>
            <a:t>của</a:t>
          </a:r>
          <a:r>
            <a:rPr lang="en-US" sz="1400" kern="1200" dirty="0">
              <a:solidFill>
                <a:schemeClr val="bg1"/>
              </a:solidFill>
            </a:rPr>
            <a:t> </a:t>
          </a:r>
          <a:r>
            <a:rPr lang="en-US" sz="1400" kern="1200" dirty="0" err="1">
              <a:solidFill>
                <a:schemeClr val="bg1"/>
              </a:solidFill>
            </a:rPr>
            <a:t>quỹ</a:t>
          </a:r>
          <a:r>
            <a:rPr lang="en-US" sz="1400" kern="1200" dirty="0">
              <a:solidFill>
                <a:schemeClr val="bg1"/>
              </a:solidFill>
            </a:rPr>
            <a:t> </a:t>
          </a:r>
          <a:r>
            <a:rPr lang="en-US" sz="1400" kern="1200" dirty="0" err="1">
              <a:solidFill>
                <a:schemeClr val="bg1"/>
              </a:solidFill>
            </a:rPr>
            <a:t>với</a:t>
          </a:r>
          <a:r>
            <a:rPr lang="en-US" sz="1400" kern="1200" dirty="0">
              <a:solidFill>
                <a:schemeClr val="bg1"/>
              </a:solidFill>
            </a:rPr>
            <a:t> </a:t>
          </a:r>
          <a:r>
            <a:rPr lang="en-US" sz="1400" kern="1200" dirty="0" err="1">
              <a:solidFill>
                <a:schemeClr val="bg1"/>
              </a:solidFill>
            </a:rPr>
            <a:t>tài</a:t>
          </a:r>
          <a:r>
            <a:rPr lang="en-US" sz="1400" kern="1200" dirty="0">
              <a:solidFill>
                <a:schemeClr val="bg1"/>
              </a:solidFill>
            </a:rPr>
            <a:t> </a:t>
          </a:r>
          <a:r>
            <a:rPr lang="en-US" sz="1400" kern="1200" dirty="0" err="1">
              <a:solidFill>
                <a:schemeClr val="bg1"/>
              </a:solidFill>
            </a:rPr>
            <a:t>sản</a:t>
          </a:r>
          <a:r>
            <a:rPr lang="en-US" sz="1400" kern="1200" dirty="0">
              <a:solidFill>
                <a:schemeClr val="bg1"/>
              </a:solidFill>
            </a:rPr>
            <a:t> </a:t>
          </a:r>
          <a:r>
            <a:rPr lang="en-US" sz="1400" kern="1200" dirty="0" err="1">
              <a:solidFill>
                <a:schemeClr val="bg1"/>
              </a:solidFill>
            </a:rPr>
            <a:t>của</a:t>
          </a:r>
          <a:r>
            <a:rPr lang="en-US" sz="1400" kern="1200" dirty="0">
              <a:solidFill>
                <a:schemeClr val="bg1"/>
              </a:solidFill>
            </a:rPr>
            <a:t> </a:t>
          </a:r>
          <a:r>
            <a:rPr lang="en-US" sz="1400" kern="1200" dirty="0" err="1">
              <a:solidFill>
                <a:schemeClr val="bg1"/>
              </a:solidFill>
            </a:rPr>
            <a:t>NHGS</a:t>
          </a:r>
          <a:r>
            <a:rPr lang="en-US" sz="1400" kern="1200" dirty="0">
              <a:solidFill>
                <a:schemeClr val="bg1"/>
              </a:solidFill>
            </a:rPr>
            <a:t>/</a:t>
          </a:r>
          <a:r>
            <a:rPr lang="en-US" sz="1400" kern="1200" dirty="0" err="1">
              <a:solidFill>
                <a:schemeClr val="bg1"/>
              </a:solidFill>
            </a:rPr>
            <a:t>công</a:t>
          </a:r>
          <a:r>
            <a:rPr lang="en-US" sz="1400" kern="1200" dirty="0">
              <a:solidFill>
                <a:schemeClr val="bg1"/>
              </a:solidFill>
            </a:rPr>
            <a:t> ty </a:t>
          </a:r>
          <a:r>
            <a:rPr lang="en-US" sz="1400" kern="1200" dirty="0" err="1">
              <a:solidFill>
                <a:schemeClr val="bg1"/>
              </a:solidFill>
            </a:rPr>
            <a:t>QLQ</a:t>
          </a:r>
          <a:r>
            <a:rPr lang="en-US" sz="1400" kern="1200" dirty="0">
              <a:solidFill>
                <a:schemeClr val="bg1"/>
              </a:solidFill>
            </a:rPr>
            <a:t>/</a:t>
          </a:r>
          <a:r>
            <a:rPr lang="en-US" sz="1400" kern="1200" dirty="0" err="1">
              <a:solidFill>
                <a:schemeClr val="bg1"/>
              </a:solidFill>
            </a:rPr>
            <a:t>quỹ</a:t>
          </a:r>
          <a:r>
            <a:rPr lang="en-US" sz="1400" kern="1200" dirty="0">
              <a:solidFill>
                <a:schemeClr val="bg1"/>
              </a:solidFill>
            </a:rPr>
            <a:t> </a:t>
          </a:r>
          <a:r>
            <a:rPr lang="en-US" sz="1400" kern="1200" dirty="0" err="1">
              <a:solidFill>
                <a:schemeClr val="bg1"/>
              </a:solidFill>
            </a:rPr>
            <a:t>đầu</a:t>
          </a:r>
          <a:r>
            <a:rPr lang="en-US" sz="1400" kern="1200" dirty="0">
              <a:solidFill>
                <a:schemeClr val="bg1"/>
              </a:solidFill>
            </a:rPr>
            <a:t> </a:t>
          </a:r>
          <a:r>
            <a:rPr lang="en-US" sz="1400" kern="1200" dirty="0" err="1">
              <a:solidFill>
                <a:schemeClr val="bg1"/>
              </a:solidFill>
            </a:rPr>
            <a:t>tư</a:t>
          </a:r>
          <a:r>
            <a:rPr lang="en-US" sz="1400" kern="1200" dirty="0">
              <a:solidFill>
                <a:schemeClr val="bg1"/>
              </a:solidFill>
            </a:rPr>
            <a:t> </a:t>
          </a:r>
          <a:r>
            <a:rPr lang="en-US" sz="1400" kern="1200" dirty="0" err="1">
              <a:solidFill>
                <a:schemeClr val="bg1"/>
              </a:solidFill>
            </a:rPr>
            <a:t>khác</a:t>
          </a:r>
          <a:endParaRPr lang="en-US" sz="1400" kern="1200" dirty="0">
            <a:solidFill>
              <a:schemeClr val="bg1"/>
            </a:solidFill>
          </a:endParaRPr>
        </a:p>
      </dsp:txBody>
      <dsp:txXfrm>
        <a:off x="800236" y="2654490"/>
        <a:ext cx="6885819" cy="474598"/>
      </dsp:txXfrm>
    </dsp:sp>
    <dsp:sp modelId="{146D1A97-2989-4252-AEB8-1BF06DC98A2B}">
      <dsp:nvSpPr>
        <dsp:cNvPr id="0" name=""/>
        <dsp:cNvSpPr/>
      </dsp:nvSpPr>
      <dsp:spPr>
        <a:xfrm>
          <a:off x="445843" y="2563072"/>
          <a:ext cx="657435" cy="6574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54823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A82B9E-20C1-4764-B6EA-F35C47DA3246}">
      <dsp:nvSpPr>
        <dsp:cNvPr id="0" name=""/>
        <dsp:cNvSpPr/>
      </dsp:nvSpPr>
      <dsp:spPr>
        <a:xfrm>
          <a:off x="397682" y="3417485"/>
          <a:ext cx="7314048" cy="525948"/>
        </a:xfrm>
        <a:prstGeom prst="roundRect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7471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Không</a:t>
          </a:r>
          <a:r>
            <a:rPr lang="en-US" sz="1400" kern="1200" dirty="0"/>
            <a:t> </a:t>
          </a:r>
          <a:r>
            <a:rPr lang="en-US" sz="1400" kern="1200" dirty="0" err="1"/>
            <a:t>được</a:t>
          </a:r>
          <a:r>
            <a:rPr lang="en-US" sz="1400" kern="1200" dirty="0"/>
            <a:t> </a:t>
          </a:r>
          <a:r>
            <a:rPr lang="en-US" sz="1400" kern="1200" dirty="0" err="1"/>
            <a:t>nhận</a:t>
          </a:r>
          <a:r>
            <a:rPr lang="en-US" sz="1400" kern="1200" dirty="0"/>
            <a:t> </a:t>
          </a:r>
          <a:r>
            <a:rPr lang="en-US" sz="1400" kern="1200" dirty="0" err="1"/>
            <a:t>bất</a:t>
          </a:r>
          <a:r>
            <a:rPr lang="en-US" sz="1400" kern="1200" dirty="0"/>
            <a:t> </a:t>
          </a:r>
          <a:r>
            <a:rPr lang="en-US" sz="1400" kern="1200" dirty="0" err="1"/>
            <a:t>kỳ</a:t>
          </a:r>
          <a:r>
            <a:rPr lang="en-US" sz="1400" kern="1200" dirty="0"/>
            <a:t> </a:t>
          </a:r>
          <a:r>
            <a:rPr lang="en-US" sz="1400" kern="1200" dirty="0" err="1"/>
            <a:t>lợi</a:t>
          </a:r>
          <a:r>
            <a:rPr lang="en-US" sz="1400" kern="1200" dirty="0"/>
            <a:t> </a:t>
          </a:r>
          <a:r>
            <a:rPr lang="en-US" sz="1400" kern="1200" dirty="0" err="1"/>
            <a:t>ích</a:t>
          </a:r>
          <a:r>
            <a:rPr lang="en-US" sz="1400" kern="1200" dirty="0"/>
            <a:t> </a:t>
          </a:r>
          <a:r>
            <a:rPr lang="en-US" sz="1400" kern="1200" dirty="0" err="1"/>
            <a:t>không</a:t>
          </a:r>
          <a:r>
            <a:rPr lang="en-US" sz="1400" kern="1200" dirty="0"/>
            <a:t> </a:t>
          </a:r>
          <a:r>
            <a:rPr lang="en-US" sz="1400" kern="1200" dirty="0" err="1"/>
            <a:t>chính</a:t>
          </a:r>
          <a:r>
            <a:rPr lang="en-US" sz="1400" kern="1200" dirty="0"/>
            <a:t> </a:t>
          </a:r>
          <a:r>
            <a:rPr lang="en-US" sz="1400" kern="1200" dirty="0" err="1"/>
            <a:t>đáng</a:t>
          </a:r>
          <a:r>
            <a:rPr lang="en-US" sz="1400" kern="1200" dirty="0"/>
            <a:t>, </a:t>
          </a:r>
          <a:r>
            <a:rPr lang="en-US" sz="1400" kern="1200" dirty="0" err="1"/>
            <a:t>không</a:t>
          </a:r>
          <a:r>
            <a:rPr lang="en-US" sz="1400" kern="1200" dirty="0"/>
            <a:t> </a:t>
          </a:r>
          <a:r>
            <a:rPr lang="en-US" sz="1400" kern="1200" dirty="0" err="1"/>
            <a:t>hợp</a:t>
          </a:r>
          <a:r>
            <a:rPr lang="en-US" sz="1400" kern="1200" dirty="0"/>
            <a:t> </a:t>
          </a:r>
          <a:r>
            <a:rPr lang="en-US" sz="1400" kern="1200" dirty="0" err="1"/>
            <a:t>pháp</a:t>
          </a:r>
          <a:endParaRPr lang="en-US" sz="1400" kern="1200" dirty="0"/>
        </a:p>
      </dsp:txBody>
      <dsp:txXfrm>
        <a:off x="423357" y="3443160"/>
        <a:ext cx="7262698" cy="474598"/>
      </dsp:txXfrm>
    </dsp:sp>
    <dsp:sp modelId="{101A1F9A-4937-45FE-B89B-E269425BDF8F}">
      <dsp:nvSpPr>
        <dsp:cNvPr id="0" name=""/>
        <dsp:cNvSpPr/>
      </dsp:nvSpPr>
      <dsp:spPr>
        <a:xfrm>
          <a:off x="68964" y="3351742"/>
          <a:ext cx="657435" cy="6574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38572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70C4F0-7CB6-4ADA-80B9-0F4093136785}">
      <dsp:nvSpPr>
        <dsp:cNvPr id="0" name=""/>
        <dsp:cNvSpPr/>
      </dsp:nvSpPr>
      <dsp:spPr>
        <a:xfrm>
          <a:off x="1116" y="1371823"/>
          <a:ext cx="1828353" cy="1828353"/>
        </a:xfrm>
        <a:prstGeom prst="ellipse">
          <a:avLst/>
        </a:prstGeom>
        <a:gradFill rotWithShape="0">
          <a:gsLst>
            <a:gs pos="0">
              <a:schemeClr val="accent5">
                <a:alpha val="5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alpha val="5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alpha val="5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00620" tIns="25400" rIns="10062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Marketing </a:t>
          </a:r>
          <a:r>
            <a:rPr lang="en-US" sz="2000" kern="1200" dirty="0" err="1"/>
            <a:t>và</a:t>
          </a:r>
          <a:r>
            <a:rPr lang="en-US" sz="2000" kern="1200" dirty="0"/>
            <a:t> </a:t>
          </a:r>
          <a:r>
            <a:rPr lang="en-US" sz="2000" kern="1200" dirty="0" err="1"/>
            <a:t>Phân</a:t>
          </a:r>
          <a:r>
            <a:rPr lang="en-US" sz="2000" kern="1200" dirty="0"/>
            <a:t> </a:t>
          </a:r>
          <a:r>
            <a:rPr lang="en-US" sz="2000" kern="1200" dirty="0" err="1"/>
            <a:t>phối</a:t>
          </a:r>
          <a:r>
            <a:rPr lang="en-US" sz="2000" kern="1200" dirty="0"/>
            <a:t> CCQ</a:t>
          </a:r>
          <a:endParaRPr lang="vi-VN" sz="2000" kern="1200" dirty="0"/>
        </a:p>
      </dsp:txBody>
      <dsp:txXfrm>
        <a:off x="268872" y="1639579"/>
        <a:ext cx="1292841" cy="1292841"/>
      </dsp:txXfrm>
    </dsp:sp>
    <dsp:sp modelId="{E9EBB867-420D-46CD-BDC0-328D0F86EE3C}">
      <dsp:nvSpPr>
        <dsp:cNvPr id="0" name=""/>
        <dsp:cNvSpPr/>
      </dsp:nvSpPr>
      <dsp:spPr>
        <a:xfrm>
          <a:off x="1463799" y="1371823"/>
          <a:ext cx="1828353" cy="1828353"/>
        </a:xfrm>
        <a:prstGeom prst="ellipse">
          <a:avLst/>
        </a:prstGeom>
        <a:gradFill rotWithShape="0">
          <a:gsLst>
            <a:gs pos="0">
              <a:schemeClr val="accent5">
                <a:alpha val="50000"/>
                <a:hueOff val="-1470669"/>
                <a:satOff val="-2046"/>
                <a:lumOff val="-78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alpha val="50000"/>
                <a:hueOff val="-1470669"/>
                <a:satOff val="-2046"/>
                <a:lumOff val="-78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alpha val="50000"/>
                <a:hueOff val="-1470669"/>
                <a:satOff val="-2046"/>
                <a:lumOff val="-78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00620" tIns="25400" rIns="10062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IT&amp;Hệ</a:t>
          </a:r>
          <a:r>
            <a:rPr lang="en-US" sz="2000" kern="1200" dirty="0"/>
            <a:t> </a:t>
          </a:r>
          <a:r>
            <a:rPr lang="en-US" sz="2000" kern="1200" dirty="0" err="1"/>
            <a:t>thống</a:t>
          </a:r>
          <a:r>
            <a:rPr lang="en-US" sz="2000" kern="1200" dirty="0"/>
            <a:t> </a:t>
          </a:r>
          <a:r>
            <a:rPr lang="en-US" sz="2000" kern="1200" dirty="0" err="1"/>
            <a:t>phụ</a:t>
          </a:r>
          <a:r>
            <a:rPr lang="en-US" sz="2000" kern="1200" dirty="0"/>
            <a:t> </a:t>
          </a:r>
          <a:r>
            <a:rPr lang="en-US" sz="2000" kern="1200" dirty="0" err="1"/>
            <a:t>trợ</a:t>
          </a:r>
          <a:endParaRPr lang="vi-VN" sz="2000" kern="1200" dirty="0"/>
        </a:p>
      </dsp:txBody>
      <dsp:txXfrm>
        <a:off x="1731555" y="1639579"/>
        <a:ext cx="1292841" cy="1292841"/>
      </dsp:txXfrm>
    </dsp:sp>
    <dsp:sp modelId="{E12FEB9B-9301-4EF8-8F8A-DFA28F920673}">
      <dsp:nvSpPr>
        <dsp:cNvPr id="0" name=""/>
        <dsp:cNvSpPr/>
      </dsp:nvSpPr>
      <dsp:spPr>
        <a:xfrm>
          <a:off x="2926481" y="1371823"/>
          <a:ext cx="1828353" cy="1828353"/>
        </a:xfrm>
        <a:prstGeom prst="ellipse">
          <a:avLst/>
        </a:prstGeom>
        <a:gradFill rotWithShape="0">
          <a:gsLst>
            <a:gs pos="0">
              <a:schemeClr val="accent5">
                <a:alpha val="50000"/>
                <a:hueOff val="-2941338"/>
                <a:satOff val="-4091"/>
                <a:lumOff val="-1569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alpha val="50000"/>
                <a:hueOff val="-2941338"/>
                <a:satOff val="-4091"/>
                <a:lumOff val="-1569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alpha val="50000"/>
                <a:hueOff val="-2941338"/>
                <a:satOff val="-4091"/>
                <a:lumOff val="-1569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00620" tIns="25400" rIns="10062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Pháp</a:t>
          </a:r>
          <a:r>
            <a:rPr lang="en-US" sz="2000" kern="1200" dirty="0"/>
            <a:t> </a:t>
          </a:r>
          <a:r>
            <a:rPr lang="en-US" sz="2000" kern="1200" dirty="0" err="1"/>
            <a:t>lý</a:t>
          </a:r>
          <a:r>
            <a:rPr lang="en-US" sz="2000" kern="1200" dirty="0"/>
            <a:t> </a:t>
          </a:r>
          <a:r>
            <a:rPr lang="en-US" sz="2000" kern="1200" dirty="0" err="1"/>
            <a:t>và</a:t>
          </a:r>
          <a:r>
            <a:rPr lang="en-US" sz="2000" kern="1200" dirty="0"/>
            <a:t> </a:t>
          </a:r>
          <a:r>
            <a:rPr lang="en-US" sz="2000" kern="1200" dirty="0" err="1"/>
            <a:t>tuân</a:t>
          </a:r>
          <a:r>
            <a:rPr lang="en-US" sz="2000" kern="1200" dirty="0"/>
            <a:t> </a:t>
          </a:r>
          <a:r>
            <a:rPr lang="en-US" sz="2000" kern="1200" dirty="0" err="1"/>
            <a:t>thủ</a:t>
          </a:r>
          <a:endParaRPr lang="vi-VN" sz="2000" kern="1200" dirty="0"/>
        </a:p>
      </dsp:txBody>
      <dsp:txXfrm>
        <a:off x="3194237" y="1639579"/>
        <a:ext cx="1292841" cy="1292841"/>
      </dsp:txXfrm>
    </dsp:sp>
    <dsp:sp modelId="{2C905BEE-85F6-4BDA-9B4E-A4B4AB474DC8}">
      <dsp:nvSpPr>
        <dsp:cNvPr id="0" name=""/>
        <dsp:cNvSpPr/>
      </dsp:nvSpPr>
      <dsp:spPr>
        <a:xfrm>
          <a:off x="4389164" y="1371823"/>
          <a:ext cx="1828353" cy="1828353"/>
        </a:xfrm>
        <a:prstGeom prst="ellipse">
          <a:avLst/>
        </a:prstGeom>
        <a:gradFill rotWithShape="0">
          <a:gsLst>
            <a:gs pos="0">
              <a:schemeClr val="accent5">
                <a:alpha val="50000"/>
                <a:hueOff val="-4412007"/>
                <a:satOff val="-6137"/>
                <a:lumOff val="-2353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alpha val="50000"/>
                <a:hueOff val="-4412007"/>
                <a:satOff val="-6137"/>
                <a:lumOff val="-2353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alpha val="50000"/>
                <a:hueOff val="-4412007"/>
                <a:satOff val="-6137"/>
                <a:lumOff val="-2353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00620" tIns="25400" rIns="10062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Lưu</a:t>
          </a:r>
          <a:r>
            <a:rPr lang="en-US" sz="2000" kern="1200" dirty="0"/>
            <a:t> </a:t>
          </a:r>
          <a:r>
            <a:rPr lang="en-US" sz="2000" kern="1200" dirty="0" err="1"/>
            <a:t>ký&amp;Đăng</a:t>
          </a:r>
          <a:r>
            <a:rPr lang="en-US" sz="2000" kern="1200" dirty="0"/>
            <a:t> </a:t>
          </a:r>
          <a:r>
            <a:rPr lang="en-US" sz="2000" kern="1200" dirty="0" err="1"/>
            <a:t>ký</a:t>
          </a:r>
          <a:r>
            <a:rPr lang="en-US" sz="2000" kern="1200" dirty="0"/>
            <a:t> </a:t>
          </a:r>
          <a:r>
            <a:rPr lang="en-US" sz="2000" kern="1200" dirty="0" err="1"/>
            <a:t>ccq</a:t>
          </a:r>
          <a:endParaRPr lang="vi-VN" sz="2000" kern="1200" dirty="0"/>
        </a:p>
      </dsp:txBody>
      <dsp:txXfrm>
        <a:off x="4656920" y="1639579"/>
        <a:ext cx="1292841" cy="1292841"/>
      </dsp:txXfrm>
    </dsp:sp>
    <dsp:sp modelId="{F3DF3456-8A22-4A59-8DAD-3CB78A408031}">
      <dsp:nvSpPr>
        <dsp:cNvPr id="0" name=""/>
        <dsp:cNvSpPr/>
      </dsp:nvSpPr>
      <dsp:spPr>
        <a:xfrm>
          <a:off x="5851847" y="1371823"/>
          <a:ext cx="1828353" cy="1828353"/>
        </a:xfrm>
        <a:prstGeom prst="ellipse">
          <a:avLst/>
        </a:prstGeom>
        <a:gradFill rotWithShape="0">
          <a:gsLst>
            <a:gs pos="0">
              <a:schemeClr val="accent5">
                <a:alpha val="50000"/>
                <a:hueOff val="-5882676"/>
                <a:satOff val="-8182"/>
                <a:lumOff val="-3138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alpha val="50000"/>
                <a:hueOff val="-5882676"/>
                <a:satOff val="-8182"/>
                <a:lumOff val="-3138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alpha val="50000"/>
                <a:hueOff val="-5882676"/>
                <a:satOff val="-8182"/>
                <a:lumOff val="-3138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00620" tIns="25400" rIns="10062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Kế</a:t>
          </a:r>
          <a:r>
            <a:rPr lang="en-US" sz="2000" kern="1200" dirty="0"/>
            <a:t> </a:t>
          </a:r>
          <a:r>
            <a:rPr lang="en-US" sz="2000" kern="1200" dirty="0" err="1"/>
            <a:t>toán</a:t>
          </a:r>
          <a:r>
            <a:rPr lang="en-US" sz="2000" kern="1200" dirty="0"/>
            <a:t> </a:t>
          </a:r>
          <a:r>
            <a:rPr lang="en-US" sz="2000" kern="1200" dirty="0" err="1"/>
            <a:t>và</a:t>
          </a:r>
          <a:r>
            <a:rPr lang="en-US" sz="2000" kern="1200" dirty="0"/>
            <a:t> </a:t>
          </a:r>
          <a:r>
            <a:rPr lang="en-US" sz="2000" kern="1200" dirty="0" err="1"/>
            <a:t>quản</a:t>
          </a:r>
          <a:r>
            <a:rPr lang="en-US" sz="2000" kern="1200" dirty="0"/>
            <a:t> </a:t>
          </a:r>
          <a:r>
            <a:rPr lang="en-US" sz="2000" kern="1200" dirty="0" err="1"/>
            <a:t>trị</a:t>
          </a:r>
          <a:r>
            <a:rPr lang="en-US" sz="2000" kern="1200" dirty="0"/>
            <a:t> </a:t>
          </a:r>
          <a:r>
            <a:rPr lang="en-US" sz="2000" kern="1200" dirty="0" err="1"/>
            <a:t>quỹ</a:t>
          </a:r>
          <a:endParaRPr lang="vi-VN" sz="2000" kern="1200" dirty="0"/>
        </a:p>
      </dsp:txBody>
      <dsp:txXfrm>
        <a:off x="6119603" y="1639579"/>
        <a:ext cx="1292841" cy="1292841"/>
      </dsp:txXfrm>
    </dsp:sp>
    <dsp:sp modelId="{7F391D9B-140D-4A9D-9CB3-52B81677FCDA}">
      <dsp:nvSpPr>
        <dsp:cNvPr id="0" name=""/>
        <dsp:cNvSpPr/>
      </dsp:nvSpPr>
      <dsp:spPr>
        <a:xfrm>
          <a:off x="7314530" y="1371823"/>
          <a:ext cx="1828353" cy="1828353"/>
        </a:xfrm>
        <a:prstGeom prst="ellipse">
          <a:avLst/>
        </a:prstGeom>
        <a:gradFill rotWithShape="0">
          <a:gsLst>
            <a:gs pos="0">
              <a:schemeClr val="accent5">
                <a:alpha val="50000"/>
                <a:hueOff val="-7353344"/>
                <a:satOff val="-10228"/>
                <a:lumOff val="-3922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alpha val="50000"/>
                <a:hueOff val="-7353344"/>
                <a:satOff val="-10228"/>
                <a:lumOff val="-3922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alpha val="50000"/>
                <a:hueOff val="-7353344"/>
                <a:satOff val="-10228"/>
                <a:lumOff val="-3922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00620" tIns="25400" rIns="10062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Quản</a:t>
          </a:r>
          <a:r>
            <a:rPr lang="en-US" sz="2000" kern="1200" dirty="0"/>
            <a:t> </a:t>
          </a:r>
          <a:r>
            <a:rPr lang="en-US" sz="2000" kern="1200" dirty="0" err="1"/>
            <a:t>lý</a:t>
          </a:r>
          <a:r>
            <a:rPr lang="en-US" sz="2000" kern="1200" dirty="0"/>
            <a:t> </a:t>
          </a:r>
          <a:r>
            <a:rPr lang="en-US" sz="2000" kern="1200" dirty="0" err="1"/>
            <a:t>quỹ</a:t>
          </a:r>
          <a:r>
            <a:rPr lang="en-US" sz="2000" kern="1200" dirty="0"/>
            <a:t> </a:t>
          </a:r>
          <a:r>
            <a:rPr lang="en-US" sz="2000" kern="1200" dirty="0" err="1"/>
            <a:t>và</a:t>
          </a:r>
          <a:r>
            <a:rPr lang="en-US" sz="2000" kern="1200" dirty="0"/>
            <a:t> </a:t>
          </a:r>
          <a:r>
            <a:rPr lang="en-US" sz="2000" kern="1200" dirty="0" err="1"/>
            <a:t>tài</a:t>
          </a:r>
          <a:r>
            <a:rPr lang="en-US" sz="2000" kern="1200" dirty="0"/>
            <a:t> </a:t>
          </a:r>
          <a:r>
            <a:rPr lang="en-US" sz="2000" kern="1200" dirty="0" err="1"/>
            <a:t>sản</a:t>
          </a:r>
          <a:endParaRPr lang="vi-VN" sz="2000" kern="1200" dirty="0"/>
        </a:p>
      </dsp:txBody>
      <dsp:txXfrm>
        <a:off x="7582286" y="1639579"/>
        <a:ext cx="1292841" cy="1292841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939C30-8667-42A9-B1F4-302F5A2D2A37}">
      <dsp:nvSpPr>
        <dsp:cNvPr id="0" name=""/>
        <dsp:cNvSpPr/>
      </dsp:nvSpPr>
      <dsp:spPr>
        <a:xfrm>
          <a:off x="3168173" y="2187350"/>
          <a:ext cx="1791652" cy="179165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QUỸ ĐẦU TƯ CHỨNG KHOÁN</a:t>
          </a:r>
        </a:p>
      </dsp:txBody>
      <dsp:txXfrm>
        <a:off x="3430554" y="2449731"/>
        <a:ext cx="1266890" cy="1266890"/>
      </dsp:txXfrm>
    </dsp:sp>
    <dsp:sp modelId="{BB2A1F9A-A349-43C3-A002-8B8E6AF794A8}">
      <dsp:nvSpPr>
        <dsp:cNvPr id="0" name=""/>
        <dsp:cNvSpPr/>
      </dsp:nvSpPr>
      <dsp:spPr>
        <a:xfrm rot="10800000">
          <a:off x="1350603" y="2827866"/>
          <a:ext cx="1717603" cy="510620"/>
        </a:xfrm>
        <a:prstGeom prst="lef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E66EB1-5241-47EC-8D8D-4449A6259380}">
      <dsp:nvSpPr>
        <dsp:cNvPr id="0" name=""/>
        <dsp:cNvSpPr/>
      </dsp:nvSpPr>
      <dsp:spPr>
        <a:xfrm>
          <a:off x="723525" y="2581514"/>
          <a:ext cx="1254156" cy="100332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TRÌNH ĐỘ PHÁT TRIỂN NỀN KINH TẾ</a:t>
          </a:r>
        </a:p>
      </dsp:txBody>
      <dsp:txXfrm>
        <a:off x="752911" y="2610900"/>
        <a:ext cx="1195384" cy="944553"/>
      </dsp:txXfrm>
    </dsp:sp>
    <dsp:sp modelId="{C1A4FD46-3E05-4DE7-AC72-1BB3FCC8E5DF}">
      <dsp:nvSpPr>
        <dsp:cNvPr id="0" name=""/>
        <dsp:cNvSpPr/>
      </dsp:nvSpPr>
      <dsp:spPr>
        <a:xfrm rot="12960000">
          <a:off x="1704799" y="1737763"/>
          <a:ext cx="1717603" cy="510620"/>
        </a:xfrm>
        <a:prstGeom prst="lef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4A90FB-4FF5-48FB-B1D7-28F6D4D042CE}">
      <dsp:nvSpPr>
        <dsp:cNvPr id="0" name=""/>
        <dsp:cNvSpPr/>
      </dsp:nvSpPr>
      <dsp:spPr>
        <a:xfrm>
          <a:off x="1241738" y="986619"/>
          <a:ext cx="1254156" cy="100332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SỰ PHÁT TRIỂN CỦA TTCK</a:t>
          </a:r>
        </a:p>
      </dsp:txBody>
      <dsp:txXfrm>
        <a:off x="1271124" y="1016005"/>
        <a:ext cx="1195384" cy="944553"/>
      </dsp:txXfrm>
    </dsp:sp>
    <dsp:sp modelId="{BD7B6CC3-FC44-4689-9121-346A6C0F49A7}">
      <dsp:nvSpPr>
        <dsp:cNvPr id="0" name=""/>
        <dsp:cNvSpPr/>
      </dsp:nvSpPr>
      <dsp:spPr>
        <a:xfrm rot="15120000">
          <a:off x="2632097" y="1064042"/>
          <a:ext cx="1717603" cy="510620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2711A3-0172-4492-95A8-A1E62FE9A15A}">
      <dsp:nvSpPr>
        <dsp:cNvPr id="0" name=""/>
        <dsp:cNvSpPr/>
      </dsp:nvSpPr>
      <dsp:spPr>
        <a:xfrm>
          <a:off x="2598436" y="920"/>
          <a:ext cx="1254156" cy="100332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MÔI TRƯỜNG PHÁP LÝ</a:t>
          </a:r>
        </a:p>
      </dsp:txBody>
      <dsp:txXfrm>
        <a:off x="2627822" y="30306"/>
        <a:ext cx="1195384" cy="944553"/>
      </dsp:txXfrm>
    </dsp:sp>
    <dsp:sp modelId="{9C397CE0-D1FD-4216-BECB-1056BA744E57}">
      <dsp:nvSpPr>
        <dsp:cNvPr id="0" name=""/>
        <dsp:cNvSpPr/>
      </dsp:nvSpPr>
      <dsp:spPr>
        <a:xfrm rot="17280000">
          <a:off x="3778299" y="1064042"/>
          <a:ext cx="1717603" cy="510620"/>
        </a:xfrm>
        <a:prstGeom prst="lef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2ABA6A-DD53-4A8E-B5FB-092761B1D58A}">
      <dsp:nvSpPr>
        <dsp:cNvPr id="0" name=""/>
        <dsp:cNvSpPr/>
      </dsp:nvSpPr>
      <dsp:spPr>
        <a:xfrm>
          <a:off x="4275407" y="920"/>
          <a:ext cx="1254156" cy="100332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ỨNG DỤNG CNTT VÀO HOẠT ĐỘNG QUẢN LÝ QUỸ</a:t>
          </a:r>
        </a:p>
      </dsp:txBody>
      <dsp:txXfrm>
        <a:off x="4304793" y="30306"/>
        <a:ext cx="1195384" cy="944553"/>
      </dsp:txXfrm>
    </dsp:sp>
    <dsp:sp modelId="{310D6CAA-5A71-44E8-A4F6-BC96550BF12A}">
      <dsp:nvSpPr>
        <dsp:cNvPr id="0" name=""/>
        <dsp:cNvSpPr/>
      </dsp:nvSpPr>
      <dsp:spPr>
        <a:xfrm rot="19440000">
          <a:off x="4705596" y="1737763"/>
          <a:ext cx="1717603" cy="510620"/>
        </a:xfrm>
        <a:prstGeom prst="leftArrow">
          <a:avLst>
            <a:gd name="adj1" fmla="val 600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3F348A-FD6C-41B4-B37A-C8025637C2F4}">
      <dsp:nvSpPr>
        <dsp:cNvPr id="0" name=""/>
        <dsp:cNvSpPr/>
      </dsp:nvSpPr>
      <dsp:spPr>
        <a:xfrm>
          <a:off x="5632105" y="986619"/>
          <a:ext cx="1254156" cy="100332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CHÍNH SÁCH, HOẠT ĐỘNG HỖ TRỢ NGÀNH QUỸ</a:t>
          </a:r>
        </a:p>
      </dsp:txBody>
      <dsp:txXfrm>
        <a:off x="5661491" y="1016005"/>
        <a:ext cx="1195384" cy="944553"/>
      </dsp:txXfrm>
    </dsp:sp>
    <dsp:sp modelId="{68FDBF5F-5444-44FA-BA21-17B7C5CD2A53}">
      <dsp:nvSpPr>
        <dsp:cNvPr id="0" name=""/>
        <dsp:cNvSpPr/>
      </dsp:nvSpPr>
      <dsp:spPr>
        <a:xfrm>
          <a:off x="5059792" y="2827866"/>
          <a:ext cx="1717603" cy="510620"/>
        </a:xfrm>
        <a:prstGeom prst="lef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94D440-164E-4DD7-ACE4-398A3E48BDC9}">
      <dsp:nvSpPr>
        <dsp:cNvPr id="0" name=""/>
        <dsp:cNvSpPr/>
      </dsp:nvSpPr>
      <dsp:spPr>
        <a:xfrm>
          <a:off x="6150317" y="2581514"/>
          <a:ext cx="1254156" cy="100332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KIẾN THỨC VỀ ĐẦU TƯ CỦA CÔNG CHÚNG</a:t>
          </a:r>
        </a:p>
      </dsp:txBody>
      <dsp:txXfrm>
        <a:off x="6179703" y="2610900"/>
        <a:ext cx="1195384" cy="944553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7FDECE-31DC-455B-A6FF-1243592ADCF2}">
      <dsp:nvSpPr>
        <dsp:cNvPr id="0" name=""/>
        <dsp:cNvSpPr/>
      </dsp:nvSpPr>
      <dsp:spPr>
        <a:xfrm>
          <a:off x="1203643" y="563161"/>
          <a:ext cx="2116740" cy="2117062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EA7D13-F4EF-4C1A-85A9-A5E31F60B7CB}">
      <dsp:nvSpPr>
        <dsp:cNvPr id="0" name=""/>
        <dsp:cNvSpPr/>
      </dsp:nvSpPr>
      <dsp:spPr>
        <a:xfrm>
          <a:off x="1691007" y="1307140"/>
          <a:ext cx="1176232" cy="5879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accent6">
                  <a:lumMod val="50000"/>
                </a:schemeClr>
              </a:solidFill>
            </a:rPr>
            <a:t>LUẬT</a:t>
          </a:r>
        </a:p>
      </dsp:txBody>
      <dsp:txXfrm>
        <a:off x="1691007" y="1307140"/>
        <a:ext cx="1176232" cy="587975"/>
      </dsp:txXfrm>
    </dsp:sp>
    <dsp:sp modelId="{259CE429-72D5-435C-925E-0C7FD5B41423}">
      <dsp:nvSpPr>
        <dsp:cNvPr id="0" name=""/>
        <dsp:cNvSpPr/>
      </dsp:nvSpPr>
      <dsp:spPr>
        <a:xfrm>
          <a:off x="635220" y="1759226"/>
          <a:ext cx="2116740" cy="2117062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60D2D6-74C1-4F96-A144-735639487F6E}">
      <dsp:nvSpPr>
        <dsp:cNvPr id="0" name=""/>
        <dsp:cNvSpPr/>
      </dsp:nvSpPr>
      <dsp:spPr>
        <a:xfrm>
          <a:off x="1105475" y="2530586"/>
          <a:ext cx="1176232" cy="5879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accent6">
                  <a:lumMod val="75000"/>
                </a:schemeClr>
              </a:solidFill>
            </a:rPr>
            <a:t>NGHỊ ĐỊNH</a:t>
          </a:r>
        </a:p>
      </dsp:txBody>
      <dsp:txXfrm>
        <a:off x="1105475" y="2530586"/>
        <a:ext cx="1176232" cy="587975"/>
      </dsp:txXfrm>
    </dsp:sp>
    <dsp:sp modelId="{CB25EA01-52C6-4790-BCBD-685271B4D797}">
      <dsp:nvSpPr>
        <dsp:cNvPr id="0" name=""/>
        <dsp:cNvSpPr/>
      </dsp:nvSpPr>
      <dsp:spPr>
        <a:xfrm>
          <a:off x="1373794" y="3121200"/>
          <a:ext cx="1818608" cy="1819337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solidFill>
          <a:schemeClr val="accent6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D4D5FD-F591-4869-AD26-2E5C365A2B22}">
      <dsp:nvSpPr>
        <dsp:cNvPr id="0" name=""/>
        <dsp:cNvSpPr/>
      </dsp:nvSpPr>
      <dsp:spPr>
        <a:xfrm>
          <a:off x="1693790" y="3755791"/>
          <a:ext cx="1176232" cy="5879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bg2">
                  <a:lumMod val="75000"/>
                </a:schemeClr>
              </a:solidFill>
            </a:rPr>
            <a:t>THÔNG TƯ</a:t>
          </a:r>
        </a:p>
      </dsp:txBody>
      <dsp:txXfrm>
        <a:off x="1693790" y="3755791"/>
        <a:ext cx="1176232" cy="5879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SquareAccentList">
  <dgm:title val=""/>
  <dgm:desc val=""/>
  <dgm:catLst>
    <dgm:cat type="list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clrData>
  <dgm:layoutNode name="layout">
    <dgm:varLst>
      <dgm:chMax/>
      <dgm:chPref/>
      <dgm:dir/>
      <dgm:resizeHandles/>
    </dgm:varLst>
    <dgm:choose name="Name0">
      <dgm:if name="Name1" func="var" arg="dir" op="equ" val="norm">
        <dgm:alg type="hierChild">
          <dgm:param type="linDir" val="fromL"/>
          <dgm:param type="vertAlign" val="t"/>
          <dgm:param type="nodeVertAlign" val="t"/>
          <dgm:param type="horzAlign" val="ctr"/>
          <dgm:param type="fallback" val="1D"/>
        </dgm:alg>
      </dgm:if>
      <dgm:else name="Name2">
        <dgm:alg type="hierChild">
          <dgm:param type="linDir" val="fromR"/>
          <dgm:param type="vertAlign" val="t"/>
          <dgm:param type="nodeVertAlign" val="t"/>
          <dgm:param type="horzAlign" val="ctr"/>
          <dgm:param type="fallback" val="1D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Parent" op="equ" val="65"/>
      <dgm:constr type="primFontSz" for="des" forName="Child" op="equ" val="65"/>
      <dgm:constr type="primFontSz" for="des" forName="Child" refType="primFontSz" refFor="des" refForName="Parent" op="lte"/>
      <dgm:constr type="w" for="des" forName="rootComposite" refType="h" refFor="des" refForName="rootComposite" fact="3.0396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 fact="0.5205"/>
      <dgm:constr type="sibSp" refType="w" refFor="des" refForName="rootComposite" fact="0.05"/>
      <dgm:constr type="sp" for="des" forName="root" refType="h" refFor="des" refForName="childComposite" fact="0.2855"/>
    </dgm:constrLst>
    <dgm:ruleLst/>
    <dgm:forEach name="Name3" axis="ch">
      <dgm:forEach name="Name4" axis="self" ptType="node" cnt="1">
        <dgm:layoutNode name="root">
          <dgm:varLst>
            <dgm:chMax/>
            <dgm:chPref/>
          </dgm:varLst>
          <dgm:alg type="hierRoot">
            <dgm:param type="hierAlign" val="tL"/>
          </dgm:alg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5">
              <dgm:if name="Name6" func="var" arg="dir" op="equ" val="norm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l" for="ch" forName="ParentSmallAccent" refType="w" fact="0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if>
              <dgm:else name="Name7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r" for="ch" forName="ParentSmallAccent" refType="w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else>
            </dgm:choose>
            <dgm:ruleLst/>
            <dgm:layoutNode name="ParentAccent" styleLbl="alignNode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SmallAccent" styleLbl="fgAcc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" styleLbl="revTx">
              <dgm:varLst>
                <dgm:chMax/>
                <dgm:chPref val="4"/>
                <dgm:bulletEnabled val="1"/>
              </dgm:varLst>
              <dgm:choose name="Name8">
                <dgm:if name="Name9" func="var" arg="dir" op="equ" val="norm">
                  <dgm:alg type="tx">
                    <dgm:param type="txAnchorVertCh" val="mid"/>
                    <dgm:param type="parTxLTRAlign" val="l"/>
                  </dgm:alg>
                </dgm:if>
                <dgm:else name="Name10">
                  <dgm:alg type="tx">
                    <dgm:param type="txAnchorVertCh" val="mid"/>
                    <dgm:param type="parTxLTR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13">
                    <dgm:if name="Name14" func="var" arg="dir" op="equ" val="norm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l" for="ch" forName="ChildAccent" refType="w" fact="0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l" for="ch" forName="Child" refType="w" fact="0.07"/>
                        <dgm:constr type="t" for="ch" forName="Child" refType="h" fact="0"/>
                      </dgm:constrLst>
                    </dgm:if>
                    <dgm:else name="Name15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r" for="ch" forName="ChildAccent" refType="w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r" for="ch" forName="Child" refType="w" fact="0.93"/>
                        <dgm:constr type="t" for="ch" forName="Child" refType="h" fact="0"/>
                      </dgm:constrLst>
                    </dgm:else>
                  </dgm:choose>
                  <dgm:ruleLst/>
                  <dgm:layoutNode name="ChildAccent" styleLbl="solidFgAcc1">
                    <dgm:alg type="sp"/>
                    <dgm:shape xmlns:r="http://schemas.openxmlformats.org/officeDocument/2006/relationships" type="rect" r:blip="">
                      <dgm:adjLst/>
                    </dgm:shape>
                    <dgm:presOf/>
                  </dgm:layoutNode>
                  <dgm:layoutNode name="Child" styleLbl="revTx">
                    <dgm:varLst>
                      <dgm:chMax val="0"/>
                      <dgm:chPref val="0"/>
                      <dgm:bulletEnabled val="1"/>
                    </dgm:varLst>
                    <dgm:choose name="Name16">
                      <dgm:if name="Name17" func="var" arg="dir" op="equ" val="norm">
                        <dgm:alg type="tx">
                          <dgm:param type="txAnchorVertCh" val="mid"/>
                          <dgm:param type="parTxLTRAlign" val="l"/>
                        </dgm:alg>
                      </dgm:if>
                      <dgm:else name="Name18">
                        <dgm:alg type="tx">
                          <dgm:param type="txAnchorVertCh" val="mid"/>
                          <dgm:param type="parTxLTRAlign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 node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3/layout/CircleRelationship">
  <dgm:title val=""/>
  <dgm:desc val=""/>
  <dgm:catLst>
    <dgm:cat type="relationship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clrData>
  <dgm:layoutNode name="Name0">
    <dgm:varLst>
      <dgm:chMax val="1"/>
      <dgm:chPref val="1"/>
    </dgm:varLst>
    <dgm:shape xmlns:r="http://schemas.openxmlformats.org/officeDocument/2006/relationships" r:blip="">
      <dgm:adjLst/>
    </dgm:shape>
    <dgm:choose name="Name1">
      <dgm:if name="Name2" axis="ch ch" ptType="node node" func="cnt" op="equ" val="0">
        <dgm:alg type="composite">
          <dgm:param type="ar" val="0.98"/>
        </dgm:alg>
        <dgm:constrLst>
          <dgm:constr type="primFontSz" for="des" ptType="node" op="equ" val="65"/>
          <dgm:constr type="l" for="ch" forName="Parent" refType="w" fact="0"/>
          <dgm:constr type="t" for="ch" forName="Parent" refType="h" fact="0.039"/>
          <dgm:constr type="w" for="ch" forName="Parent" refType="w" fact="0.8734"/>
          <dgm:constr type="h" for="ch" forName="Parent" refType="h" fact="0.856"/>
          <dgm:constr type="l" for="ch" forName="Accent1" refType="w" fact="0.4984"/>
          <dgm:constr type="t" for="ch" forName="Accent1" refType="h" fact="0"/>
          <dgm:constr type="w" for="ch" forName="Accent1" refType="w" fact="0.0972"/>
          <dgm:constr type="h" for="ch" forName="Accent1" refType="h" fact="0.0952"/>
          <dgm:constr type="l" for="ch" forName="Accent2" refType="w" fact="0.2684"/>
          <dgm:constr type="t" for="ch" forName="Accent2" refType="h" fact="0.8314"/>
          <dgm:constr type="w" for="ch" forName="Accent2" refType="w" fact="0.0704"/>
          <dgm:constr type="h" for="ch" forName="Accent2" refType="h" fact="0.069"/>
          <dgm:constr type="l" for="ch" forName="Accent3" refType="w" fact="0.9296"/>
          <dgm:constr type="t" for="ch" forName="Accent3" refType="h" fact="0.3864"/>
          <dgm:constr type="w" for="ch" forName="Accent3" refType="w" fact="0.0704"/>
          <dgm:constr type="h" for="ch" forName="Accent3" refType="h" fact="0.069"/>
          <dgm:constr type="l" for="ch" forName="Accent4" refType="w" fact="0.5931"/>
          <dgm:constr type="t" for="ch" forName="Accent4" refType="h" fact="0.9048"/>
          <dgm:constr type="w" for="ch" forName="Accent4" refType="w" fact="0.0972"/>
          <dgm:constr type="h" for="ch" forName="Accent4" refType="h" fact="0.0952"/>
          <dgm:constr type="l" for="ch" forName="Accent5" refType="w" fact="0.2883"/>
          <dgm:constr type="t" for="ch" forName="Accent5" refType="h" fact="0.1353"/>
          <dgm:constr type="w" for="ch" forName="Accent5" refType="w" fact="0.0704"/>
          <dgm:constr type="h" for="ch" forName="Accent5" refType="h" fact="0.069"/>
          <dgm:constr type="l" for="ch" forName="Accent6" refType="w" fact="0.0666"/>
          <dgm:constr type="t" for="ch" forName="Accent6" refType="h" fact="0.53"/>
          <dgm:constr type="w" for="ch" forName="Accent6" refType="w" fact="0.0704"/>
          <dgm:constr type="h" for="ch" forName="Accent6" refType="h" fact="0.069"/>
        </dgm:constrLst>
      </dgm:if>
      <dgm:if name="Name3" axis="ch ch" ptType="node node" func="cnt" op="equ" val="1">
        <dgm:alg type="composite">
          <dgm:param type="ar" val="1.2476"/>
        </dgm:alg>
        <dgm:constrLst>
          <dgm:constr type="primFontSz" for="des" ptType="node" op="equ" val="65"/>
          <dgm:constr type="l" for="ch" forName="Parent" refType="w" fact="0.2145"/>
          <dgm:constr type="t" for="ch" forName="Parent" refType="h" fact="0.039"/>
          <dgm:constr type="w" for="ch" forName="Parent" refType="w" fact="0.6861"/>
          <dgm:constr type="h" for="ch" forName="Parent" refType="h" fact="0.856"/>
          <dgm:constr type="l" for="ch" forName="Accent8" refType="w" fact="0.0262"/>
          <dgm:constr type="t" for="ch" forName="Accent8" refType="h" fact="0.6434"/>
          <dgm:constr type="w" for="ch" forName="Accent8" refType="w" fact="0.138"/>
          <dgm:constr type="h" for="ch" forName="Accent8" refType="h" fact="0.1721"/>
          <dgm:constr type="l" for="ch" forName="Accent1" refType="w" fact="0.6059"/>
          <dgm:constr type="t" for="ch" forName="Accent1" refType="h" fact="0"/>
          <dgm:constr type="w" for="ch" forName="Accent1" refType="w" fact="0.0763"/>
          <dgm:constr type="h" for="ch" forName="Accent1" refType="h" fact="0.0952"/>
          <dgm:constr type="l" for="ch" forName="Accent2" refType="w" fact="0.4253"/>
          <dgm:constr type="t" for="ch" forName="Accent2" refType="h" fact="0.8314"/>
          <dgm:constr type="w" for="ch" forName="Accent2" refType="w" fact="0.0553"/>
          <dgm:constr type="h" for="ch" forName="Accent2" refType="h" fact="0.069"/>
          <dgm:constr type="l" for="ch" forName="Accent3" refType="w" fact="0.9447"/>
          <dgm:constr type="t" for="ch" forName="Accent3" refType="h" fact="0.3864"/>
          <dgm:constr type="w" for="ch" forName="Accent3" refType="w" fact="0.0553"/>
          <dgm:constr type="h" for="ch" forName="Accent3" refType="h" fact="0.069"/>
          <dgm:constr type="l" for="ch" forName="Child1" refType="w" fact="0"/>
          <dgm:constr type="t" for="ch" forName="Child1" refType="h" fact="0.1935"/>
          <dgm:constr type="w" for="ch" forName="Child1" refType="w" fact="0.2789"/>
          <dgm:constr type="h" for="ch" forName="Child1" refType="h" fact="0.3479"/>
          <dgm:constr type="l" for="ch" forName="Accent4" refType="w" fact="0.6803"/>
          <dgm:constr type="t" for="ch" forName="Accent4" refType="h" fact="0.9048"/>
          <dgm:constr type="w" for="ch" forName="Accent4" refType="w" fact="0.0763"/>
          <dgm:constr type="h" for="ch" forName="Accent4" refType="h" fact="0.0952"/>
          <dgm:constr type="l" for="ch" forName="Accent7" refType="w" fact="0.5287"/>
          <dgm:constr type="t" for="ch" forName="Accent7" refType="h" fact="0.1383"/>
          <dgm:constr type="w" for="ch" forName="Accent7" refType="w" fact="0.0763"/>
          <dgm:constr type="h" for="ch" forName="Accent7" refType="h" fact="0.0952"/>
          <dgm:constr type="l" for="ch" forName="Accent5" refType="w" fact="0.4409"/>
          <dgm:constr type="t" for="ch" forName="Accent5" refType="h" fact="0.1353"/>
          <dgm:constr type="w" for="ch" forName="Accent5" refType="w" fact="0.0553"/>
          <dgm:constr type="h" for="ch" forName="Accent5" refType="h" fact="0.069"/>
          <dgm:constr type="l" for="ch" forName="Accent6" refType="w" fact="0.2668"/>
          <dgm:constr type="t" for="ch" forName="Accent6" refType="h" fact="0.53"/>
          <dgm:constr type="w" for="ch" forName="Accent6" refType="w" fact="0.0553"/>
          <dgm:constr type="h" for="ch" forName="Accent6" refType="h" fact="0.069"/>
        </dgm:constrLst>
      </dgm:if>
      <dgm:if name="Name4" axis="ch ch" ptType="node node" func="cnt" op="equ" val="2">
        <dgm:alg type="composite">
          <dgm:param type="ar" val="1.592"/>
        </dgm:alg>
        <dgm:constrLst>
          <dgm:constr type="primFontSz" for="des" ptType="node" op="equ" val="65"/>
          <dgm:constr type="l" for="ch" forName="Parent" refType="w" fact="0.1886"/>
          <dgm:constr type="t" for="ch" forName="Parent" refType="h" fact="0.039"/>
          <dgm:constr type="w" for="ch" forName="Parent" refType="w" fact="0.5377"/>
          <dgm:constr type="h" for="ch" forName="Parent" refType="h" fact="0.856"/>
          <dgm:constr type="l" for="ch" forName="Accent8" refType="w" fact="0.0411"/>
          <dgm:constr type="t" for="ch" forName="Accent8" refType="h" fact="0.6434"/>
          <dgm:constr type="w" for="ch" forName="Accent8" refType="w" fact="0.1081"/>
          <dgm:constr type="h" for="ch" forName="Accent8" refType="h" fact="0.1721"/>
          <dgm:constr type="l" for="ch" forName="Accent1" refType="w" fact="0.4954"/>
          <dgm:constr type="t" for="ch" forName="Accent1" refType="h" fact="0"/>
          <dgm:constr type="w" for="ch" forName="Accent1" refType="w" fact="0.0598"/>
          <dgm:constr type="h" for="ch" forName="Accent1" refType="h" fact="0.0952"/>
          <dgm:constr type="l" for="ch" forName="Accent2" refType="w" fact="0.3538"/>
          <dgm:constr type="t" for="ch" forName="Accent2" refType="h" fact="0.8314"/>
          <dgm:constr type="w" for="ch" forName="Accent2" refType="w" fact="0.0433"/>
          <dgm:constr type="h" for="ch" forName="Accent2" refType="h" fact="0.069"/>
          <dgm:constr type="l" for="ch" forName="Accent3" refType="w" fact="0.7609"/>
          <dgm:constr type="t" for="ch" forName="Accent3" refType="h" fact="0.3864"/>
          <dgm:constr type="w" for="ch" forName="Accent3" refType="w" fact="0.0433"/>
          <dgm:constr type="h" for="ch" forName="Accent3" refType="h" fact="0.069"/>
          <dgm:constr type="l" for="ch" forName="Accent9" refType="w" fact="0.6839"/>
          <dgm:constr type="t" for="ch" forName="Accent9" refType="h" fact="0.27"/>
          <dgm:constr type="w" for="ch" forName="Accent9" refType="w" fact="0.0598"/>
          <dgm:constr type="h" for="ch" forName="Accent9" refType="h" fact="0.0952"/>
          <dgm:constr type="l" for="ch" forName="Child1" refType="w" fact="0.0206"/>
          <dgm:constr type="t" for="ch" forName="Child1" refType="h" fact="0.1935"/>
          <dgm:constr type="w" for="ch" forName="Child1" refType="w" fact="0.2186"/>
          <dgm:constr type="h" for="ch" forName="Child1" refType="h" fact="0.3479"/>
          <dgm:constr type="l" for="ch" forName="Child2" refType="w" fact="0.7814"/>
          <dgm:constr type="t" for="ch" forName="Child2" refType="h" fact="0.0298"/>
          <dgm:constr type="w" for="ch" forName="Child2" refType="w" fact="0.2186"/>
          <dgm:constr type="h" for="ch" forName="Child2" refType="h" fact="0.3479"/>
          <dgm:constr type="l" for="ch" forName="Accent10" refType="w" fact="0"/>
          <dgm:constr type="t" for="ch" forName="Accent10" refType="h" fact="0.8482"/>
          <dgm:constr type="w" for="ch" forName="Accent10" refType="w" fact="0.0433"/>
          <dgm:constr type="h" for="ch" forName="Accent10" refType="h" fact="0.069"/>
          <dgm:constr type="l" for="ch" forName="Accent11" refType="w" fact="0.4318"/>
          <dgm:constr type="t" for="ch" forName="Accent11" refType="h" fact="0.75"/>
          <dgm:constr type="w" for="ch" forName="Accent11" refType="w" fact="0.0433"/>
          <dgm:constr type="h" for="ch" forName="Accent11" refType="h" fact="0.069"/>
          <dgm:constr type="l" for="ch" forName="Accent7" refType="w" fact="0.4349"/>
          <dgm:constr type="t" for="ch" forName="Accent7" refType="h" fact="0.1383"/>
          <dgm:constr type="w" for="ch" forName="Accent7" refType="w" fact="0.0598"/>
          <dgm:constr type="h" for="ch" forName="Accent7" refType="h" fact="0.0952"/>
          <dgm:constr type="l" for="ch" forName="Accent5" refType="w" fact="0.3661"/>
          <dgm:constr type="t" for="ch" forName="Accent5" refType="h" fact="0.1353"/>
          <dgm:constr type="w" for="ch" forName="Accent5" refType="w" fact="0.0433"/>
          <dgm:constr type="h" for="ch" forName="Accent5" refType="h" fact="0.069"/>
          <dgm:constr type="l" for="ch" forName="Accent6" refType="w" fact="0.2296"/>
          <dgm:constr type="t" for="ch" forName="Accent6" refType="h" fact="0.53"/>
          <dgm:constr type="w" for="ch" forName="Accent6" refType="w" fact="0.0433"/>
          <dgm:constr type="h" for="ch" forName="Accent6" refType="h" fact="0.069"/>
          <dgm:constr type="l" for="ch" forName="Accent4" refType="w" fact="0.5537"/>
          <dgm:constr type="t" for="ch" forName="Accent4" refType="h" fact="0.9048"/>
          <dgm:constr type="w" for="ch" forName="Accent4" refType="w" fact="0.0598"/>
          <dgm:constr type="h" for="ch" forName="Accent4" refType="h" fact="0.0952"/>
        </dgm:constrLst>
      </dgm:if>
      <dgm:if name="Name5" axis="ch ch" ptType="node node" func="cnt" op="equ" val="3">
        <dgm:alg type="composite">
          <dgm:param type="ar" val="1.755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9"/>
          <dgm:constr type="w" for="ch" forName="Parent" refType="w" fact="0.4875"/>
          <dgm:constr type="h" for="ch" forName="Parent" refType="h" fact="0.856"/>
          <dgm:constr type="l" for="ch" forName="Accent8" refType="w" fact="0.0373"/>
          <dgm:constr type="t" for="ch" forName="Accent8" refType="h" fact="0.6434"/>
          <dgm:constr type="w" for="ch" forName="Accent8" refType="w" fact="0.098"/>
          <dgm:constr type="h" for="ch" forName="Accent8" refType="h" fact="0.1721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952"/>
          <dgm:constr type="l" for="ch" forName="Accent2" refType="w" fact="0.3209"/>
          <dgm:constr type="t" for="ch" forName="Accent2" refType="h" fact="0.8314"/>
          <dgm:constr type="w" for="ch" forName="Accent2" refType="w" fact="0.0393"/>
          <dgm:constr type="h" for="ch" forName="Accent2" refType="h" fact="0.069"/>
          <dgm:constr type="l" for="ch" forName="Accent3" refType="w" fact="0.6899"/>
          <dgm:constr type="t" for="ch" forName="Accent3" refType="h" fact="0.3864"/>
          <dgm:constr type="w" for="ch" forName="Accent3" refType="w" fact="0.0393"/>
          <dgm:constr type="h" for="ch" forName="Accent3" refType="h" fact="0.069"/>
          <dgm:constr type="l" for="ch" forName="Accent9" refType="w" fact="0.6201"/>
          <dgm:constr type="t" for="ch" forName="Accent9" refType="h" fact="0.27"/>
          <dgm:constr type="w" for="ch" forName="Accent9" refType="w" fact="0.0542"/>
          <dgm:constr type="h" for="ch" forName="Accent9" refType="h" fact="0.0952"/>
          <dgm:constr type="l" for="ch" forName="Child1" refType="w" fact="0.0186"/>
          <dgm:constr type="t" for="ch" forName="Child1" refType="h" fact="0.1935"/>
          <dgm:constr type="w" for="ch" forName="Child1" refType="w" fact="0.1982"/>
          <dgm:constr type="h" for="ch" forName="Child1" refType="h" fact="0.3479"/>
          <dgm:constr type="l" for="ch" forName="Child2" refType="w" fact="0.7086"/>
          <dgm:constr type="t" for="ch" forName="Child2" refType="h" fact="0.0298"/>
          <dgm:constr type="w" for="ch" forName="Child2" refType="w" fact="0.1982"/>
          <dgm:constr type="h" for="ch" forName="Child2" refType="h" fact="0.3479"/>
          <dgm:constr type="l" for="ch" forName="Child3" refType="w" fact="0.8018"/>
          <dgm:constr type="t" for="ch" forName="Child3" refType="h" fact="0.6312"/>
          <dgm:constr type="w" for="ch" forName="Child3" refType="w" fact="0.1982"/>
          <dgm:constr type="h" for="ch" forName="Child3" refType="h" fact="0.3479"/>
          <dgm:constr type="l" for="ch" forName="Accent12" refType="w" fact="0.7459"/>
          <dgm:constr type="t" for="ch" forName="Accent12" refType="h" fact="0.619"/>
          <dgm:constr type="w" for="ch" forName="Accent12" refType="w" fact="0.0393"/>
          <dgm:constr type="h" for="ch" forName="Accent12" refType="h" fact="0.069"/>
          <dgm:constr type="l" for="ch" forName="Accent4" refType="w" fact="0.5021"/>
          <dgm:constr type="t" for="ch" forName="Accent4" refType="h" fact="0.9048"/>
          <dgm:constr type="w" for="ch" forName="Accent4" refType="w" fact="0.0542"/>
          <dgm:constr type="h" for="ch" forName="Accent4" refType="h" fact="0.0952"/>
          <dgm:constr type="l" for="ch" forName="Accent10" refType="w" fact="0"/>
          <dgm:constr type="t" for="ch" forName="Accent10" refType="h" fact="0.8482"/>
          <dgm:constr type="w" for="ch" forName="Accent10" refType="w" fact="0.0393"/>
          <dgm:constr type="h" for="ch" forName="Accent10" refType="h" fact="0.069"/>
          <dgm:constr type="l" for="ch" forName="Accent11" refType="w" fact="0.3916"/>
          <dgm:constr type="t" for="ch" forName="Accent11" refType="h" fact="0.75"/>
          <dgm:constr type="w" for="ch" forName="Accent11" refType="w" fact="0.0393"/>
          <dgm:constr type="h" for="ch" forName="Accent11" refType="h" fact="0.069"/>
          <dgm:constr type="l" for="ch" forName="Accent7" refType="w" fact="0.3944"/>
          <dgm:constr type="t" for="ch" forName="Accent7" refType="h" fact="0.1383"/>
          <dgm:constr type="w" for="ch" forName="Accent7" refType="w" fact="0.0542"/>
          <dgm:constr type="h" for="ch" forName="Accent7" refType="h" fact="0.0952"/>
          <dgm:constr type="l" for="ch" forName="Accent5" refType="w" fact="0.3319"/>
          <dgm:constr type="t" for="ch" forName="Accent5" refType="h" fact="0.1353"/>
          <dgm:constr type="w" for="ch" forName="Accent5" refType="w" fact="0.0393"/>
          <dgm:constr type="h" for="ch" forName="Accent5" refType="h" fact="0.069"/>
          <dgm:constr type="l" for="ch" forName="Accent6" refType="w" fact="0.2082"/>
          <dgm:constr type="t" for="ch" forName="Accent6" refType="h" fact="0.53"/>
          <dgm:constr type="w" for="ch" forName="Accent6" refType="w" fact="0.0393"/>
          <dgm:constr type="h" for="ch" forName="Accent6" refType="h" fact="0.069"/>
        </dgm:constrLst>
      </dgm:if>
      <dgm:if name="Name6" axis="ch ch" ptType="node node" func="cnt" op="equ" val="4">
        <dgm:alg type="composite">
          <dgm:param type="ar" val="1.3749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06"/>
          <dgm:constr type="w" for="ch" forName="Parent" refType="w" fact="0.4875"/>
          <dgm:constr type="h" for="ch" forName="Parent" refType="h" fact="0.6703"/>
          <dgm:constr type="l" for="ch" forName="Accent8" refType="w" fact="0.0373"/>
          <dgm:constr type="t" for="ch" forName="Accent8" refType="h" fact="0.5038"/>
          <dgm:constr type="w" for="ch" forName="Accent8" refType="w" fact="0.098"/>
          <dgm:constr type="h" for="ch" forName="Accent8" refType="h" fact="0.1348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746"/>
          <dgm:constr type="l" for="ch" forName="Accent2" refType="w" fact="0.3209"/>
          <dgm:constr type="t" for="ch" forName="Accent2" refType="h" fact="0.6511"/>
          <dgm:constr type="w" for="ch" forName="Accent2" refType="w" fact="0.0393"/>
          <dgm:constr type="h" for="ch" forName="Accent2" refType="h" fact="0.054"/>
          <dgm:constr type="l" for="ch" forName="Accent3" refType="w" fact="0.6899"/>
          <dgm:constr type="t" for="ch" forName="Accent3" refType="h" fact="0.3026"/>
          <dgm:constr type="w" for="ch" forName="Accent3" refType="w" fact="0.0393"/>
          <dgm:constr type="h" for="ch" forName="Accent3" refType="h" fact="0.054"/>
          <dgm:constr type="l" for="ch" forName="Accent9" refType="w" fact="0.6201"/>
          <dgm:constr type="t" for="ch" forName="Accent9" refType="h" fact="0.2115"/>
          <dgm:constr type="w" for="ch" forName="Accent9" refType="w" fact="0.0542"/>
          <dgm:constr type="h" for="ch" forName="Accent9" refType="h" fact="0.0746"/>
          <dgm:constr type="l" for="ch" forName="Child1" refType="w" fact="0.0186"/>
          <dgm:constr type="t" for="ch" forName="Child1" refType="h" fact="0.1515"/>
          <dgm:constr type="w" for="ch" forName="Child1" refType="w" fact="0.1982"/>
          <dgm:constr type="h" for="ch" forName="Child1" refType="h" fact="0.2725"/>
          <dgm:constr type="l" for="ch" forName="Child2" refType="w" fact="0.7086"/>
          <dgm:constr type="t" for="ch" forName="Child2" refType="h" fact="0.0233"/>
          <dgm:constr type="w" for="ch" forName="Child2" refType="w" fact="0.1982"/>
          <dgm:constr type="h" for="ch" forName="Child2" refType="h" fact="0.2725"/>
          <dgm:constr type="l" for="ch" forName="Child3" refType="w" fact="0.8018"/>
          <dgm:constr type="t" for="ch" forName="Child3" refType="h" fact="0.4943"/>
          <dgm:constr type="w" for="ch" forName="Child3" refType="w" fact="0.1982"/>
          <dgm:constr type="h" for="ch" forName="Child3" refType="h" fact="0.2725"/>
          <dgm:constr type="l" for="ch" forName="Accent12" refType="w" fact="0.7459"/>
          <dgm:constr type="t" for="ch" forName="Accent12" refType="h" fact="0.4848"/>
          <dgm:constr type="w" for="ch" forName="Accent12" refType="w" fact="0.0393"/>
          <dgm:constr type="h" for="ch" forName="Accent12" refType="h" fact="0.054"/>
          <dgm:constr type="l" for="ch" forName="Accent4" refType="w" fact="0.5021"/>
          <dgm:constr type="t" for="ch" forName="Accent4" refType="h" fact="0.7085"/>
          <dgm:constr type="w" for="ch" forName="Accent4" refType="w" fact="0.0542"/>
          <dgm:constr type="h" for="ch" forName="Accent4" refType="h" fact="0.0746"/>
          <dgm:constr type="l" for="ch" forName="Accent10" refType="w" fact="0"/>
          <dgm:constr type="t" for="ch" forName="Accent10" refType="h" fact="0.6642"/>
          <dgm:constr type="w" for="ch" forName="Accent10" refType="w" fact="0.0393"/>
          <dgm:constr type="h" for="ch" forName="Accent10" refType="h" fact="0.054"/>
          <dgm:constr type="l" for="ch" forName="Accent11" refType="w" fact="0.3916"/>
          <dgm:constr type="t" for="ch" forName="Accent11" refType="h" fact="0.5873"/>
          <dgm:constr type="w" for="ch" forName="Accent11" refType="w" fact="0.0393"/>
          <dgm:constr type="h" for="ch" forName="Accent11" refType="h" fact="0.054"/>
          <dgm:constr type="l" for="ch" forName="Accent7" refType="w" fact="0.3944"/>
          <dgm:constr type="t" for="ch" forName="Accent7" refType="h" fact="0.1083"/>
          <dgm:constr type="w" for="ch" forName="Accent7" refType="w" fact="0.0542"/>
          <dgm:constr type="h" for="ch" forName="Accent7" refType="h" fact="0.0746"/>
          <dgm:constr type="l" for="ch" forName="Accent5" refType="w" fact="0.3319"/>
          <dgm:constr type="t" for="ch" forName="Accent5" refType="h" fact="0.1059"/>
          <dgm:constr type="w" for="ch" forName="Accent5" refType="w" fact="0.0393"/>
          <dgm:constr type="h" for="ch" forName="Accent5" refType="h" fact="0.054"/>
          <dgm:constr type="l" for="ch" forName="Accent6" refType="w" fact="0.2082"/>
          <dgm:constr type="t" for="ch" forName="Accent6" refType="h" fact="0.4151"/>
          <dgm:constr type="w" for="ch" forName="Accent6" refType="w" fact="0.0393"/>
          <dgm:constr type="h" for="ch" forName="Accent6" refType="h" fact="0.054"/>
          <dgm:constr type="l" for="ch" forName="Child4" refType="w" fact="0.2329"/>
          <dgm:constr type="t" for="ch" forName="Child4" refType="h" fact="0.7275"/>
          <dgm:constr type="w" for="ch" forName="Child4" refType="w" fact="0.1982"/>
          <dgm:constr type="h" for="ch" forName="Child4" refType="h" fact="0.2725"/>
          <dgm:constr type="l" for="ch" forName="Accent13" refType="w" fact="0.4099"/>
          <dgm:constr type="t" for="ch" forName="Accent13" refType="h" fact="0.7183"/>
          <dgm:constr type="w" for="ch" forName="Accent13" refType="w" fact="0.0393"/>
          <dgm:constr type="h" for="ch" forName="Accent13" refType="h" fact="0.054"/>
        </dgm:constrLst>
      </dgm:if>
      <dgm:else name="Name7">
        <dgm:alg type="composite">
          <dgm:param type="ar" val="1.147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1907"/>
          <dgm:constr type="w" for="ch" forName="Parent" refType="w" fact="0.4875"/>
          <dgm:constr type="h" for="ch" forName="Parent" refType="h" fact="0.5596"/>
          <dgm:constr type="l" for="ch" forName="Accent8" refType="w" fact="0.0373"/>
          <dgm:constr type="t" for="ch" forName="Accent8" refType="h" fact="0.5858"/>
          <dgm:constr type="w" for="ch" forName="Accent8" refType="w" fact="0.098"/>
          <dgm:constr type="h" for="ch" forName="Accent8" refType="h" fact="0.1125"/>
          <dgm:constr type="l" for="ch" forName="Accent1" refType="w" fact="0.4492"/>
          <dgm:constr type="t" for="ch" forName="Accent1" refType="h" fact="0.1652"/>
          <dgm:constr type="w" for="ch" forName="Accent1" refType="w" fact="0.0542"/>
          <dgm:constr type="h" for="ch" forName="Accent1" refType="h" fact="0.0623"/>
          <dgm:constr type="l" for="ch" forName="Accent2" refType="w" fact="0.3209"/>
          <dgm:constr type="t" for="ch" forName="Accent2" refType="h" fact="0.7087"/>
          <dgm:constr type="w" for="ch" forName="Accent2" refType="w" fact="0.0393"/>
          <dgm:constr type="h" for="ch" forName="Accent2" refType="h" fact="0.0451"/>
          <dgm:constr type="l" for="ch" forName="Accent3" refType="w" fact="0.6899"/>
          <dgm:constr type="t" for="ch" forName="Accent3" refType="h" fact="0.4178"/>
          <dgm:constr type="w" for="ch" forName="Accent3" refType="w" fact="0.0393"/>
          <dgm:constr type="h" for="ch" forName="Accent3" refType="h" fact="0.0451"/>
          <dgm:constr type="l" for="ch" forName="Accent9" refType="w" fact="0.6201"/>
          <dgm:constr type="t" for="ch" forName="Accent9" refType="h" fact="0.3417"/>
          <dgm:constr type="w" for="ch" forName="Accent9" refType="w" fact="0.0542"/>
          <dgm:constr type="h" for="ch" forName="Accent9" refType="h" fact="0.0623"/>
          <dgm:constr type="l" for="ch" forName="Child1" refType="w" fact="0.0186"/>
          <dgm:constr type="t" for="ch" forName="Child1" refType="h" fact="0.2917"/>
          <dgm:constr type="w" for="ch" forName="Child1" refType="w" fact="0.1982"/>
          <dgm:constr type="h" for="ch" forName="Child1" refType="h" fact="0.2275"/>
          <dgm:constr type="l" for="ch" forName="Child2" refType="w" fact="0.7086"/>
          <dgm:constr type="t" for="ch" forName="Child2" refType="h" fact="0.1847"/>
          <dgm:constr type="w" for="ch" forName="Child2" refType="w" fact="0.1982"/>
          <dgm:constr type="h" for="ch" forName="Child2" refType="h" fact="0.2275"/>
          <dgm:constr type="l" for="ch" forName="Child3" refType="w" fact="0.8018"/>
          <dgm:constr type="t" for="ch" forName="Child3" refType="h" fact="0.5778"/>
          <dgm:constr type="w" for="ch" forName="Child3" refType="w" fact="0.1982"/>
          <dgm:constr type="h" for="ch" forName="Child3" refType="h" fact="0.2275"/>
          <dgm:constr type="l" for="ch" forName="Accent12" refType="w" fact="0.7459"/>
          <dgm:constr type="t" for="ch" forName="Accent12" refType="h" fact="0.5699"/>
          <dgm:constr type="w" for="ch" forName="Accent12" refType="w" fact="0.0393"/>
          <dgm:constr type="h" for="ch" forName="Accent12" refType="h" fact="0.0451"/>
          <dgm:constr type="l" for="ch" forName="Accent4" refType="w" fact="0.5021"/>
          <dgm:constr type="t" for="ch" forName="Accent4" refType="h" fact="0.7567"/>
          <dgm:constr type="w" for="ch" forName="Accent4" refType="w" fact="0.0542"/>
          <dgm:constr type="h" for="ch" forName="Accent4" refType="h" fact="0.0623"/>
          <dgm:constr type="l" for="ch" forName="Accent10" refType="w" fact="0"/>
          <dgm:constr type="t" for="ch" forName="Accent10" refType="h" fact="0.7197"/>
          <dgm:constr type="w" for="ch" forName="Accent10" refType="w" fact="0.0393"/>
          <dgm:constr type="h" for="ch" forName="Accent10" refType="h" fact="0.0451"/>
          <dgm:constr type="l" for="ch" forName="Accent11" refType="w" fact="0.3916"/>
          <dgm:constr type="t" for="ch" forName="Accent11" refType="h" fact="0.6555"/>
          <dgm:constr type="w" for="ch" forName="Accent11" refType="w" fact="0.0393"/>
          <dgm:constr type="h" for="ch" forName="Accent11" refType="h" fact="0.0451"/>
          <dgm:constr type="l" for="ch" forName="Accent7" refType="w" fact="0.3944"/>
          <dgm:constr type="t" for="ch" forName="Accent7" refType="h" fact="0.2556"/>
          <dgm:constr type="w" for="ch" forName="Accent7" refType="w" fact="0.0542"/>
          <dgm:constr type="h" for="ch" forName="Accent7" refType="h" fact="0.0623"/>
          <dgm:constr type="l" for="ch" forName="Accent5" refType="w" fact="0.3319"/>
          <dgm:constr type="t" for="ch" forName="Accent5" refType="h" fact="0.2536"/>
          <dgm:constr type="w" for="ch" forName="Accent5" refType="w" fact="0.0393"/>
          <dgm:constr type="h" for="ch" forName="Accent5" refType="h" fact="0.0451"/>
          <dgm:constr type="l" for="ch" forName="Accent6" refType="w" fact="0.2082"/>
          <dgm:constr type="t" for="ch" forName="Accent6" refType="h" fact="0.5117"/>
          <dgm:constr type="w" for="ch" forName="Accent6" refType="w" fact="0.0393"/>
          <dgm:constr type="h" for="ch" forName="Accent6" refType="h" fact="0.0451"/>
          <dgm:constr type="l" for="ch" forName="Child5" refType="w" fact="0.4219"/>
          <dgm:constr type="t" for="ch" forName="Child5" refType="h" fact="0"/>
          <dgm:constr type="w" for="ch" forName="Child5" refType="w" fact="0.1982"/>
          <dgm:constr type="h" for="ch" forName="Child5" refType="h" fact="0.2275"/>
          <dgm:constr type="l" for="ch" forName="Child4" refType="w" fact="0.2329"/>
          <dgm:constr type="t" for="ch" forName="Child4" refType="h" fact="0.7725"/>
          <dgm:constr type="w" for="ch" forName="Child4" refType="w" fact="0.1982"/>
          <dgm:constr type="h" for="ch" forName="Child4" refType="h" fact="0.2275"/>
          <dgm:constr type="l" for="ch" forName="Accent15" refType="w" fact="0.1775"/>
          <dgm:constr type="t" for="ch" forName="Accent15" refType="h" fact="0.2466"/>
          <dgm:constr type="w" for="ch" forName="Accent15" refType="w" fact="0.0393"/>
          <dgm:constr type="h" for="ch" forName="Accent15" refType="h" fact="0.0451"/>
          <dgm:constr type="l" for="ch" forName="Accent16" refType="w" fact="0.6351"/>
          <dgm:constr type="t" for="ch" forName="Accent16" refType="h" fact="0.056"/>
          <dgm:constr type="w" for="ch" forName="Accent16" refType="w" fact="0.0393"/>
          <dgm:constr type="h" for="ch" forName="Accent16" refType="h" fact="0.0451"/>
          <dgm:constr type="l" for="ch" forName="Accent13" refType="w" fact="0.4099"/>
          <dgm:constr type="t" for="ch" forName="Accent13" refType="h" fact="0.7648"/>
          <dgm:constr type="w" for="ch" forName="Accent13" refType="w" fact="0.0393"/>
          <dgm:constr type="h" for="ch" forName="Accent13" refType="h" fact="0.0451"/>
        </dgm:constrLst>
      </dgm:else>
    </dgm:choose>
    <dgm:forEach name="wrapper" axis="self" ptType="parTrans">
      <dgm:forEach name="accentRepeat1" axis="self">
        <dgm:layoutNode name="AccentHold1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2" axis="self">
        <dgm:layoutNode name="AccentHold2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3" axis="self">
        <dgm:layoutNode name="AccentHold3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</dgm:forEach>
    <dgm:forEach name="Name8" axis="ch" ptType="node" cnt="1">
      <dgm:layoutNode name="Parent" styleLbl="node0">
        <dgm:varLst>
          <dgm:chMax val="5"/>
          <dgm:chPref val="5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choose name="Name9">
        <dgm:if name="Name10" axis="ch" ptType="node" func="cnt" op="lte" val="4">
          <dgm:layoutNode name="Accent1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</dgm:layoutNode>
        </dgm:if>
        <dgm:else name="Name11"/>
      </dgm:choose>
      <dgm:layoutNode name="Accent2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3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4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5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6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</dgm:forEach>
    <dgm:forEach name="Name12" axis="ch ch" ptType="node node" st="1 1" cnt="1 1">
      <dgm:layoutNode name="Child1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3" ref="accentRepeat1"/>
      </dgm:layoutNode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14" ref="accentRepeat2"/>
      </dgm:layoutNode>
    </dgm:forEach>
    <dgm:forEach name="Name15" axis="ch ch" ptType="node node" st="1 2" cnt="1 1">
      <dgm:layoutNode name="Child2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1"/>
      </dgm:layoutNode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17" ref="accentRepeat2"/>
      </dgm:layoutNode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18" ref="accentRepeat3"/>
      </dgm:layoutNode>
    </dgm:forEach>
    <dgm:forEach name="Name19" axis="ch ch" ptType="node node" st="1 3" cnt="1 1">
      <dgm:layoutNode name="Child3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2">
        <dgm:alg type="sp"/>
        <dgm:shape xmlns:r="http://schemas.openxmlformats.org/officeDocument/2006/relationships" r:blip="">
          <dgm:adjLst/>
        </dgm:shape>
        <dgm:presOf/>
        <dgm:constrLst/>
        <dgm:forEach name="Name20" ref="accentRepeat1"/>
      </dgm:layoutNode>
    </dgm:forEach>
    <dgm:forEach name="Name21" axis="ch ch" ptType="node node" st="1 4" cnt="1 1">
      <dgm:layoutNode name="Child4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3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1"/>
      </dgm:layoutNode>
    </dgm:forEach>
    <dgm:forEach name="Name23" axis="ch ch" ptType="node node" st="1 5" cnt="1 1">
      <dgm:layoutNode name="Child5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5">
        <dgm:alg type="sp"/>
        <dgm:shape xmlns:r="http://schemas.openxmlformats.org/officeDocument/2006/relationships" r:blip="">
          <dgm:adjLst/>
        </dgm:shape>
        <dgm:presOf/>
        <dgm:constrLst/>
        <dgm:forEach name="Name24" ref="accentRepeat2"/>
      </dgm:layoutNode>
      <dgm:layoutNode name="Accent16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3"/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Accent+Icon">
  <dgm:title val="Chevron Accent Process"/>
  <dgm:desc val="Use to show sequential steps in a task, process, or workflow, or to emphasize movement or direction. Works best with minimal Level 1 and Level 2 text."/>
  <dgm:catLst>
    <dgm:cat type="process" pri="9500"/>
    <dgm:cat type="officeonline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primFontSz" for="des" forName="txNode" op="equ" val="65"/>
      <dgm:constr type="w" for="ch" forName="compositeSpace" refType="w" refFor="ch" refForName="composite" fact="0.02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bgChev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 refType="w" fact="0.24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if>
          <dgm:else name="Name7">
            <dgm:constrLst>
              <dgm:constr type="l" for="ch" forName="bgChev" refType="w" fact="0.1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else>
        </dgm:choose>
        <dgm:ruleLst/>
        <dgm:layoutNode name="bgChev" styleLbl="node1">
          <dgm:alg type="sp"/>
          <dgm:choose name="Name8">
            <dgm:if name="Name9" func="var" arg="dir" op="equ" val="norm">
              <dgm:shape xmlns:r="http://schemas.openxmlformats.org/officeDocument/2006/relationships" type="chevron" r:blip="">
                <dgm:adjLst>
                  <dgm:adj idx="1" val="0.4"/>
                </dgm:adjLst>
              </dgm:shape>
            </dgm:if>
            <dgm:else name="Name10">
              <dgm:shape xmlns:r="http://schemas.openxmlformats.org/officeDocument/2006/relationships" rot="180" type="chevron" r:blip="">
                <dgm:adjLst>
                  <dgm:adj idx="1" val="0.4"/>
                </dgm:adjLst>
              </dgm:shape>
            </dgm:else>
          </dgm:choose>
          <dgm:presOf/>
          <dgm:constrLst/>
        </dgm:layoutNode>
        <dgm:layoutNode name="txNode" styleLbl="fgAcc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ruleLst>
            <dgm:rule type="primFontSz" val="5" fact="NaN" max="NaN"/>
          </dgm:ruleLst>
        </dgm:layoutNode>
      </dgm:layoutNode>
      <dgm:forEach name="Name11" axis="followSib" ptType="sibTrans" cnt="1">
        <dgm:layoutNode name="compositeSpace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0.66787</cdr:x>
      <cdr:y>0.72066</cdr:y>
    </cdr:from>
    <cdr:to>
      <cdr:x>0.93863</cdr:x>
      <cdr:y>0.72396</cdr:y>
    </cdr:to>
    <cdr:cxnSp macro="">
      <cdr:nvCxnSpPr>
        <cdr:cNvPr id="2" name="Straight Arrow Connector 1">
          <a:extLst xmlns:a="http://schemas.openxmlformats.org/drawingml/2006/main">
            <a:ext uri="{FF2B5EF4-FFF2-40B4-BE49-F238E27FC236}">
              <a16:creationId xmlns:a16="http://schemas.microsoft.com/office/drawing/2014/main" id="{60AADE3C-6485-4AD5-8716-C1E7050489FD}"/>
            </a:ext>
          </a:extLst>
        </cdr:cNvPr>
        <cdr:cNvCxnSpPr/>
      </cdr:nvCxnSpPr>
      <cdr:spPr>
        <a:xfrm xmlns:a="http://schemas.openxmlformats.org/drawingml/2006/main">
          <a:off x="4699000" y="2771992"/>
          <a:ext cx="1905000" cy="12700"/>
        </a:xfrm>
        <a:prstGeom xmlns:a="http://schemas.openxmlformats.org/drawingml/2006/main" prst="straightConnector1">
          <a:avLst/>
        </a:prstGeom>
        <a:ln xmlns:a="http://schemas.openxmlformats.org/drawingml/2006/main">
          <a:solidFill>
            <a:srgbClr val="35874C"/>
          </a:solidFill>
          <a:tailEnd type="oval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0.17809</cdr:x>
      <cdr:y>0.61116</cdr:y>
    </cdr:from>
    <cdr:to>
      <cdr:x>0.21025</cdr:x>
      <cdr:y>0.69832</cdr:y>
    </cdr:to>
    <cdr:sp macro="" textlink="">
      <cdr:nvSpPr>
        <cdr:cNvPr id="16" name="Right Arrow 15"/>
        <cdr:cNvSpPr/>
      </cdr:nvSpPr>
      <cdr:spPr>
        <a:xfrm xmlns:a="http://schemas.openxmlformats.org/drawingml/2006/main" rot="16200000">
          <a:off x="1645392" y="2839111"/>
          <a:ext cx="398288" cy="305453"/>
        </a:xfrm>
        <a:prstGeom xmlns:a="http://schemas.openxmlformats.org/drawingml/2006/main" prst="rightArrow">
          <a:avLst/>
        </a:prstGeom>
        <a:solidFill xmlns:a="http://schemas.openxmlformats.org/drawingml/2006/main">
          <a:srgbClr val="35874C"/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vi-VN"/>
        </a:p>
      </cdr:txBody>
    </cdr:sp>
  </cdr:relSizeAnchor>
  <cdr:relSizeAnchor xmlns:cdr="http://schemas.openxmlformats.org/drawingml/2006/chartDrawing">
    <cdr:from>
      <cdr:x>0.28286</cdr:x>
      <cdr:y>0.46351</cdr:y>
    </cdr:from>
    <cdr:to>
      <cdr:x>0.31501</cdr:x>
      <cdr:y>0.63784</cdr:y>
    </cdr:to>
    <cdr:sp macro="" textlink="">
      <cdr:nvSpPr>
        <cdr:cNvPr id="17" name="Right Arrow 16"/>
        <cdr:cNvSpPr/>
      </cdr:nvSpPr>
      <cdr:spPr>
        <a:xfrm xmlns:a="http://schemas.openxmlformats.org/drawingml/2006/main" rot="16200000">
          <a:off x="2441495" y="2363609"/>
          <a:ext cx="796575" cy="305362"/>
        </a:xfrm>
        <a:prstGeom xmlns:a="http://schemas.openxmlformats.org/drawingml/2006/main" prst="rightArrow">
          <a:avLst/>
        </a:prstGeom>
        <a:solidFill xmlns:a="http://schemas.openxmlformats.org/drawingml/2006/main">
          <a:srgbClr val="35874C"/>
        </a:solidFill>
        <a:ln xmlns:a="http://schemas.openxmlformats.org/drawingml/2006/main" w="25400" cap="flat" cmpd="sng" algn="ctr">
          <a:noFill/>
          <a:prstDash val="solid"/>
        </a:ln>
        <a:effectLst xmlns:a="http://schemas.openxmlformats.org/drawingml/2006/main"/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vi-VN"/>
        </a:p>
      </cdr:txBody>
    </cdr:sp>
  </cdr:relSizeAnchor>
  <cdr:relSizeAnchor xmlns:cdr="http://schemas.openxmlformats.org/drawingml/2006/chartDrawing">
    <cdr:from>
      <cdr:x>0.39696</cdr:x>
      <cdr:y>0.51432</cdr:y>
    </cdr:from>
    <cdr:to>
      <cdr:x>0.42912</cdr:x>
      <cdr:y>0.61891</cdr:y>
    </cdr:to>
    <cdr:sp macro="" textlink="">
      <cdr:nvSpPr>
        <cdr:cNvPr id="18" name="Right Arrow 17"/>
        <cdr:cNvSpPr/>
      </cdr:nvSpPr>
      <cdr:spPr>
        <a:xfrm xmlns:a="http://schemas.openxmlformats.org/drawingml/2006/main" rot="16200000">
          <a:off x="3684755" y="2436425"/>
          <a:ext cx="477912" cy="305454"/>
        </a:xfrm>
        <a:prstGeom xmlns:a="http://schemas.openxmlformats.org/drawingml/2006/main" prst="rightArrow">
          <a:avLst/>
        </a:prstGeom>
        <a:solidFill xmlns:a="http://schemas.openxmlformats.org/drawingml/2006/main">
          <a:srgbClr val="35874C"/>
        </a:solidFill>
        <a:ln xmlns:a="http://schemas.openxmlformats.org/drawingml/2006/main" w="25400" cap="flat" cmpd="sng" algn="ctr">
          <a:noFill/>
          <a:prstDash val="solid"/>
        </a:ln>
        <a:effectLst xmlns:a="http://schemas.openxmlformats.org/drawingml/2006/main"/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vi-VN"/>
        </a:p>
      </cdr:txBody>
    </cdr:sp>
  </cdr:relSizeAnchor>
  <cdr:relSizeAnchor xmlns:cdr="http://schemas.openxmlformats.org/drawingml/2006/chartDrawing">
    <cdr:from>
      <cdr:x>0.16202</cdr:x>
      <cdr:y>0.54144</cdr:y>
    </cdr:from>
    <cdr:to>
      <cdr:x>0.22631</cdr:x>
      <cdr:y>0.59374</cdr:y>
    </cdr:to>
    <cdr:sp macro="" textlink="">
      <cdr:nvSpPr>
        <cdr:cNvPr id="19" name="Rectangle 18"/>
        <cdr:cNvSpPr/>
      </cdr:nvSpPr>
      <cdr:spPr>
        <a:xfrm xmlns:a="http://schemas.openxmlformats.org/drawingml/2006/main">
          <a:off x="1539173" y="2474086"/>
          <a:ext cx="610725" cy="238984"/>
        </a:xfrm>
        <a:prstGeom xmlns:a="http://schemas.openxmlformats.org/drawingml/2006/main" prst="rect">
          <a:avLst/>
        </a:prstGeom>
        <a:ln xmlns:a="http://schemas.openxmlformats.org/drawingml/2006/main">
          <a:noFill/>
        </a:ln>
      </cdr:spPr>
      <cdr:style>
        <a:lnRef xmlns:a="http://schemas.openxmlformats.org/drawingml/2006/main" idx="2">
          <a:schemeClr val="accent6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accent6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dirty="0">
              <a:solidFill>
                <a:srgbClr val="063420"/>
              </a:solidFill>
            </a:rPr>
            <a:t>~23,2%</a:t>
          </a:r>
          <a:endParaRPr lang="vi-VN" dirty="0">
            <a:solidFill>
              <a:srgbClr val="063420"/>
            </a:solidFill>
          </a:endParaRPr>
        </a:p>
      </cdr:txBody>
    </cdr:sp>
  </cdr:relSizeAnchor>
  <cdr:relSizeAnchor xmlns:cdr="http://schemas.openxmlformats.org/drawingml/2006/chartDrawing">
    <cdr:from>
      <cdr:x>0.26679</cdr:x>
      <cdr:y>0.39379</cdr:y>
    </cdr:from>
    <cdr:to>
      <cdr:x>0.33109</cdr:x>
      <cdr:y>0.44607</cdr:y>
    </cdr:to>
    <cdr:sp macro="" textlink="">
      <cdr:nvSpPr>
        <cdr:cNvPr id="20" name="Rectangle 19"/>
        <cdr:cNvSpPr/>
      </cdr:nvSpPr>
      <cdr:spPr>
        <a:xfrm xmlns:a="http://schemas.openxmlformats.org/drawingml/2006/main">
          <a:off x="2534375" y="1799394"/>
          <a:ext cx="610816" cy="238928"/>
        </a:xfrm>
        <a:prstGeom xmlns:a="http://schemas.openxmlformats.org/drawingml/2006/main" prst="rect">
          <a:avLst/>
        </a:prstGeom>
        <a:solidFill xmlns:a="http://schemas.openxmlformats.org/drawingml/2006/main">
          <a:sysClr val="window" lastClr="FFFFFF"/>
        </a:solidFill>
        <a:ln xmlns:a="http://schemas.openxmlformats.org/drawingml/2006/main" w="25400" cap="flat" cmpd="sng" algn="ctr">
          <a:noFill/>
          <a:prstDash val="solid"/>
        </a:ln>
        <a:effectLst xmlns:a="http://schemas.openxmlformats.org/drawingml/2006/main"/>
      </cdr:spPr>
      <cdr:style>
        <a:lnRef xmlns:a="http://schemas.openxmlformats.org/drawingml/2006/main" idx="2">
          <a:schemeClr val="accent6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accent6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dirty="0">
              <a:solidFill>
                <a:srgbClr val="063420"/>
              </a:solidFill>
            </a:rPr>
            <a:t>~45,8%</a:t>
          </a:r>
          <a:endParaRPr lang="vi-VN" dirty="0">
            <a:solidFill>
              <a:srgbClr val="063420"/>
            </a:solidFill>
          </a:endParaRPr>
        </a:p>
      </cdr:txBody>
    </cdr:sp>
  </cdr:relSizeAnchor>
  <cdr:relSizeAnchor xmlns:cdr="http://schemas.openxmlformats.org/drawingml/2006/chartDrawing">
    <cdr:from>
      <cdr:x>0.38089</cdr:x>
      <cdr:y>0.4446</cdr:y>
    </cdr:from>
    <cdr:to>
      <cdr:x>0.44518</cdr:x>
      <cdr:y>0.49689</cdr:y>
    </cdr:to>
    <cdr:sp macro="" textlink="">
      <cdr:nvSpPr>
        <cdr:cNvPr id="21" name="Rectangle 20"/>
        <cdr:cNvSpPr/>
      </cdr:nvSpPr>
      <cdr:spPr>
        <a:xfrm xmlns:a="http://schemas.openxmlformats.org/drawingml/2006/main">
          <a:off x="3618349" y="2031589"/>
          <a:ext cx="610724" cy="238928"/>
        </a:xfrm>
        <a:prstGeom xmlns:a="http://schemas.openxmlformats.org/drawingml/2006/main" prst="rect">
          <a:avLst/>
        </a:prstGeom>
        <a:solidFill xmlns:a="http://schemas.openxmlformats.org/drawingml/2006/main">
          <a:sysClr val="window" lastClr="FFFFFF"/>
        </a:solidFill>
        <a:ln xmlns:a="http://schemas.openxmlformats.org/drawingml/2006/main" w="25400" cap="flat" cmpd="sng" algn="ctr">
          <a:noFill/>
          <a:prstDash val="solid"/>
        </a:ln>
        <a:effectLst xmlns:a="http://schemas.openxmlformats.org/drawingml/2006/main"/>
      </cdr:spPr>
      <cdr:style>
        <a:lnRef xmlns:a="http://schemas.openxmlformats.org/drawingml/2006/main" idx="2">
          <a:schemeClr val="accent6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accent6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dirty="0">
              <a:solidFill>
                <a:srgbClr val="063420"/>
              </a:solidFill>
            </a:rPr>
            <a:t>~16,8%</a:t>
          </a:r>
          <a:endParaRPr lang="vi-VN" dirty="0">
            <a:solidFill>
              <a:srgbClr val="063420"/>
            </a:solidFill>
          </a:endParaRPr>
        </a:p>
      </cdr:txBody>
    </cdr:sp>
  </cdr:relSizeAnchor>
  <cdr:relSizeAnchor xmlns:cdr="http://schemas.openxmlformats.org/drawingml/2006/chartDrawing">
    <cdr:from>
      <cdr:x>0.50286</cdr:x>
      <cdr:y>0.46241</cdr:y>
    </cdr:from>
    <cdr:to>
      <cdr:x>0.53501</cdr:x>
      <cdr:y>0.567</cdr:y>
    </cdr:to>
    <cdr:sp macro="" textlink="">
      <cdr:nvSpPr>
        <cdr:cNvPr id="22" name="Right Arrow 21"/>
        <cdr:cNvSpPr/>
      </cdr:nvSpPr>
      <cdr:spPr>
        <a:xfrm xmlns:a="http://schemas.openxmlformats.org/drawingml/2006/main" rot="16200000">
          <a:off x="4690728" y="2199219"/>
          <a:ext cx="477912" cy="305454"/>
        </a:xfrm>
        <a:prstGeom xmlns:a="http://schemas.openxmlformats.org/drawingml/2006/main" prst="rightArrow">
          <a:avLst/>
        </a:prstGeom>
        <a:solidFill xmlns:a="http://schemas.openxmlformats.org/drawingml/2006/main">
          <a:srgbClr val="35874C"/>
        </a:solidFill>
        <a:ln xmlns:a="http://schemas.openxmlformats.org/drawingml/2006/main" w="25400" cap="flat" cmpd="sng" algn="ctr">
          <a:noFill/>
          <a:prstDash val="solid"/>
        </a:ln>
        <a:effectLst xmlns:a="http://schemas.openxmlformats.org/drawingml/2006/main"/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vi-VN"/>
        </a:p>
      </cdr:txBody>
    </cdr:sp>
  </cdr:relSizeAnchor>
  <cdr:relSizeAnchor xmlns:cdr="http://schemas.openxmlformats.org/drawingml/2006/chartDrawing">
    <cdr:from>
      <cdr:x>0.48679</cdr:x>
      <cdr:y>0.39269</cdr:y>
    </cdr:from>
    <cdr:to>
      <cdr:x>0.55108</cdr:x>
      <cdr:y>0.44498</cdr:y>
    </cdr:to>
    <cdr:sp macro="" textlink="">
      <cdr:nvSpPr>
        <cdr:cNvPr id="23" name="Rectangle 22"/>
        <cdr:cNvSpPr/>
      </cdr:nvSpPr>
      <cdr:spPr>
        <a:xfrm xmlns:a="http://schemas.openxmlformats.org/drawingml/2006/main">
          <a:off x="4624322" y="1794383"/>
          <a:ext cx="610724" cy="238927"/>
        </a:xfrm>
        <a:prstGeom xmlns:a="http://schemas.openxmlformats.org/drawingml/2006/main" prst="rect">
          <a:avLst/>
        </a:prstGeom>
        <a:solidFill xmlns:a="http://schemas.openxmlformats.org/drawingml/2006/main">
          <a:sysClr val="window" lastClr="FFFFFF"/>
        </a:solidFill>
        <a:ln xmlns:a="http://schemas.openxmlformats.org/drawingml/2006/main" w="25400" cap="flat" cmpd="sng" algn="ctr">
          <a:noFill/>
          <a:prstDash val="solid"/>
        </a:ln>
        <a:effectLst xmlns:a="http://schemas.openxmlformats.org/drawingml/2006/main"/>
      </cdr:spPr>
      <cdr:style>
        <a:lnRef xmlns:a="http://schemas.openxmlformats.org/drawingml/2006/main" idx="2">
          <a:schemeClr val="accent6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accent6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dirty="0">
              <a:solidFill>
                <a:srgbClr val="063420"/>
              </a:solidFill>
            </a:rPr>
            <a:t>~19,8%</a:t>
          </a:r>
          <a:endParaRPr lang="vi-VN" dirty="0">
            <a:solidFill>
              <a:srgbClr val="063420"/>
            </a:solidFill>
          </a:endParaRPr>
        </a:p>
      </cdr:txBody>
    </cdr:sp>
  </cdr:relSizeAnchor>
  <cdr:relSizeAnchor xmlns:cdr="http://schemas.openxmlformats.org/drawingml/2006/chartDrawing">
    <cdr:from>
      <cdr:x>0.60566</cdr:x>
      <cdr:y>0.34273</cdr:y>
    </cdr:from>
    <cdr:to>
      <cdr:x>0.63782</cdr:x>
      <cdr:y>0.44732</cdr:y>
    </cdr:to>
    <cdr:sp macro="" textlink="">
      <cdr:nvSpPr>
        <cdr:cNvPr id="24" name="Right Arrow 23"/>
        <cdr:cNvSpPr/>
      </cdr:nvSpPr>
      <cdr:spPr>
        <a:xfrm xmlns:a="http://schemas.openxmlformats.org/drawingml/2006/main" rot="16200000">
          <a:off x="5667323" y="1652349"/>
          <a:ext cx="477912" cy="305454"/>
        </a:xfrm>
        <a:prstGeom xmlns:a="http://schemas.openxmlformats.org/drawingml/2006/main" prst="rightArrow">
          <a:avLst/>
        </a:prstGeom>
        <a:solidFill xmlns:a="http://schemas.openxmlformats.org/drawingml/2006/main">
          <a:srgbClr val="35874C"/>
        </a:solidFill>
        <a:ln xmlns:a="http://schemas.openxmlformats.org/drawingml/2006/main" w="25400" cap="flat" cmpd="sng" algn="ctr">
          <a:noFill/>
          <a:prstDash val="solid"/>
        </a:ln>
        <a:effectLst xmlns:a="http://schemas.openxmlformats.org/drawingml/2006/main"/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vi-VN"/>
        </a:p>
      </cdr:txBody>
    </cdr:sp>
  </cdr:relSizeAnchor>
  <cdr:relSizeAnchor xmlns:cdr="http://schemas.openxmlformats.org/drawingml/2006/chartDrawing">
    <cdr:from>
      <cdr:x>0.58959</cdr:x>
      <cdr:y>0.27301</cdr:y>
    </cdr:from>
    <cdr:to>
      <cdr:x>0.65388</cdr:x>
      <cdr:y>0.3253</cdr:y>
    </cdr:to>
    <cdr:sp macro="" textlink="">
      <cdr:nvSpPr>
        <cdr:cNvPr id="25" name="Rectangle 24"/>
        <cdr:cNvSpPr/>
      </cdr:nvSpPr>
      <cdr:spPr>
        <a:xfrm xmlns:a="http://schemas.openxmlformats.org/drawingml/2006/main">
          <a:off x="5600917" y="1247513"/>
          <a:ext cx="610724" cy="238928"/>
        </a:xfrm>
        <a:prstGeom xmlns:a="http://schemas.openxmlformats.org/drawingml/2006/main" prst="rect">
          <a:avLst/>
        </a:prstGeom>
        <a:solidFill xmlns:a="http://schemas.openxmlformats.org/drawingml/2006/main">
          <a:sysClr val="window" lastClr="FFFFFF"/>
        </a:solidFill>
        <a:ln xmlns:a="http://schemas.openxmlformats.org/drawingml/2006/main" w="25400" cap="flat" cmpd="sng" algn="ctr">
          <a:noFill/>
          <a:prstDash val="solid"/>
        </a:ln>
        <a:effectLst xmlns:a="http://schemas.openxmlformats.org/drawingml/2006/main"/>
      </cdr:spPr>
      <cdr:style>
        <a:lnRef xmlns:a="http://schemas.openxmlformats.org/drawingml/2006/main" idx="2">
          <a:schemeClr val="accent6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accent6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dirty="0">
              <a:solidFill>
                <a:srgbClr val="063420"/>
              </a:solidFill>
            </a:rPr>
            <a:t>~39,3%</a:t>
          </a:r>
          <a:endParaRPr lang="vi-VN" dirty="0">
            <a:solidFill>
              <a:srgbClr val="063420"/>
            </a:solidFill>
          </a:endParaRPr>
        </a:p>
      </cdr:txBody>
    </cdr:sp>
  </cdr:relSizeAnchor>
  <cdr:relSizeAnchor xmlns:cdr="http://schemas.openxmlformats.org/drawingml/2006/chartDrawing">
    <cdr:from>
      <cdr:x>0.71644</cdr:x>
      <cdr:y>0.21583</cdr:y>
    </cdr:from>
    <cdr:to>
      <cdr:x>0.7486</cdr:x>
      <cdr:y>0.32042</cdr:y>
    </cdr:to>
    <cdr:sp macro="" textlink="">
      <cdr:nvSpPr>
        <cdr:cNvPr id="26" name="Right Arrow 25"/>
        <cdr:cNvSpPr/>
      </cdr:nvSpPr>
      <cdr:spPr>
        <a:xfrm xmlns:a="http://schemas.openxmlformats.org/drawingml/2006/main" rot="16200000">
          <a:off x="6719681" y="1072477"/>
          <a:ext cx="477911" cy="305454"/>
        </a:xfrm>
        <a:prstGeom xmlns:a="http://schemas.openxmlformats.org/drawingml/2006/main" prst="rightArrow">
          <a:avLst/>
        </a:prstGeom>
        <a:solidFill xmlns:a="http://schemas.openxmlformats.org/drawingml/2006/main">
          <a:srgbClr val="35874C"/>
        </a:solidFill>
        <a:ln xmlns:a="http://schemas.openxmlformats.org/drawingml/2006/main" w="25400" cap="flat" cmpd="sng" algn="ctr">
          <a:noFill/>
          <a:prstDash val="solid"/>
        </a:ln>
        <a:effectLst xmlns:a="http://schemas.openxmlformats.org/drawingml/2006/main"/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vi-VN"/>
        </a:p>
      </cdr:txBody>
    </cdr:sp>
  </cdr:relSizeAnchor>
  <cdr:relSizeAnchor xmlns:cdr="http://schemas.openxmlformats.org/drawingml/2006/chartDrawing">
    <cdr:from>
      <cdr:x>0.69905</cdr:x>
      <cdr:y>0.16086</cdr:y>
    </cdr:from>
    <cdr:to>
      <cdr:x>0.76334</cdr:x>
      <cdr:y>0.21315</cdr:y>
    </cdr:to>
    <cdr:sp macro="" textlink="">
      <cdr:nvSpPr>
        <cdr:cNvPr id="27" name="Rectangle 26"/>
        <cdr:cNvSpPr/>
      </cdr:nvSpPr>
      <cdr:spPr>
        <a:xfrm xmlns:a="http://schemas.openxmlformats.org/drawingml/2006/main">
          <a:off x="6640699" y="735034"/>
          <a:ext cx="610724" cy="238928"/>
        </a:xfrm>
        <a:prstGeom xmlns:a="http://schemas.openxmlformats.org/drawingml/2006/main" prst="rect">
          <a:avLst/>
        </a:prstGeom>
        <a:solidFill xmlns:a="http://schemas.openxmlformats.org/drawingml/2006/main">
          <a:sysClr val="window" lastClr="FFFFFF"/>
        </a:solidFill>
        <a:ln xmlns:a="http://schemas.openxmlformats.org/drawingml/2006/main" w="25400" cap="flat" cmpd="sng" algn="ctr">
          <a:noFill/>
          <a:prstDash val="solid"/>
        </a:ln>
        <a:effectLst xmlns:a="http://schemas.openxmlformats.org/drawingml/2006/main"/>
      </cdr:spPr>
      <cdr:style>
        <a:lnRef xmlns:a="http://schemas.openxmlformats.org/drawingml/2006/main" idx="2">
          <a:schemeClr val="accent6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accent6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dirty="0">
              <a:solidFill>
                <a:srgbClr val="063420"/>
              </a:solidFill>
            </a:rPr>
            <a:t>~31,6%</a:t>
          </a:r>
          <a:endParaRPr lang="vi-VN" dirty="0">
            <a:solidFill>
              <a:srgbClr val="063420"/>
            </a:solidFill>
          </a:endParaRPr>
        </a:p>
      </cdr:txBody>
    </cdr:sp>
  </cdr:relSizeAnchor>
  <cdr:relSizeAnchor xmlns:cdr="http://schemas.openxmlformats.org/drawingml/2006/chartDrawing">
    <cdr:from>
      <cdr:x>0.92838</cdr:x>
      <cdr:y>0.12251</cdr:y>
    </cdr:from>
    <cdr:to>
      <cdr:x>0.96054</cdr:x>
      <cdr:y>0.2271</cdr:y>
    </cdr:to>
    <cdr:sp macro="" textlink="">
      <cdr:nvSpPr>
        <cdr:cNvPr id="28" name="Right Arrow 27"/>
        <cdr:cNvSpPr/>
      </cdr:nvSpPr>
      <cdr:spPr>
        <a:xfrm xmlns:a="http://schemas.openxmlformats.org/drawingml/2006/main" rot="16200000">
          <a:off x="8733050" y="646038"/>
          <a:ext cx="477911" cy="305454"/>
        </a:xfrm>
        <a:prstGeom xmlns:a="http://schemas.openxmlformats.org/drawingml/2006/main" prst="rightArrow">
          <a:avLst/>
        </a:prstGeom>
        <a:solidFill xmlns:a="http://schemas.openxmlformats.org/drawingml/2006/main">
          <a:srgbClr val="35874C"/>
        </a:solidFill>
        <a:ln xmlns:a="http://schemas.openxmlformats.org/drawingml/2006/main" w="25400" cap="flat" cmpd="sng" algn="ctr">
          <a:noFill/>
          <a:prstDash val="solid"/>
        </a:ln>
        <a:effectLst xmlns:a="http://schemas.openxmlformats.org/drawingml/2006/main"/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vi-VN"/>
        </a:p>
      </cdr:txBody>
    </cdr:sp>
  </cdr:relSizeAnchor>
  <cdr:relSizeAnchor xmlns:cdr="http://schemas.openxmlformats.org/drawingml/2006/chartDrawing">
    <cdr:from>
      <cdr:x>0.91142</cdr:x>
      <cdr:y>0.0369</cdr:y>
    </cdr:from>
    <cdr:to>
      <cdr:x>0.97571</cdr:x>
      <cdr:y>0.08919</cdr:y>
    </cdr:to>
    <cdr:sp macro="" textlink="">
      <cdr:nvSpPr>
        <cdr:cNvPr id="29" name="Rectangle 28"/>
        <cdr:cNvSpPr/>
      </cdr:nvSpPr>
      <cdr:spPr>
        <a:xfrm xmlns:a="http://schemas.openxmlformats.org/drawingml/2006/main">
          <a:off x="8658126" y="168611"/>
          <a:ext cx="610724" cy="238927"/>
        </a:xfrm>
        <a:prstGeom xmlns:a="http://schemas.openxmlformats.org/drawingml/2006/main" prst="rect">
          <a:avLst/>
        </a:prstGeom>
        <a:solidFill xmlns:a="http://schemas.openxmlformats.org/drawingml/2006/main">
          <a:sysClr val="window" lastClr="FFFFFF"/>
        </a:solidFill>
        <a:ln xmlns:a="http://schemas.openxmlformats.org/drawingml/2006/main" w="25400" cap="flat" cmpd="sng" algn="ctr">
          <a:noFill/>
          <a:prstDash val="solid"/>
        </a:ln>
        <a:effectLst xmlns:a="http://schemas.openxmlformats.org/drawingml/2006/main"/>
      </cdr:spPr>
      <cdr:style>
        <a:lnRef xmlns:a="http://schemas.openxmlformats.org/drawingml/2006/main" idx="2">
          <a:schemeClr val="accent6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accent6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dirty="0">
              <a:solidFill>
                <a:srgbClr val="063420"/>
              </a:solidFill>
            </a:rPr>
            <a:t>~21,8%</a:t>
          </a:r>
          <a:endParaRPr lang="vi-VN" dirty="0">
            <a:solidFill>
              <a:srgbClr val="063420"/>
            </a:solidFill>
          </a:endParaRP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0.68363</cdr:x>
      <cdr:y>0.10581</cdr:y>
    </cdr:from>
    <cdr:to>
      <cdr:x>0.72486</cdr:x>
      <cdr:y>0.16206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8161124" y="686016"/>
          <a:ext cx="492232" cy="36469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b="1" dirty="0">
              <a:solidFill>
                <a:srgbClr val="44546A"/>
              </a:solidFill>
            </a:rPr>
            <a:t>USA</a:t>
          </a:r>
          <a:endParaRPr lang="vi-VN" sz="1100" b="1" dirty="0">
            <a:solidFill>
              <a:srgbClr val="44546A"/>
            </a:solidFill>
          </a:endParaRPr>
        </a:p>
      </cdr:txBody>
    </cdr:sp>
  </cdr:relSizeAnchor>
  <cdr:relSizeAnchor xmlns:cdr="http://schemas.openxmlformats.org/drawingml/2006/chartDrawing">
    <cdr:from>
      <cdr:x>0.85</cdr:x>
      <cdr:y>0.18125</cdr:y>
    </cdr:from>
    <cdr:to>
      <cdr:x>0.9625</cdr:x>
      <cdr:y>0.25625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5181600" y="736600"/>
          <a:ext cx="685800" cy="3048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vi-VN" sz="1100" dirty="0"/>
        </a:p>
      </cdr:txBody>
    </cdr:sp>
  </cdr:relSizeAnchor>
  <cdr:relSizeAnchor xmlns:cdr="http://schemas.openxmlformats.org/drawingml/2006/chartDrawing">
    <cdr:from>
      <cdr:x>0.3131</cdr:x>
      <cdr:y>0.55564</cdr:y>
    </cdr:from>
    <cdr:to>
      <cdr:x>0.37766</cdr:x>
      <cdr:y>0.6092</cdr:y>
    </cdr:to>
    <cdr:sp macro="" textlink="">
      <cdr:nvSpPr>
        <cdr:cNvPr id="4" name="TextBox 3"/>
        <cdr:cNvSpPr txBox="1"/>
      </cdr:nvSpPr>
      <cdr:spPr>
        <a:xfrm xmlns:a="http://schemas.openxmlformats.org/drawingml/2006/main">
          <a:off x="3737798" y="3602466"/>
          <a:ext cx="770702" cy="34723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100" b="1" dirty="0">
              <a:solidFill>
                <a:srgbClr val="44546A"/>
              </a:solidFill>
            </a:rPr>
            <a:t>CHÂU </a:t>
          </a:r>
          <a:r>
            <a:rPr lang="en-US" b="1" dirty="0">
              <a:solidFill>
                <a:srgbClr val="44546A"/>
              </a:solidFill>
            </a:rPr>
            <a:t>ÂU</a:t>
          </a:r>
          <a:endParaRPr lang="vi-VN" sz="1100" b="1" dirty="0">
            <a:solidFill>
              <a:srgbClr val="44546A"/>
            </a:solidFill>
          </a:endParaRPr>
        </a:p>
      </cdr:txBody>
    </cdr:sp>
  </cdr:relSizeAnchor>
  <cdr:relSizeAnchor xmlns:cdr="http://schemas.openxmlformats.org/drawingml/2006/chartDrawing">
    <cdr:from>
      <cdr:x>0.4114</cdr:x>
      <cdr:y>0.7255</cdr:y>
    </cdr:from>
    <cdr:to>
      <cdr:x>0.4864</cdr:x>
      <cdr:y>0.78175</cdr:y>
    </cdr:to>
    <cdr:sp macro="" textlink="">
      <cdr:nvSpPr>
        <cdr:cNvPr id="5" name="TextBox 4"/>
        <cdr:cNvSpPr txBox="1"/>
      </cdr:nvSpPr>
      <cdr:spPr>
        <a:xfrm xmlns:a="http://schemas.openxmlformats.org/drawingml/2006/main">
          <a:off x="4911323" y="4703760"/>
          <a:ext cx="895350" cy="36469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b="1" dirty="0">
              <a:solidFill>
                <a:srgbClr val="ED7D31"/>
              </a:solidFill>
            </a:rPr>
            <a:t>ÚC</a:t>
          </a:r>
          <a:endParaRPr lang="vi-VN" sz="1100" b="1" dirty="0">
            <a:solidFill>
              <a:srgbClr val="ED7D31"/>
            </a:solidFill>
          </a:endParaRPr>
        </a:p>
      </cdr:txBody>
    </cdr:sp>
  </cdr:relSizeAnchor>
  <cdr:relSizeAnchor xmlns:cdr="http://schemas.openxmlformats.org/drawingml/2006/chartDrawing">
    <cdr:from>
      <cdr:x>0.38139</cdr:x>
      <cdr:y>0.67771</cdr:y>
    </cdr:from>
    <cdr:to>
      <cdr:x>0.45639</cdr:x>
      <cdr:y>0.71668</cdr:y>
    </cdr:to>
    <cdr:sp macro="" textlink="">
      <cdr:nvSpPr>
        <cdr:cNvPr id="6" name="TextBox 5"/>
        <cdr:cNvSpPr txBox="1"/>
      </cdr:nvSpPr>
      <cdr:spPr>
        <a:xfrm xmlns:a="http://schemas.openxmlformats.org/drawingml/2006/main">
          <a:off x="4553003" y="4393926"/>
          <a:ext cx="895350" cy="252661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100" b="1" dirty="0">
              <a:solidFill>
                <a:srgbClr val="ED7D31"/>
              </a:solidFill>
            </a:rPr>
            <a:t>NHẬT</a:t>
          </a:r>
          <a:endParaRPr lang="vi-VN" sz="1100" b="1" dirty="0">
            <a:solidFill>
              <a:srgbClr val="ED7D31"/>
            </a:solidFill>
          </a:endParaRPr>
        </a:p>
      </cdr:txBody>
    </cdr:sp>
  </cdr:relSizeAnchor>
  <cdr:relSizeAnchor xmlns:cdr="http://schemas.openxmlformats.org/drawingml/2006/chartDrawing">
    <cdr:from>
      <cdr:x>0.175</cdr:x>
      <cdr:y>0.72727</cdr:y>
    </cdr:from>
    <cdr:to>
      <cdr:x>0.275</cdr:x>
      <cdr:y>0.77922</cdr:y>
    </cdr:to>
    <cdr:sp macro="" textlink="">
      <cdr:nvSpPr>
        <cdr:cNvPr id="7" name="TextBox 6"/>
        <cdr:cNvSpPr txBox="1"/>
      </cdr:nvSpPr>
      <cdr:spPr>
        <a:xfrm xmlns:a="http://schemas.openxmlformats.org/drawingml/2006/main">
          <a:off x="1600200" y="4267200"/>
          <a:ext cx="914400" cy="3048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vi-VN" sz="1100" dirty="0"/>
        </a:p>
      </cdr:txBody>
    </cdr:sp>
  </cdr:relSizeAnchor>
  <cdr:relSizeAnchor xmlns:cdr="http://schemas.openxmlformats.org/drawingml/2006/chartDrawing">
    <cdr:from>
      <cdr:x>0.196</cdr:x>
      <cdr:y>0.73098</cdr:y>
    </cdr:from>
    <cdr:to>
      <cdr:x>0.296</cdr:x>
      <cdr:y>0.79592</cdr:y>
    </cdr:to>
    <cdr:sp macro="" textlink="">
      <cdr:nvSpPr>
        <cdr:cNvPr id="8" name="TextBox 7"/>
        <cdr:cNvSpPr txBox="1"/>
      </cdr:nvSpPr>
      <cdr:spPr>
        <a:xfrm xmlns:a="http://schemas.openxmlformats.org/drawingml/2006/main">
          <a:off x="2339906" y="4739292"/>
          <a:ext cx="1193800" cy="42103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100" b="1" dirty="0">
              <a:solidFill>
                <a:srgbClr val="ED7D31"/>
              </a:solidFill>
            </a:rPr>
            <a:t>VIỆT NAM</a:t>
          </a:r>
          <a:endParaRPr lang="vi-VN" sz="1100" b="1" dirty="0">
            <a:solidFill>
              <a:srgbClr val="ED7D31"/>
            </a:solidFill>
          </a:endParaRPr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0.66465</cdr:x>
      <cdr:y>0.69478</cdr:y>
    </cdr:from>
    <cdr:to>
      <cdr:x>0.86636</cdr:x>
      <cdr:y>0.69682</cdr:y>
    </cdr:to>
    <cdr:cxnSp macro="">
      <cdr:nvCxnSpPr>
        <cdr:cNvPr id="2" name="Straight Arrow Connector 1">
          <a:extLst xmlns:a="http://schemas.openxmlformats.org/drawingml/2006/main">
            <a:ext uri="{FF2B5EF4-FFF2-40B4-BE49-F238E27FC236}">
              <a16:creationId xmlns:a16="http://schemas.microsoft.com/office/drawing/2014/main" id="{60AADE3C-6485-4AD5-8716-C1E7050489FD}"/>
            </a:ext>
          </a:extLst>
        </cdr:cNvPr>
        <cdr:cNvCxnSpPr/>
      </cdr:nvCxnSpPr>
      <cdr:spPr>
        <a:xfrm xmlns:a="http://schemas.openxmlformats.org/drawingml/2006/main" flipV="1">
          <a:off x="4159922" y="2124769"/>
          <a:ext cx="1262480" cy="6244"/>
        </a:xfrm>
        <a:prstGeom xmlns:a="http://schemas.openxmlformats.org/drawingml/2006/main" prst="straightConnector1">
          <a:avLst/>
        </a:prstGeom>
        <a:ln xmlns:a="http://schemas.openxmlformats.org/drawingml/2006/main">
          <a:solidFill>
            <a:srgbClr val="35874C"/>
          </a:solidFill>
          <a:tailEnd type="oval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C3B31-7802-4347-B850-BF6E2AC1D0D7}" type="datetimeFigureOut">
              <a:rPr lang="en-US" smtClean="0"/>
              <a:t>23/05/2024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7266A-88C0-4507-8899-2B4F3B268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930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C3B31-7802-4347-B850-BF6E2AC1D0D7}" type="datetimeFigureOut">
              <a:rPr lang="en-US" smtClean="0"/>
              <a:t>23/05/2024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7266A-88C0-4507-8899-2B4F3B268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179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C3B31-7802-4347-B850-BF6E2AC1D0D7}" type="datetimeFigureOut">
              <a:rPr lang="en-US" smtClean="0"/>
              <a:t>23/05/2024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7266A-88C0-4507-8899-2B4F3B268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53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C3B31-7802-4347-B850-BF6E2AC1D0D7}" type="datetimeFigureOut">
              <a:rPr lang="en-US" smtClean="0"/>
              <a:t>23/05/2024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7266A-88C0-4507-8899-2B4F3B268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522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C3B31-7802-4347-B850-BF6E2AC1D0D7}" type="datetimeFigureOut">
              <a:rPr lang="en-US" smtClean="0"/>
              <a:t>23/05/2024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7266A-88C0-4507-8899-2B4F3B268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780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C3B31-7802-4347-B850-BF6E2AC1D0D7}" type="datetimeFigureOut">
              <a:rPr lang="en-US" smtClean="0"/>
              <a:t>23/05/2024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7266A-88C0-4507-8899-2B4F3B268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035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C3B31-7802-4347-B850-BF6E2AC1D0D7}" type="datetimeFigureOut">
              <a:rPr lang="en-US" smtClean="0"/>
              <a:t>23/05/2024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7266A-88C0-4507-8899-2B4F3B268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690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C3B31-7802-4347-B850-BF6E2AC1D0D7}" type="datetimeFigureOut">
              <a:rPr lang="en-US" smtClean="0"/>
              <a:t>23/05/2024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7266A-88C0-4507-8899-2B4F3B268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063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C3B31-7802-4347-B850-BF6E2AC1D0D7}" type="datetimeFigureOut">
              <a:rPr lang="en-US" smtClean="0"/>
              <a:t>23/05/2024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7266A-88C0-4507-8899-2B4F3B268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44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C3B31-7802-4347-B850-BF6E2AC1D0D7}" type="datetimeFigureOut">
              <a:rPr lang="en-US" smtClean="0"/>
              <a:t>23/05/2024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7266A-88C0-4507-8899-2B4F3B268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10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C3B31-7802-4347-B850-BF6E2AC1D0D7}" type="datetimeFigureOut">
              <a:rPr lang="en-US" smtClean="0"/>
              <a:t>23/05/2024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7266A-88C0-4507-8899-2B4F3B268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6397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01EED-287D-B044-B13E-93334ABA9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717" y="262501"/>
            <a:ext cx="4413016" cy="1227598"/>
          </a:xfrm>
          <a:noFill/>
          <a:ln w="9525">
            <a:noFill/>
            <a:miter lim="800000"/>
            <a:headEnd/>
            <a:tailEnd/>
          </a:ln>
        </p:spPr>
        <p:txBody>
          <a:bodyPr lIns="45720" tIns="18288" rIns="27432" bIns="18288"/>
          <a:lstStyle>
            <a:lvl1pPr>
              <a:defRPr lang="en-US" sz="4800">
                <a:latin typeface="+mj-lt"/>
                <a:ea typeface="+mn-ea"/>
                <a:cs typeface="+mn-cs"/>
              </a:defRPr>
            </a:lvl1pPr>
          </a:lstStyle>
          <a:p>
            <a:pPr marL="0" lvl="0" algn="l">
              <a:lnSpc>
                <a:spcPct val="85000"/>
              </a:lnSpc>
              <a:spcBef>
                <a:spcPts val="200"/>
              </a:spcBef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54AD5E24-6241-E249-825D-7358AC3A26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3200" y="6443664"/>
            <a:ext cx="5418667" cy="261937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US" sz="1100" dirty="0" smtClean="0">
                <a:solidFill>
                  <a:schemeClr val="tx2"/>
                </a:solidFill>
                <a:latin typeface="+mn-lt"/>
                <a:cs typeface="Arial"/>
              </a:defRPr>
            </a:lvl1pPr>
          </a:lstStyle>
          <a:p>
            <a:pPr marL="0" lvl="0"/>
            <a:r>
              <a:rPr lang="en-US"/>
              <a:t>Edit Master text styles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AD48FD26-8883-6644-B0FA-A6B92A90D7E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80485" y="1660005"/>
            <a:ext cx="4413249" cy="381000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15D7372-204D-244C-AE20-13C0C616913D}"/>
              </a:ext>
            </a:extLst>
          </p:cNvPr>
          <p:cNvGrpSpPr/>
          <p:nvPr userDrawn="1"/>
        </p:nvGrpSpPr>
        <p:grpSpPr>
          <a:xfrm>
            <a:off x="5486400" y="1899057"/>
            <a:ext cx="4005302" cy="3878149"/>
            <a:chOff x="2133600" y="914400"/>
            <a:chExt cx="4800600" cy="4648200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08F3A33D-4427-F740-882A-2287D2C2E03A}"/>
                </a:ext>
              </a:extLst>
            </p:cNvPr>
            <p:cNvSpPr/>
            <p:nvPr/>
          </p:nvSpPr>
          <p:spPr bwMode="auto">
            <a:xfrm>
              <a:off x="3733800" y="1600200"/>
              <a:ext cx="2133600" cy="2133600"/>
            </a:xfrm>
            <a:prstGeom prst="ellipse">
              <a:avLst/>
            </a:prstGeom>
            <a:solidFill>
              <a:schemeClr val="accent3">
                <a:alpha val="3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dirty="0">
                <a:latin typeface="+mn-lt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5E152306-EB00-E241-B70A-4AA581A8850A}"/>
                </a:ext>
              </a:extLst>
            </p:cNvPr>
            <p:cNvSpPr/>
            <p:nvPr/>
          </p:nvSpPr>
          <p:spPr bwMode="auto">
            <a:xfrm>
              <a:off x="4800600" y="3276600"/>
              <a:ext cx="2133600" cy="2133600"/>
            </a:xfrm>
            <a:prstGeom prst="ellipse">
              <a:avLst/>
            </a:prstGeom>
            <a:solidFill>
              <a:schemeClr val="accent5">
                <a:alpha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dirty="0">
                <a:latin typeface="+mn-lt"/>
              </a:endParaRP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4D8D2E04-E788-5143-9B3F-2AA643E73F3D}"/>
                </a:ext>
              </a:extLst>
            </p:cNvPr>
            <p:cNvSpPr/>
            <p:nvPr/>
          </p:nvSpPr>
          <p:spPr bwMode="auto">
            <a:xfrm>
              <a:off x="2514600" y="1676400"/>
              <a:ext cx="1371600" cy="1371600"/>
            </a:xfrm>
            <a:prstGeom prst="ellipse">
              <a:avLst/>
            </a:prstGeom>
            <a:solidFill>
              <a:schemeClr val="accent6">
                <a:alpha val="3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n-lt"/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DB0F0F10-D7D8-1640-9A0C-9565AAB0FEFE}"/>
                </a:ext>
              </a:extLst>
            </p:cNvPr>
            <p:cNvSpPr/>
            <p:nvPr/>
          </p:nvSpPr>
          <p:spPr bwMode="auto">
            <a:xfrm>
              <a:off x="2133600" y="2971800"/>
              <a:ext cx="1066800" cy="1066800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dirty="0">
                <a:latin typeface="+mn-lt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CE101BB6-2D44-AE47-B636-34B1D3A0968C}"/>
                </a:ext>
              </a:extLst>
            </p:cNvPr>
            <p:cNvSpPr/>
            <p:nvPr/>
          </p:nvSpPr>
          <p:spPr bwMode="auto">
            <a:xfrm>
              <a:off x="5562600" y="1905000"/>
              <a:ext cx="1066800" cy="1066800"/>
            </a:xfrm>
            <a:prstGeom prst="ellipse">
              <a:avLst/>
            </a:prstGeom>
            <a:solidFill>
              <a:schemeClr val="accent4">
                <a:alpha val="3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dirty="0">
                <a:latin typeface="+mn-lt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F37AEB84-A496-5C4C-B198-2DC87E4C7369}"/>
                </a:ext>
              </a:extLst>
            </p:cNvPr>
            <p:cNvSpPr/>
            <p:nvPr/>
          </p:nvSpPr>
          <p:spPr bwMode="auto">
            <a:xfrm>
              <a:off x="3733800" y="914400"/>
              <a:ext cx="1066800" cy="1066800"/>
            </a:xfrm>
            <a:prstGeom prst="ellipse">
              <a:avLst/>
            </a:prstGeom>
            <a:solidFill>
              <a:schemeClr val="accent6">
                <a:alpha val="3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dirty="0">
                <a:latin typeface="+mn-lt"/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67DF15DD-D0E7-5B4B-A4A4-9AFEE1F0D51D}"/>
                </a:ext>
              </a:extLst>
            </p:cNvPr>
            <p:cNvSpPr/>
            <p:nvPr/>
          </p:nvSpPr>
          <p:spPr bwMode="auto">
            <a:xfrm>
              <a:off x="2209800" y="3429000"/>
              <a:ext cx="2133600" cy="21336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dirty="0">
                <a:latin typeface="+mn-lt"/>
              </a:endParaRPr>
            </a:p>
          </p:txBody>
        </p:sp>
      </p:grp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D86FCA9C-66CC-E04D-B6F2-A3086978BEC9}"/>
              </a:ext>
            </a:extLst>
          </p:cNvPr>
          <p:cNvCxnSpPr/>
          <p:nvPr userDrawn="1"/>
        </p:nvCxnSpPr>
        <p:spPr bwMode="auto">
          <a:xfrm rot="5400000" flipH="1" flipV="1">
            <a:off x="6432407" y="3270702"/>
            <a:ext cx="34669" cy="1418071"/>
          </a:xfrm>
          <a:prstGeom prst="bentConnector4">
            <a:avLst>
              <a:gd name="adj1" fmla="val -659379"/>
              <a:gd name="adj2" fmla="val 74658"/>
            </a:avLst>
          </a:prstGeom>
          <a:solidFill>
            <a:schemeClr val="accent1"/>
          </a:solidFill>
          <a:ln w="152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35AA603F-C4F2-4C46-A0E1-A150163FDCFF}"/>
              </a:ext>
            </a:extLst>
          </p:cNvPr>
          <p:cNvCxnSpPr/>
          <p:nvPr userDrawn="1"/>
        </p:nvCxnSpPr>
        <p:spPr bwMode="auto">
          <a:xfrm rot="16200000" flipH="1">
            <a:off x="6076285" y="3200585"/>
            <a:ext cx="1605231" cy="528002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52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CC21B4BC-9DB1-FB4C-9C05-89636F8E01BE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966653" y="4823563"/>
            <a:ext cx="1398677" cy="381458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52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1B3094BA-AA5F-CA4F-AEC9-1BBAAE31A0AB}"/>
              </a:ext>
            </a:extLst>
          </p:cNvPr>
          <p:cNvCxnSpPr/>
          <p:nvPr userDrawn="1"/>
        </p:nvCxnSpPr>
        <p:spPr bwMode="auto">
          <a:xfrm rot="5400000">
            <a:off x="7494905" y="3145195"/>
            <a:ext cx="1271526" cy="826491"/>
          </a:xfrm>
          <a:prstGeom prst="bentConnector3">
            <a:avLst>
              <a:gd name="adj1" fmla="val 20627"/>
            </a:avLst>
          </a:prstGeom>
          <a:solidFill>
            <a:schemeClr val="accent1"/>
          </a:solidFill>
          <a:ln w="152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9C580634-6DD3-EE42-8DAC-5CE0F95E8234}"/>
              </a:ext>
            </a:extLst>
          </p:cNvPr>
          <p:cNvCxnSpPr/>
          <p:nvPr userDrawn="1"/>
        </p:nvCxnSpPr>
        <p:spPr bwMode="auto">
          <a:xfrm rot="10800000" flipV="1">
            <a:off x="7768375" y="3488462"/>
            <a:ext cx="896836" cy="321538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52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E8DB08B6-890C-F84C-8BE1-1E2B14E38BD2}"/>
              </a:ext>
            </a:extLst>
          </p:cNvPr>
          <p:cNvCxnSpPr/>
          <p:nvPr userDrawn="1"/>
        </p:nvCxnSpPr>
        <p:spPr bwMode="auto">
          <a:xfrm rot="10800000">
            <a:off x="7701598" y="4505681"/>
            <a:ext cx="1335101" cy="508610"/>
          </a:xfrm>
          <a:prstGeom prst="bentConnector3">
            <a:avLst>
              <a:gd name="adj1" fmla="val 25724"/>
            </a:avLst>
          </a:prstGeom>
          <a:solidFill>
            <a:schemeClr val="accent1"/>
          </a:solidFill>
          <a:ln w="152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5E93BED7-1092-3F44-B6D8-149F86101CC4}"/>
              </a:ext>
            </a:extLst>
          </p:cNvPr>
          <p:cNvCxnSpPr/>
          <p:nvPr userDrawn="1"/>
        </p:nvCxnSpPr>
        <p:spPr bwMode="auto">
          <a:xfrm rot="5400000">
            <a:off x="6367419" y="2781536"/>
            <a:ext cx="2441754" cy="234836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52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D84D262-02D3-1044-8D93-A83A3F0ECFB4}"/>
              </a:ext>
            </a:extLst>
          </p:cNvPr>
          <p:cNvGrpSpPr/>
          <p:nvPr userDrawn="1"/>
        </p:nvGrpSpPr>
        <p:grpSpPr>
          <a:xfrm>
            <a:off x="6673156" y="4112406"/>
            <a:ext cx="1716558" cy="2745594"/>
            <a:chOff x="2435225" y="22552"/>
            <a:chExt cx="4273550" cy="6835448"/>
          </a:xfrm>
          <a:solidFill>
            <a:schemeClr val="tx1"/>
          </a:solidFill>
        </p:grpSpPr>
        <p:sp>
          <p:nvSpPr>
            <p:cNvPr id="57" name="Freeform 5">
              <a:extLst>
                <a:ext uri="{FF2B5EF4-FFF2-40B4-BE49-F238E27FC236}">
                  <a16:creationId xmlns:a16="http://schemas.microsoft.com/office/drawing/2014/main" id="{CFB55F6E-96AE-224F-81AC-D94D4F08AF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3126" y="22552"/>
              <a:ext cx="2317751" cy="634999"/>
            </a:xfrm>
            <a:custGeom>
              <a:avLst/>
              <a:gdLst>
                <a:gd name="T0" fmla="*/ 1460 w 1460"/>
                <a:gd name="T1" fmla="*/ 57 h 400"/>
                <a:gd name="T2" fmla="*/ 1460 w 1460"/>
                <a:gd name="T3" fmla="*/ 57 h 400"/>
                <a:gd name="T4" fmla="*/ 1458 w 1460"/>
                <a:gd name="T5" fmla="*/ 45 h 400"/>
                <a:gd name="T6" fmla="*/ 1454 w 1460"/>
                <a:gd name="T7" fmla="*/ 35 h 400"/>
                <a:gd name="T8" fmla="*/ 1449 w 1460"/>
                <a:gd name="T9" fmla="*/ 24 h 400"/>
                <a:gd name="T10" fmla="*/ 1443 w 1460"/>
                <a:gd name="T11" fmla="*/ 17 h 400"/>
                <a:gd name="T12" fmla="*/ 1434 w 1460"/>
                <a:gd name="T13" fmla="*/ 9 h 400"/>
                <a:gd name="T14" fmla="*/ 1424 w 1460"/>
                <a:gd name="T15" fmla="*/ 4 h 400"/>
                <a:gd name="T16" fmla="*/ 1413 w 1460"/>
                <a:gd name="T17" fmla="*/ 0 h 400"/>
                <a:gd name="T18" fmla="*/ 1402 w 1460"/>
                <a:gd name="T19" fmla="*/ 0 h 400"/>
                <a:gd name="T20" fmla="*/ 58 w 1460"/>
                <a:gd name="T21" fmla="*/ 0 h 400"/>
                <a:gd name="T22" fmla="*/ 58 w 1460"/>
                <a:gd name="T23" fmla="*/ 0 h 400"/>
                <a:gd name="T24" fmla="*/ 47 w 1460"/>
                <a:gd name="T25" fmla="*/ 0 h 400"/>
                <a:gd name="T26" fmla="*/ 35 w 1460"/>
                <a:gd name="T27" fmla="*/ 4 h 400"/>
                <a:gd name="T28" fmla="*/ 26 w 1460"/>
                <a:gd name="T29" fmla="*/ 9 h 400"/>
                <a:gd name="T30" fmla="*/ 17 w 1460"/>
                <a:gd name="T31" fmla="*/ 17 h 400"/>
                <a:gd name="T32" fmla="*/ 11 w 1460"/>
                <a:gd name="T33" fmla="*/ 24 h 400"/>
                <a:gd name="T34" fmla="*/ 4 w 1460"/>
                <a:gd name="T35" fmla="*/ 35 h 400"/>
                <a:gd name="T36" fmla="*/ 2 w 1460"/>
                <a:gd name="T37" fmla="*/ 45 h 400"/>
                <a:gd name="T38" fmla="*/ 0 w 1460"/>
                <a:gd name="T39" fmla="*/ 57 h 400"/>
                <a:gd name="T40" fmla="*/ 0 w 1460"/>
                <a:gd name="T41" fmla="*/ 400 h 400"/>
                <a:gd name="T42" fmla="*/ 1460 w 1460"/>
                <a:gd name="T43" fmla="*/ 400 h 400"/>
                <a:gd name="T44" fmla="*/ 1460 w 1460"/>
                <a:gd name="T45" fmla="*/ 57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460" h="400">
                  <a:moveTo>
                    <a:pt x="1460" y="57"/>
                  </a:moveTo>
                  <a:lnTo>
                    <a:pt x="1460" y="57"/>
                  </a:lnTo>
                  <a:lnTo>
                    <a:pt x="1458" y="45"/>
                  </a:lnTo>
                  <a:lnTo>
                    <a:pt x="1454" y="35"/>
                  </a:lnTo>
                  <a:lnTo>
                    <a:pt x="1449" y="24"/>
                  </a:lnTo>
                  <a:lnTo>
                    <a:pt x="1443" y="17"/>
                  </a:lnTo>
                  <a:lnTo>
                    <a:pt x="1434" y="9"/>
                  </a:lnTo>
                  <a:lnTo>
                    <a:pt x="1424" y="4"/>
                  </a:lnTo>
                  <a:lnTo>
                    <a:pt x="1413" y="0"/>
                  </a:lnTo>
                  <a:lnTo>
                    <a:pt x="1402" y="0"/>
                  </a:lnTo>
                  <a:lnTo>
                    <a:pt x="58" y="0"/>
                  </a:lnTo>
                  <a:lnTo>
                    <a:pt x="58" y="0"/>
                  </a:lnTo>
                  <a:lnTo>
                    <a:pt x="47" y="0"/>
                  </a:lnTo>
                  <a:lnTo>
                    <a:pt x="35" y="4"/>
                  </a:lnTo>
                  <a:lnTo>
                    <a:pt x="26" y="9"/>
                  </a:lnTo>
                  <a:lnTo>
                    <a:pt x="17" y="17"/>
                  </a:lnTo>
                  <a:lnTo>
                    <a:pt x="11" y="24"/>
                  </a:lnTo>
                  <a:lnTo>
                    <a:pt x="4" y="35"/>
                  </a:lnTo>
                  <a:lnTo>
                    <a:pt x="2" y="45"/>
                  </a:lnTo>
                  <a:lnTo>
                    <a:pt x="0" y="57"/>
                  </a:lnTo>
                  <a:lnTo>
                    <a:pt x="0" y="400"/>
                  </a:lnTo>
                  <a:lnTo>
                    <a:pt x="1460" y="400"/>
                  </a:lnTo>
                  <a:lnTo>
                    <a:pt x="1460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mv="urn:schemas-microsoft-com:mac:vml" xmlns:mc="http://schemas.openxmlformats.org/markup-compatibility/2006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n-lt"/>
              </a:endParaRPr>
            </a:p>
          </p:txBody>
        </p:sp>
        <p:sp>
          <p:nvSpPr>
            <p:cNvPr id="58" name="Freeform 6">
              <a:extLst>
                <a:ext uri="{FF2B5EF4-FFF2-40B4-BE49-F238E27FC236}">
                  <a16:creationId xmlns:a16="http://schemas.microsoft.com/office/drawing/2014/main" id="{B690F8CB-3C73-AC4D-8E2B-AF4B84240C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5225" y="5880100"/>
              <a:ext cx="4273550" cy="977900"/>
            </a:xfrm>
            <a:custGeom>
              <a:avLst/>
              <a:gdLst>
                <a:gd name="T0" fmla="*/ 2076 w 2692"/>
                <a:gd name="T1" fmla="*/ 4 h 616"/>
                <a:gd name="T2" fmla="*/ 616 w 2692"/>
                <a:gd name="T3" fmla="*/ 0 h 616"/>
                <a:gd name="T4" fmla="*/ 615 w 2692"/>
                <a:gd name="T5" fmla="*/ 32 h 616"/>
                <a:gd name="T6" fmla="*/ 609 w 2692"/>
                <a:gd name="T7" fmla="*/ 94 h 616"/>
                <a:gd name="T8" fmla="*/ 597 w 2692"/>
                <a:gd name="T9" fmla="*/ 154 h 616"/>
                <a:gd name="T10" fmla="*/ 579 w 2692"/>
                <a:gd name="T11" fmla="*/ 212 h 616"/>
                <a:gd name="T12" fmla="*/ 556 w 2692"/>
                <a:gd name="T13" fmla="*/ 267 h 616"/>
                <a:gd name="T14" fmla="*/ 526 w 2692"/>
                <a:gd name="T15" fmla="*/ 320 h 616"/>
                <a:gd name="T16" fmla="*/ 494 w 2692"/>
                <a:gd name="T17" fmla="*/ 369 h 616"/>
                <a:gd name="T18" fmla="*/ 456 w 2692"/>
                <a:gd name="T19" fmla="*/ 414 h 616"/>
                <a:gd name="T20" fmla="*/ 414 w 2692"/>
                <a:gd name="T21" fmla="*/ 456 h 616"/>
                <a:gd name="T22" fmla="*/ 368 w 2692"/>
                <a:gd name="T23" fmla="*/ 494 h 616"/>
                <a:gd name="T24" fmla="*/ 319 w 2692"/>
                <a:gd name="T25" fmla="*/ 527 h 616"/>
                <a:gd name="T26" fmla="*/ 266 w 2692"/>
                <a:gd name="T27" fmla="*/ 556 h 616"/>
                <a:gd name="T28" fmla="*/ 211 w 2692"/>
                <a:gd name="T29" fmla="*/ 579 h 616"/>
                <a:gd name="T30" fmla="*/ 153 w 2692"/>
                <a:gd name="T31" fmla="*/ 597 h 616"/>
                <a:gd name="T32" fmla="*/ 94 w 2692"/>
                <a:gd name="T33" fmla="*/ 610 h 616"/>
                <a:gd name="T34" fmla="*/ 31 w 2692"/>
                <a:gd name="T35" fmla="*/ 616 h 616"/>
                <a:gd name="T36" fmla="*/ 2692 w 2692"/>
                <a:gd name="T37" fmla="*/ 616 h 616"/>
                <a:gd name="T38" fmla="*/ 2660 w 2692"/>
                <a:gd name="T39" fmla="*/ 616 h 616"/>
                <a:gd name="T40" fmla="*/ 2598 w 2692"/>
                <a:gd name="T41" fmla="*/ 610 h 616"/>
                <a:gd name="T42" fmla="*/ 2538 w 2692"/>
                <a:gd name="T43" fmla="*/ 597 h 616"/>
                <a:gd name="T44" fmla="*/ 2480 w 2692"/>
                <a:gd name="T45" fmla="*/ 579 h 616"/>
                <a:gd name="T46" fmla="*/ 2424 w 2692"/>
                <a:gd name="T47" fmla="*/ 556 h 616"/>
                <a:gd name="T48" fmla="*/ 2372 w 2692"/>
                <a:gd name="T49" fmla="*/ 527 h 616"/>
                <a:gd name="T50" fmla="*/ 2323 w 2692"/>
                <a:gd name="T51" fmla="*/ 494 h 616"/>
                <a:gd name="T52" fmla="*/ 2278 w 2692"/>
                <a:gd name="T53" fmla="*/ 456 h 616"/>
                <a:gd name="T54" fmla="*/ 2235 w 2692"/>
                <a:gd name="T55" fmla="*/ 414 h 616"/>
                <a:gd name="T56" fmla="*/ 2198 w 2692"/>
                <a:gd name="T57" fmla="*/ 369 h 616"/>
                <a:gd name="T58" fmla="*/ 2164 w 2692"/>
                <a:gd name="T59" fmla="*/ 320 h 616"/>
                <a:gd name="T60" fmla="*/ 2136 w 2692"/>
                <a:gd name="T61" fmla="*/ 267 h 616"/>
                <a:gd name="T62" fmla="*/ 2113 w 2692"/>
                <a:gd name="T63" fmla="*/ 212 h 616"/>
                <a:gd name="T64" fmla="*/ 2095 w 2692"/>
                <a:gd name="T65" fmla="*/ 154 h 616"/>
                <a:gd name="T66" fmla="*/ 2082 w 2692"/>
                <a:gd name="T67" fmla="*/ 94 h 616"/>
                <a:gd name="T68" fmla="*/ 2076 w 2692"/>
                <a:gd name="T69" fmla="*/ 32 h 616"/>
                <a:gd name="T70" fmla="*/ 2076 w 2692"/>
                <a:gd name="T71" fmla="*/ 0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692" h="616">
                  <a:moveTo>
                    <a:pt x="2076" y="0"/>
                  </a:moveTo>
                  <a:lnTo>
                    <a:pt x="2076" y="4"/>
                  </a:lnTo>
                  <a:lnTo>
                    <a:pt x="616" y="4"/>
                  </a:lnTo>
                  <a:lnTo>
                    <a:pt x="616" y="0"/>
                  </a:lnTo>
                  <a:lnTo>
                    <a:pt x="616" y="0"/>
                  </a:lnTo>
                  <a:lnTo>
                    <a:pt x="615" y="32"/>
                  </a:lnTo>
                  <a:lnTo>
                    <a:pt x="613" y="63"/>
                  </a:lnTo>
                  <a:lnTo>
                    <a:pt x="609" y="94"/>
                  </a:lnTo>
                  <a:lnTo>
                    <a:pt x="604" y="125"/>
                  </a:lnTo>
                  <a:lnTo>
                    <a:pt x="597" y="154"/>
                  </a:lnTo>
                  <a:lnTo>
                    <a:pt x="588" y="184"/>
                  </a:lnTo>
                  <a:lnTo>
                    <a:pt x="579" y="212"/>
                  </a:lnTo>
                  <a:lnTo>
                    <a:pt x="567" y="240"/>
                  </a:lnTo>
                  <a:lnTo>
                    <a:pt x="556" y="267"/>
                  </a:lnTo>
                  <a:lnTo>
                    <a:pt x="542" y="294"/>
                  </a:lnTo>
                  <a:lnTo>
                    <a:pt x="526" y="320"/>
                  </a:lnTo>
                  <a:lnTo>
                    <a:pt x="511" y="345"/>
                  </a:lnTo>
                  <a:lnTo>
                    <a:pt x="494" y="369"/>
                  </a:lnTo>
                  <a:lnTo>
                    <a:pt x="475" y="392"/>
                  </a:lnTo>
                  <a:lnTo>
                    <a:pt x="456" y="414"/>
                  </a:lnTo>
                  <a:lnTo>
                    <a:pt x="435" y="436"/>
                  </a:lnTo>
                  <a:lnTo>
                    <a:pt x="414" y="456"/>
                  </a:lnTo>
                  <a:lnTo>
                    <a:pt x="391" y="476"/>
                  </a:lnTo>
                  <a:lnTo>
                    <a:pt x="368" y="494"/>
                  </a:lnTo>
                  <a:lnTo>
                    <a:pt x="345" y="512"/>
                  </a:lnTo>
                  <a:lnTo>
                    <a:pt x="319" y="527"/>
                  </a:lnTo>
                  <a:lnTo>
                    <a:pt x="293" y="543"/>
                  </a:lnTo>
                  <a:lnTo>
                    <a:pt x="266" y="556"/>
                  </a:lnTo>
                  <a:lnTo>
                    <a:pt x="239" y="568"/>
                  </a:lnTo>
                  <a:lnTo>
                    <a:pt x="211" y="579"/>
                  </a:lnTo>
                  <a:lnTo>
                    <a:pt x="183" y="589"/>
                  </a:lnTo>
                  <a:lnTo>
                    <a:pt x="153" y="597"/>
                  </a:lnTo>
                  <a:lnTo>
                    <a:pt x="124" y="604"/>
                  </a:lnTo>
                  <a:lnTo>
                    <a:pt x="94" y="610"/>
                  </a:lnTo>
                  <a:lnTo>
                    <a:pt x="63" y="613"/>
                  </a:lnTo>
                  <a:lnTo>
                    <a:pt x="31" y="616"/>
                  </a:lnTo>
                  <a:lnTo>
                    <a:pt x="0" y="616"/>
                  </a:lnTo>
                  <a:lnTo>
                    <a:pt x="2692" y="616"/>
                  </a:lnTo>
                  <a:lnTo>
                    <a:pt x="2692" y="616"/>
                  </a:lnTo>
                  <a:lnTo>
                    <a:pt x="2660" y="616"/>
                  </a:lnTo>
                  <a:lnTo>
                    <a:pt x="2629" y="613"/>
                  </a:lnTo>
                  <a:lnTo>
                    <a:pt x="2598" y="610"/>
                  </a:lnTo>
                  <a:lnTo>
                    <a:pt x="2567" y="604"/>
                  </a:lnTo>
                  <a:lnTo>
                    <a:pt x="2538" y="597"/>
                  </a:lnTo>
                  <a:lnTo>
                    <a:pt x="2508" y="589"/>
                  </a:lnTo>
                  <a:lnTo>
                    <a:pt x="2480" y="579"/>
                  </a:lnTo>
                  <a:lnTo>
                    <a:pt x="2451" y="568"/>
                  </a:lnTo>
                  <a:lnTo>
                    <a:pt x="2424" y="556"/>
                  </a:lnTo>
                  <a:lnTo>
                    <a:pt x="2399" y="543"/>
                  </a:lnTo>
                  <a:lnTo>
                    <a:pt x="2372" y="527"/>
                  </a:lnTo>
                  <a:lnTo>
                    <a:pt x="2347" y="512"/>
                  </a:lnTo>
                  <a:lnTo>
                    <a:pt x="2323" y="494"/>
                  </a:lnTo>
                  <a:lnTo>
                    <a:pt x="2300" y="476"/>
                  </a:lnTo>
                  <a:lnTo>
                    <a:pt x="2278" y="456"/>
                  </a:lnTo>
                  <a:lnTo>
                    <a:pt x="2256" y="436"/>
                  </a:lnTo>
                  <a:lnTo>
                    <a:pt x="2235" y="414"/>
                  </a:lnTo>
                  <a:lnTo>
                    <a:pt x="2216" y="392"/>
                  </a:lnTo>
                  <a:lnTo>
                    <a:pt x="2198" y="369"/>
                  </a:lnTo>
                  <a:lnTo>
                    <a:pt x="2181" y="345"/>
                  </a:lnTo>
                  <a:lnTo>
                    <a:pt x="2164" y="320"/>
                  </a:lnTo>
                  <a:lnTo>
                    <a:pt x="2150" y="294"/>
                  </a:lnTo>
                  <a:lnTo>
                    <a:pt x="2136" y="267"/>
                  </a:lnTo>
                  <a:lnTo>
                    <a:pt x="2123" y="240"/>
                  </a:lnTo>
                  <a:lnTo>
                    <a:pt x="2113" y="212"/>
                  </a:lnTo>
                  <a:lnTo>
                    <a:pt x="2103" y="184"/>
                  </a:lnTo>
                  <a:lnTo>
                    <a:pt x="2095" y="154"/>
                  </a:lnTo>
                  <a:lnTo>
                    <a:pt x="2088" y="125"/>
                  </a:lnTo>
                  <a:lnTo>
                    <a:pt x="2082" y="94"/>
                  </a:lnTo>
                  <a:lnTo>
                    <a:pt x="2078" y="63"/>
                  </a:lnTo>
                  <a:lnTo>
                    <a:pt x="2076" y="32"/>
                  </a:lnTo>
                  <a:lnTo>
                    <a:pt x="2076" y="0"/>
                  </a:lnTo>
                  <a:lnTo>
                    <a:pt x="207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mv="urn:schemas-microsoft-com:mac:vml" xmlns:mc="http://schemas.openxmlformats.org/markup-compatibility/2006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n-lt"/>
              </a:endParaRPr>
            </a:p>
          </p:txBody>
        </p:sp>
        <p:sp>
          <p:nvSpPr>
            <p:cNvPr id="59" name="Rectangle 7">
              <a:extLst>
                <a:ext uri="{FF2B5EF4-FFF2-40B4-BE49-F238E27FC236}">
                  <a16:creationId xmlns:a16="http://schemas.microsoft.com/office/drawing/2014/main" id="{4C3A2CA9-C71F-AD43-9756-904374EFC4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126" y="646276"/>
              <a:ext cx="2317751" cy="525145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mv="urn:schemas-microsoft-com:mac:vml" xmlns:mc="http://schemas.openxmlformats.org/markup-compatibility/2006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n-lt"/>
              </a:endParaRPr>
            </a:p>
          </p:txBody>
        </p:sp>
      </p:grpSp>
      <p:sp>
        <p:nvSpPr>
          <p:cNvPr id="60" name="Oval 59">
            <a:extLst>
              <a:ext uri="{FF2B5EF4-FFF2-40B4-BE49-F238E27FC236}">
                <a16:creationId xmlns:a16="http://schemas.microsoft.com/office/drawing/2014/main" id="{5487250A-E54A-2C43-AD9C-AD66A266D97E}"/>
              </a:ext>
            </a:extLst>
          </p:cNvPr>
          <p:cNvSpPr/>
          <p:nvPr userDrawn="1"/>
        </p:nvSpPr>
        <p:spPr bwMode="auto">
          <a:xfrm>
            <a:off x="4567976" y="4163924"/>
            <a:ext cx="1398677" cy="1398677"/>
          </a:xfrm>
          <a:prstGeom prst="ellipse">
            <a:avLst/>
          </a:prstGeom>
          <a:solidFill>
            <a:schemeClr val="accent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latin typeface="+mn-lt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817ACE2F-6065-9749-80C4-B354D9808D0C}"/>
              </a:ext>
            </a:extLst>
          </p:cNvPr>
          <p:cNvSpPr/>
          <p:nvPr userDrawn="1"/>
        </p:nvSpPr>
        <p:spPr bwMode="auto">
          <a:xfrm>
            <a:off x="5041368" y="2598395"/>
            <a:ext cx="1398677" cy="1398677"/>
          </a:xfrm>
          <a:prstGeom prst="ellipse">
            <a:avLst/>
          </a:prstGeom>
          <a:solidFill>
            <a:schemeClr val="accent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sz="2000" dirty="0">
              <a:latin typeface="+mn-lt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4A4FCCCF-FDB1-1A42-852B-BC84435F4D69}"/>
              </a:ext>
            </a:extLst>
          </p:cNvPr>
          <p:cNvSpPr/>
          <p:nvPr userDrawn="1"/>
        </p:nvSpPr>
        <p:spPr bwMode="auto">
          <a:xfrm>
            <a:off x="8665212" y="2789124"/>
            <a:ext cx="1398677" cy="139867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sz="2000" dirty="0">
              <a:latin typeface="+mn-lt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29CAB780-98D6-FE4E-AAE2-F4E31D2DBC56}"/>
              </a:ext>
            </a:extLst>
          </p:cNvPr>
          <p:cNvSpPr/>
          <p:nvPr userDrawn="1"/>
        </p:nvSpPr>
        <p:spPr bwMode="auto">
          <a:xfrm>
            <a:off x="9036699" y="4314954"/>
            <a:ext cx="1398677" cy="1398677"/>
          </a:xfrm>
          <a:prstGeom prst="ellipse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sz="2000" dirty="0">
              <a:latin typeface="+mn-lt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819CDF1E-1C86-FA4B-ABCE-DA00BA7A2A86}"/>
              </a:ext>
            </a:extLst>
          </p:cNvPr>
          <p:cNvSpPr/>
          <p:nvPr userDrawn="1"/>
        </p:nvSpPr>
        <p:spPr bwMode="auto">
          <a:xfrm>
            <a:off x="5915560" y="1263295"/>
            <a:ext cx="1398677" cy="1398677"/>
          </a:xfrm>
          <a:prstGeom prst="ellipse">
            <a:avLst/>
          </a:prstGeom>
          <a:solidFill>
            <a:schemeClr val="accent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sz="2000" dirty="0">
              <a:latin typeface="+mn-lt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0F362301-81AC-1749-8A81-29BA42D903AA}"/>
              </a:ext>
            </a:extLst>
          </p:cNvPr>
          <p:cNvSpPr/>
          <p:nvPr userDrawn="1"/>
        </p:nvSpPr>
        <p:spPr bwMode="auto">
          <a:xfrm>
            <a:off x="7844576" y="1524001"/>
            <a:ext cx="1398677" cy="1398677"/>
          </a:xfrm>
          <a:prstGeom prst="ellipse">
            <a:avLst/>
          </a:prstGeom>
          <a:solidFill>
            <a:schemeClr val="accent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sz="2000" dirty="0">
              <a:latin typeface="+mn-lt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CC61450C-EA2E-6B4F-844E-B306BBD10FF7}"/>
              </a:ext>
            </a:extLst>
          </p:cNvPr>
          <p:cNvSpPr/>
          <p:nvPr userDrawn="1"/>
        </p:nvSpPr>
        <p:spPr bwMode="auto">
          <a:xfrm>
            <a:off x="7006376" y="279401"/>
            <a:ext cx="1398677" cy="1398677"/>
          </a:xfrm>
          <a:prstGeom prst="ellipse">
            <a:avLst/>
          </a:prstGeom>
          <a:solidFill>
            <a:srgbClr val="C9E34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sz="2000" dirty="0">
              <a:latin typeface="+mn-lt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ADC0EC-6490-1840-A8F8-59B4145953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63533" y="4734580"/>
            <a:ext cx="1456267" cy="523220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US" sz="1400" dirty="0" smtClean="0">
                <a:latin typeface="+mn-lt"/>
              </a:defRPr>
            </a:lvl1pPr>
          </a:lstStyle>
          <a:p>
            <a:pPr marL="0" lvl="0" algn="ctr"/>
            <a:r>
              <a:rPr lang="en-US"/>
              <a:t>Edit Master text styles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FCC847DA-25EA-4F4B-9A7E-F7D8C0F229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20733" y="3206355"/>
            <a:ext cx="1456267" cy="523220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US" sz="1400" dirty="0" smtClean="0">
                <a:latin typeface="+mn-lt"/>
              </a:defRPr>
            </a:lvl1pPr>
          </a:lstStyle>
          <a:p>
            <a:pPr marL="0" lvl="0" algn="ctr"/>
            <a:r>
              <a:rPr lang="en-US"/>
              <a:t>Edit Master text styles</a:t>
            </a: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2509A5AD-1983-DF46-B2BC-24351BB75A6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8933" y="1921615"/>
            <a:ext cx="1456267" cy="523220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US" sz="1400" dirty="0" smtClean="0">
                <a:latin typeface="+mn-lt"/>
              </a:defRPr>
            </a:lvl1pPr>
          </a:lstStyle>
          <a:p>
            <a:pPr marL="0" lvl="0" algn="ctr"/>
            <a:r>
              <a:rPr lang="en-US"/>
              <a:t>Edit Master text styles</a:t>
            </a:r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B99E3DC2-D51A-3A46-AF04-BCA8C8816B9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34200" y="838200"/>
            <a:ext cx="1456267" cy="523220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US" sz="1400" dirty="0" smtClean="0">
                <a:latin typeface="+mn-lt"/>
              </a:defRPr>
            </a:lvl1pPr>
          </a:lstStyle>
          <a:p>
            <a:pPr marL="0" lvl="0" algn="ctr"/>
            <a:r>
              <a:rPr lang="en-US"/>
              <a:t>Edit Master text styles</a:t>
            </a:r>
          </a:p>
        </p:txBody>
      </p:sp>
      <p:sp>
        <p:nvSpPr>
          <p:cNvPr id="29" name="Text Placeholder 16">
            <a:extLst>
              <a:ext uri="{FF2B5EF4-FFF2-40B4-BE49-F238E27FC236}">
                <a16:creationId xmlns:a16="http://schemas.microsoft.com/office/drawing/2014/main" id="{DEB6100F-A88E-4044-AABA-AADE6C51103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840133" y="2143780"/>
            <a:ext cx="1456267" cy="523220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US" sz="1400" dirty="0" smtClean="0">
                <a:latin typeface="+mn-lt"/>
              </a:defRPr>
            </a:lvl1pPr>
          </a:lstStyle>
          <a:p>
            <a:pPr marL="0" lvl="0" algn="ctr"/>
            <a:r>
              <a:rPr lang="en-US"/>
              <a:t>Edit Master text styles</a:t>
            </a:r>
          </a:p>
        </p:txBody>
      </p:sp>
      <p:sp>
        <p:nvSpPr>
          <p:cNvPr id="31" name="Text Placeholder 16">
            <a:extLst>
              <a:ext uri="{FF2B5EF4-FFF2-40B4-BE49-F238E27FC236}">
                <a16:creationId xmlns:a16="http://schemas.microsoft.com/office/drawing/2014/main" id="{5DC2E5E4-0F5B-4C40-9A9C-EA67D97C2DC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610600" y="3439180"/>
            <a:ext cx="1456267" cy="523220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US" sz="1400" dirty="0" smtClean="0">
                <a:latin typeface="+mn-lt"/>
              </a:defRPr>
            </a:lvl1pPr>
          </a:lstStyle>
          <a:p>
            <a:pPr marL="0" lvl="0" algn="ctr"/>
            <a:r>
              <a:rPr lang="en-US"/>
              <a:t>Edit Master text styles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B0D479E3-D54D-E347-92A4-6121706B50F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983133" y="4886980"/>
            <a:ext cx="1456267" cy="523220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US" sz="1400" dirty="0" smtClean="0">
                <a:latin typeface="+mn-lt"/>
              </a:defRPr>
            </a:lvl1pPr>
          </a:lstStyle>
          <a:p>
            <a:pPr marL="0" lvl="0" algn="ctr"/>
            <a:r>
              <a:rPr lang="en-US"/>
              <a:t>Edit Master text styles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93FF101-5280-E843-B4C6-7CDFE363CD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46600" y="5130800"/>
            <a:ext cx="1456267" cy="279400"/>
          </a:xfrm>
          <a:noFill/>
          <a:ln w="9525">
            <a:noFill/>
            <a:miter lim="800000"/>
            <a:headEnd/>
            <a:tailEnd/>
          </a:ln>
        </p:spPr>
        <p:txBody>
          <a:bodyPr lIns="45720" tIns="18288" rIns="27432" bIns="18288"/>
          <a:lstStyle>
            <a:lvl1pPr marL="0" indent="0">
              <a:buNone/>
              <a:defRPr lang="en-US" sz="1100" dirty="0" smtClean="0">
                <a:latin typeface="+mn-lt"/>
              </a:defRPr>
            </a:lvl1pPr>
          </a:lstStyle>
          <a:p>
            <a:pPr marL="0" lvl="0" algn="ctr">
              <a:lnSpc>
                <a:spcPct val="85000"/>
              </a:lnSpc>
              <a:spcBef>
                <a:spcPts val="200"/>
              </a:spcBef>
            </a:pPr>
            <a:r>
              <a:rPr lang="en-US"/>
              <a:t>Edit Master text styles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CACF73E7-5838-894B-8D43-F597EA13DAD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0733" y="3581400"/>
            <a:ext cx="1456267" cy="279400"/>
          </a:xfrm>
          <a:noFill/>
          <a:ln w="9525">
            <a:noFill/>
            <a:miter lim="800000"/>
            <a:headEnd/>
            <a:tailEnd/>
          </a:ln>
        </p:spPr>
        <p:txBody>
          <a:bodyPr lIns="45720" tIns="18288" rIns="27432" bIns="18288"/>
          <a:lstStyle>
            <a:lvl1pPr marL="0" indent="0">
              <a:buNone/>
              <a:defRPr lang="en-US" sz="1100" dirty="0" smtClean="0">
                <a:latin typeface="+mn-lt"/>
              </a:defRPr>
            </a:lvl1pPr>
          </a:lstStyle>
          <a:p>
            <a:pPr marL="0" lvl="0" algn="ctr">
              <a:lnSpc>
                <a:spcPct val="85000"/>
              </a:lnSpc>
              <a:spcBef>
                <a:spcPts val="200"/>
              </a:spcBef>
            </a:pPr>
            <a:r>
              <a:rPr lang="en-US"/>
              <a:t>Edit Master text styles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85B764EF-3461-D744-8CB5-3827CFFACA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58933" y="2286000"/>
            <a:ext cx="1456267" cy="279400"/>
          </a:xfrm>
          <a:noFill/>
          <a:ln w="9525">
            <a:noFill/>
            <a:miter lim="800000"/>
            <a:headEnd/>
            <a:tailEnd/>
          </a:ln>
        </p:spPr>
        <p:txBody>
          <a:bodyPr lIns="45720" tIns="18288" rIns="27432" bIns="18288"/>
          <a:lstStyle>
            <a:lvl1pPr marL="0" indent="0">
              <a:buNone/>
              <a:defRPr lang="en-US" sz="1100" dirty="0" smtClean="0">
                <a:latin typeface="+mn-lt"/>
              </a:defRPr>
            </a:lvl1pPr>
          </a:lstStyle>
          <a:p>
            <a:pPr marL="0" lvl="0" algn="ctr">
              <a:lnSpc>
                <a:spcPct val="85000"/>
              </a:lnSpc>
              <a:spcBef>
                <a:spcPts val="200"/>
              </a:spcBef>
            </a:pPr>
            <a:r>
              <a:rPr lang="en-US"/>
              <a:t>Edit Master text styles</a:t>
            </a:r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5AC1DB57-31F8-2642-8478-66B1F260B71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4200" y="1219200"/>
            <a:ext cx="1456267" cy="279400"/>
          </a:xfrm>
          <a:noFill/>
          <a:ln w="9525">
            <a:noFill/>
            <a:miter lim="800000"/>
            <a:headEnd/>
            <a:tailEnd/>
          </a:ln>
        </p:spPr>
        <p:txBody>
          <a:bodyPr lIns="45720" tIns="18288" rIns="27432" bIns="18288"/>
          <a:lstStyle>
            <a:lvl1pPr marL="0" indent="0">
              <a:buNone/>
              <a:defRPr lang="en-US" sz="1100" dirty="0" smtClean="0">
                <a:latin typeface="+mn-lt"/>
              </a:defRPr>
            </a:lvl1pPr>
          </a:lstStyle>
          <a:p>
            <a:pPr marL="0" lvl="0" algn="ctr">
              <a:lnSpc>
                <a:spcPct val="85000"/>
              </a:lnSpc>
              <a:spcBef>
                <a:spcPts val="200"/>
              </a:spcBef>
            </a:pPr>
            <a:r>
              <a:rPr lang="en-US"/>
              <a:t>Edit Master text styles</a:t>
            </a:r>
          </a:p>
        </p:txBody>
      </p:sp>
      <p:sp>
        <p:nvSpPr>
          <p:cNvPr id="30" name="Text Placeholder 18">
            <a:extLst>
              <a:ext uri="{FF2B5EF4-FFF2-40B4-BE49-F238E27FC236}">
                <a16:creationId xmlns:a16="http://schemas.microsoft.com/office/drawing/2014/main" id="{94AB423B-0440-F94D-BC6D-C0DE9B6040F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848600" y="2540000"/>
            <a:ext cx="1456267" cy="279400"/>
          </a:xfrm>
          <a:noFill/>
          <a:ln w="9525">
            <a:noFill/>
            <a:miter lim="800000"/>
            <a:headEnd/>
            <a:tailEnd/>
          </a:ln>
        </p:spPr>
        <p:txBody>
          <a:bodyPr lIns="45720" tIns="18288" rIns="27432" bIns="18288"/>
          <a:lstStyle>
            <a:lvl1pPr marL="0" indent="0">
              <a:buNone/>
              <a:defRPr lang="en-US" sz="1100" dirty="0" smtClean="0">
                <a:latin typeface="+mn-lt"/>
              </a:defRPr>
            </a:lvl1pPr>
          </a:lstStyle>
          <a:p>
            <a:pPr marL="0" lvl="0" algn="ctr">
              <a:lnSpc>
                <a:spcPct val="85000"/>
              </a:lnSpc>
              <a:spcBef>
                <a:spcPts val="200"/>
              </a:spcBef>
            </a:pPr>
            <a:r>
              <a:rPr lang="en-US"/>
              <a:t>Edit Master text styles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21825D6A-077B-C543-9FD9-0BF4439E542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600" y="3835400"/>
            <a:ext cx="1456267" cy="279400"/>
          </a:xfrm>
          <a:noFill/>
          <a:ln w="9525">
            <a:noFill/>
            <a:miter lim="800000"/>
            <a:headEnd/>
            <a:tailEnd/>
          </a:ln>
        </p:spPr>
        <p:txBody>
          <a:bodyPr lIns="45720" tIns="18288" rIns="27432" bIns="18288"/>
          <a:lstStyle>
            <a:lvl1pPr marL="0" indent="0">
              <a:buNone/>
              <a:defRPr lang="en-US" sz="1100" dirty="0" smtClean="0">
                <a:latin typeface="+mn-lt"/>
              </a:defRPr>
            </a:lvl1pPr>
          </a:lstStyle>
          <a:p>
            <a:pPr marL="0" lvl="0" algn="ctr">
              <a:lnSpc>
                <a:spcPct val="85000"/>
              </a:lnSpc>
              <a:spcBef>
                <a:spcPts val="200"/>
              </a:spcBef>
            </a:pPr>
            <a:r>
              <a:rPr lang="en-US"/>
              <a:t>Edit Master text styles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AD95572F-76E9-EE44-8208-F41859309E4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991600" y="5334000"/>
            <a:ext cx="1456267" cy="279400"/>
          </a:xfrm>
          <a:noFill/>
          <a:ln w="9525">
            <a:noFill/>
            <a:miter lim="800000"/>
            <a:headEnd/>
            <a:tailEnd/>
          </a:ln>
        </p:spPr>
        <p:txBody>
          <a:bodyPr lIns="45720" tIns="18288" rIns="27432" bIns="18288"/>
          <a:lstStyle>
            <a:lvl1pPr marL="0" indent="0">
              <a:buNone/>
              <a:defRPr lang="en-US" sz="1100" dirty="0" smtClean="0">
                <a:latin typeface="+mn-lt"/>
              </a:defRPr>
            </a:lvl1pPr>
          </a:lstStyle>
          <a:p>
            <a:pPr marL="0" lvl="0" algn="ctr">
              <a:lnSpc>
                <a:spcPct val="85000"/>
              </a:lnSpc>
              <a:spcBef>
                <a:spcPts val="200"/>
              </a:spcBef>
            </a:pPr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1514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3C3B31-7802-4347-B850-BF6E2AC1D0D7}" type="datetimeFigureOut">
              <a:rPr lang="en-US" smtClean="0"/>
              <a:t>23/05/2024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67266A-88C0-4507-8899-2B4F3B268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701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2.png"/><Relationship Id="rId7" Type="http://schemas.microsoft.com/office/2007/relationships/hdphoto" Target="../media/hdphoto2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microsoft.com/office/2007/relationships/hdphoto" Target="../media/hdphoto1.wdp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microsoft.com/office/2007/relationships/hdphoto" Target="../media/hdphoto3.wdp"/><Relationship Id="rId7" Type="http://schemas.openxmlformats.org/officeDocument/2006/relationships/image" Target="../media/image30.png"/><Relationship Id="rId12" Type="http://schemas.openxmlformats.org/officeDocument/2006/relationships/image" Target="../media/image3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3.png"/><Relationship Id="rId5" Type="http://schemas.openxmlformats.org/officeDocument/2006/relationships/image" Target="../media/image28.png"/><Relationship Id="rId10" Type="http://schemas.openxmlformats.org/officeDocument/2006/relationships/image" Target="../media/image32.png"/><Relationship Id="rId4" Type="http://schemas.openxmlformats.org/officeDocument/2006/relationships/image" Target="../media/image27.png"/><Relationship Id="rId9" Type="http://schemas.microsoft.com/office/2007/relationships/hdphoto" Target="../media/hdphoto4.wdp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35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37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43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3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9.xml"/><Relationship Id="rId3" Type="http://schemas.microsoft.com/office/2007/relationships/hdphoto" Target="../media/hdphoto5.wdp"/><Relationship Id="rId7" Type="http://schemas.openxmlformats.org/officeDocument/2006/relationships/diagramColors" Target="../diagrams/colors9.xm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9.xml"/><Relationship Id="rId5" Type="http://schemas.openxmlformats.org/officeDocument/2006/relationships/diagramLayout" Target="../diagrams/layout9.xml"/><Relationship Id="rId4" Type="http://schemas.openxmlformats.org/officeDocument/2006/relationships/diagramData" Target="../diagrams/data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7" Type="http://schemas.openxmlformats.org/officeDocument/2006/relationships/chart" Target="../charts/chart7.xm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6.xml"/><Relationship Id="rId5" Type="http://schemas.microsoft.com/office/2007/relationships/hdphoto" Target="../media/hdphoto6.wdp"/><Relationship Id="rId4" Type="http://schemas.openxmlformats.org/officeDocument/2006/relationships/image" Target="../media/image51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7F25AC8-62A1-4385-B7FF-3A09762D9439}"/>
              </a:ext>
            </a:extLst>
          </p:cNvPr>
          <p:cNvSpPr txBox="1">
            <a:spLocks/>
          </p:cNvSpPr>
          <p:nvPr/>
        </p:nvSpPr>
        <p:spPr>
          <a:xfrm>
            <a:off x="1524000" y="1760993"/>
            <a:ext cx="9147265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CHUYÊN ĐỀ</a:t>
            </a:r>
            <a:br>
              <a:rPr lang="en-US" sz="5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5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 TY QUẢN LÝ QUỸ VÀ QUỸ ĐẦU TƯ CHỨNG KHOÁN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901B2CE-E828-45D1-AC48-BB47BB250C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6113070"/>
              </p:ext>
            </p:extLst>
          </p:nvPr>
        </p:nvGraphicFramePr>
        <p:xfrm>
          <a:off x="4695732" y="4622411"/>
          <a:ext cx="5808438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42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4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2000" b="1" dirty="0" err="1">
                          <a:solidFill>
                            <a:srgbClr val="35874C"/>
                          </a:solidFill>
                        </a:rPr>
                        <a:t>Người</a:t>
                      </a:r>
                      <a:r>
                        <a:rPr lang="en-US" sz="2000" b="1" dirty="0">
                          <a:solidFill>
                            <a:srgbClr val="35874C"/>
                          </a:solidFill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35874C"/>
                          </a:solidFill>
                        </a:rPr>
                        <a:t>trình</a:t>
                      </a:r>
                      <a:r>
                        <a:rPr lang="en-US" sz="2000" b="1" dirty="0">
                          <a:solidFill>
                            <a:srgbClr val="35874C"/>
                          </a:solidFill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35874C"/>
                          </a:solidFill>
                        </a:rPr>
                        <a:t>bày</a:t>
                      </a:r>
                      <a:r>
                        <a:rPr lang="en-US" sz="2000" b="1" dirty="0">
                          <a:solidFill>
                            <a:srgbClr val="35874C"/>
                          </a:solidFill>
                        </a:rPr>
                        <a:t>: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err="1">
                          <a:solidFill>
                            <a:srgbClr val="35874C"/>
                          </a:solidFill>
                        </a:rPr>
                        <a:t>Ths</a:t>
                      </a:r>
                      <a:r>
                        <a:rPr lang="en-US" sz="2000" b="1" dirty="0">
                          <a:solidFill>
                            <a:srgbClr val="35874C"/>
                          </a:solidFill>
                        </a:rPr>
                        <a:t>. </a:t>
                      </a:r>
                      <a:r>
                        <a:rPr lang="en-US" sz="2000" b="1" dirty="0" err="1">
                          <a:solidFill>
                            <a:srgbClr val="35874C"/>
                          </a:solidFill>
                        </a:rPr>
                        <a:t>Nguyễn</a:t>
                      </a:r>
                      <a:r>
                        <a:rPr lang="en-US" sz="2000" b="1" dirty="0">
                          <a:solidFill>
                            <a:srgbClr val="35874C"/>
                          </a:solidFill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35874C"/>
                          </a:solidFill>
                        </a:rPr>
                        <a:t>Quang</a:t>
                      </a:r>
                      <a:r>
                        <a:rPr lang="en-US" sz="2000" b="1" dirty="0">
                          <a:solidFill>
                            <a:srgbClr val="35874C"/>
                          </a:solidFill>
                        </a:rPr>
                        <a:t> Long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b="1" dirty="0">
                        <a:solidFill>
                          <a:srgbClr val="35874C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err="1">
                          <a:solidFill>
                            <a:srgbClr val="35874C"/>
                          </a:solidFill>
                        </a:rPr>
                        <a:t>Phó</a:t>
                      </a:r>
                      <a:r>
                        <a:rPr lang="en-US" sz="2000" b="1" dirty="0">
                          <a:solidFill>
                            <a:srgbClr val="35874C"/>
                          </a:solidFill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35874C"/>
                          </a:solidFill>
                        </a:rPr>
                        <a:t>Vụ</a:t>
                      </a:r>
                      <a:r>
                        <a:rPr lang="en-US" sz="2000" b="1" dirty="0">
                          <a:solidFill>
                            <a:srgbClr val="35874C"/>
                          </a:solidFill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35874C"/>
                          </a:solidFill>
                        </a:rPr>
                        <a:t>trưởng</a:t>
                      </a:r>
                      <a:r>
                        <a:rPr lang="en-US" sz="2000" b="1" dirty="0">
                          <a:solidFill>
                            <a:srgbClr val="35874C"/>
                          </a:solidFill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35874C"/>
                          </a:solidFill>
                        </a:rPr>
                        <a:t>Vụ</a:t>
                      </a:r>
                      <a:r>
                        <a:rPr lang="en-US" sz="2000" b="1" dirty="0">
                          <a:solidFill>
                            <a:srgbClr val="35874C"/>
                          </a:solidFill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35874C"/>
                          </a:solidFill>
                        </a:rPr>
                        <a:t>Quản</a:t>
                      </a:r>
                      <a:r>
                        <a:rPr lang="en-US" sz="2000" b="1" dirty="0">
                          <a:solidFill>
                            <a:srgbClr val="35874C"/>
                          </a:solidFill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35874C"/>
                          </a:solidFill>
                        </a:rPr>
                        <a:t>lý</a:t>
                      </a:r>
                      <a:r>
                        <a:rPr lang="en-US" sz="2000" b="1" dirty="0">
                          <a:solidFill>
                            <a:srgbClr val="35874C"/>
                          </a:solidFill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35874C"/>
                          </a:solidFill>
                        </a:rPr>
                        <a:t>quỹ</a:t>
                      </a:r>
                      <a:r>
                        <a:rPr lang="en-US" sz="2000" b="1" dirty="0">
                          <a:solidFill>
                            <a:srgbClr val="35874C"/>
                          </a:solidFill>
                        </a:rPr>
                        <a:t> - </a:t>
                      </a:r>
                      <a:r>
                        <a:rPr lang="en-US" sz="2000" b="1" dirty="0" err="1">
                          <a:solidFill>
                            <a:srgbClr val="35874C"/>
                          </a:solidFill>
                        </a:rPr>
                        <a:t>UBCKNN</a:t>
                      </a:r>
                      <a:endParaRPr lang="en-US" sz="2000" b="1" dirty="0">
                        <a:solidFill>
                          <a:srgbClr val="35874C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AF35DED-2872-4246-98FC-3A59368799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578" y="61018"/>
            <a:ext cx="876422" cy="6477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654B2C-FC4B-4895-BCD2-703ED8AD7A39}"/>
              </a:ext>
            </a:extLst>
          </p:cNvPr>
          <p:cNvSpPr txBox="1"/>
          <p:nvPr/>
        </p:nvSpPr>
        <p:spPr>
          <a:xfrm>
            <a:off x="4950823" y="5969725"/>
            <a:ext cx="19594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solidFill>
                  <a:srgbClr val="35874C"/>
                </a:solidFill>
              </a:rPr>
              <a:t>NĂM</a:t>
            </a:r>
            <a:r>
              <a:rPr lang="en-US" sz="2000" b="1" dirty="0">
                <a:solidFill>
                  <a:srgbClr val="35874C"/>
                </a:solidFill>
              </a:rPr>
              <a:t> 2024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3157EEA-A965-4927-86C9-C7D9D2EAB96C}"/>
              </a:ext>
            </a:extLst>
          </p:cNvPr>
          <p:cNvCxnSpPr/>
          <p:nvPr/>
        </p:nvCxnSpPr>
        <p:spPr>
          <a:xfrm>
            <a:off x="535577" y="828765"/>
            <a:ext cx="10972800" cy="0"/>
          </a:xfrm>
          <a:prstGeom prst="line">
            <a:avLst/>
          </a:prstGeom>
          <a:ln w="28575">
            <a:solidFill>
              <a:srgbClr val="1092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9E4E0CC7-484A-43B1-88B7-B8F28AEB15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93990"/>
            <a:ext cx="1818794" cy="64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929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 w="28575">
            <a:solidFill>
              <a:srgbClr val="35874C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317500" y="269603"/>
            <a:ext cx="11734800" cy="8863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sz="32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</a:t>
            </a:r>
            <a:br>
              <a:rPr lang="en-US" sz="32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200" b="1" dirty="0">
              <a:solidFill>
                <a:srgbClr val="1092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 w="28575">
            <a:solidFill>
              <a:srgbClr val="35874C"/>
            </a:solidFill>
            <a:headEnd type="non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reeform 8"/>
          <p:cNvSpPr/>
          <p:nvPr/>
        </p:nvSpPr>
        <p:spPr>
          <a:xfrm>
            <a:off x="1290377" y="740776"/>
            <a:ext cx="3474720" cy="457200"/>
          </a:xfrm>
          <a:custGeom>
            <a:avLst/>
            <a:gdLst>
              <a:gd name="connsiteX0" fmla="*/ 0 w 8128000"/>
              <a:gd name="connsiteY0" fmla="*/ 103937 h 623610"/>
              <a:gd name="connsiteX1" fmla="*/ 103937 w 8128000"/>
              <a:gd name="connsiteY1" fmla="*/ 0 h 623610"/>
              <a:gd name="connsiteX2" fmla="*/ 8024063 w 8128000"/>
              <a:gd name="connsiteY2" fmla="*/ 0 h 623610"/>
              <a:gd name="connsiteX3" fmla="*/ 8128000 w 8128000"/>
              <a:gd name="connsiteY3" fmla="*/ 103937 h 623610"/>
              <a:gd name="connsiteX4" fmla="*/ 8128000 w 8128000"/>
              <a:gd name="connsiteY4" fmla="*/ 519673 h 623610"/>
              <a:gd name="connsiteX5" fmla="*/ 8024063 w 8128000"/>
              <a:gd name="connsiteY5" fmla="*/ 623610 h 623610"/>
              <a:gd name="connsiteX6" fmla="*/ 103937 w 8128000"/>
              <a:gd name="connsiteY6" fmla="*/ 623610 h 623610"/>
              <a:gd name="connsiteX7" fmla="*/ 0 w 8128000"/>
              <a:gd name="connsiteY7" fmla="*/ 519673 h 623610"/>
              <a:gd name="connsiteX8" fmla="*/ 0 w 8128000"/>
              <a:gd name="connsiteY8" fmla="*/ 103937 h 623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28000" h="623610">
                <a:moveTo>
                  <a:pt x="0" y="103937"/>
                </a:moveTo>
                <a:cubicBezTo>
                  <a:pt x="0" y="46534"/>
                  <a:pt x="46534" y="0"/>
                  <a:pt x="103937" y="0"/>
                </a:cubicBezTo>
                <a:lnTo>
                  <a:pt x="8024063" y="0"/>
                </a:lnTo>
                <a:cubicBezTo>
                  <a:pt x="8081466" y="0"/>
                  <a:pt x="8128000" y="46534"/>
                  <a:pt x="8128000" y="103937"/>
                </a:cubicBezTo>
                <a:lnTo>
                  <a:pt x="8128000" y="519673"/>
                </a:lnTo>
                <a:cubicBezTo>
                  <a:pt x="8128000" y="577076"/>
                  <a:pt x="8081466" y="623610"/>
                  <a:pt x="8024063" y="623610"/>
                </a:cubicBezTo>
                <a:lnTo>
                  <a:pt x="103937" y="623610"/>
                </a:lnTo>
                <a:cubicBezTo>
                  <a:pt x="46534" y="623610"/>
                  <a:pt x="0" y="577076"/>
                  <a:pt x="0" y="519673"/>
                </a:cubicBezTo>
                <a:lnTo>
                  <a:pt x="0" y="103937"/>
                </a:lnTo>
                <a:close/>
              </a:path>
            </a:pathLst>
          </a:custGeom>
          <a:solidFill>
            <a:srgbClr val="35874C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9502" tIns="129502" rIns="129502" bIns="129502" numCol="1" spcCol="1270" anchor="ctr" anchorCtr="0">
            <a:noAutofit/>
          </a:bodyPr>
          <a:lstStyle/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600" b="1" kern="1200" dirty="0" err="1"/>
              <a:t>CÔNG</a:t>
            </a:r>
            <a:r>
              <a:rPr lang="en-US" sz="2600" b="1" kern="1200" dirty="0"/>
              <a:t> TY </a:t>
            </a:r>
            <a:r>
              <a:rPr lang="en-US" sz="2600" b="1" kern="1200" dirty="0" err="1"/>
              <a:t>QUẢN</a:t>
            </a:r>
            <a:r>
              <a:rPr lang="en-US" sz="2600" b="1" kern="1200" dirty="0"/>
              <a:t> </a:t>
            </a:r>
            <a:r>
              <a:rPr lang="en-US" sz="2600" b="1" kern="1200" dirty="0" err="1"/>
              <a:t>LÝ</a:t>
            </a:r>
            <a:r>
              <a:rPr lang="en-US" sz="2600" b="1" kern="1200" dirty="0"/>
              <a:t> </a:t>
            </a:r>
            <a:r>
              <a:rPr lang="en-US" sz="2600" b="1" kern="1200" dirty="0" err="1"/>
              <a:t>QUỸ</a:t>
            </a:r>
            <a:endParaRPr lang="en-US" sz="2600" b="1" kern="1200" dirty="0"/>
          </a:p>
        </p:txBody>
      </p:sp>
      <p:sp>
        <p:nvSpPr>
          <p:cNvPr id="13" name="Freeform 12"/>
          <p:cNvSpPr/>
          <p:nvPr/>
        </p:nvSpPr>
        <p:spPr>
          <a:xfrm>
            <a:off x="1290377" y="1364386"/>
            <a:ext cx="8128000" cy="1049490"/>
          </a:xfrm>
          <a:custGeom>
            <a:avLst/>
            <a:gdLst>
              <a:gd name="connsiteX0" fmla="*/ 0 w 8128000"/>
              <a:gd name="connsiteY0" fmla="*/ 0 h 1049490"/>
              <a:gd name="connsiteX1" fmla="*/ 8128000 w 8128000"/>
              <a:gd name="connsiteY1" fmla="*/ 0 h 1049490"/>
              <a:gd name="connsiteX2" fmla="*/ 8128000 w 8128000"/>
              <a:gd name="connsiteY2" fmla="*/ 1049490 h 1049490"/>
              <a:gd name="connsiteX3" fmla="*/ 0 w 8128000"/>
              <a:gd name="connsiteY3" fmla="*/ 1049490 h 1049490"/>
              <a:gd name="connsiteX4" fmla="*/ 0 w 8128000"/>
              <a:gd name="connsiteY4" fmla="*/ 0 h 1049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000" h="1049490">
                <a:moveTo>
                  <a:pt x="0" y="0"/>
                </a:moveTo>
                <a:lnTo>
                  <a:pt x="8128000" y="0"/>
                </a:lnTo>
                <a:lnTo>
                  <a:pt x="8128000" y="1049490"/>
                </a:lnTo>
                <a:lnTo>
                  <a:pt x="0" y="104949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8064" tIns="33020" rIns="184912" bIns="33020" numCol="1" spcCol="1270" anchor="t" anchorCtr="0">
            <a:noAutofit/>
          </a:bodyPr>
          <a:lstStyle/>
          <a:p>
            <a:pPr marL="228600" lvl="1" indent="-228600" algn="l" defTabSz="8890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•"/>
            </a:pPr>
            <a:r>
              <a:rPr lang="en-US" sz="2000" kern="1200" dirty="0" err="1">
                <a:solidFill>
                  <a:srgbClr val="063420"/>
                </a:solidFill>
              </a:rPr>
              <a:t>Khái</a:t>
            </a:r>
            <a:r>
              <a:rPr lang="en-US" sz="2000" kern="1200" dirty="0">
                <a:solidFill>
                  <a:srgbClr val="063420"/>
                </a:solidFill>
              </a:rPr>
              <a:t> </a:t>
            </a:r>
            <a:r>
              <a:rPr lang="en-US" sz="2000" kern="1200" dirty="0" err="1">
                <a:solidFill>
                  <a:srgbClr val="063420"/>
                </a:solidFill>
              </a:rPr>
              <a:t>niệm</a:t>
            </a:r>
            <a:endParaRPr lang="en-US" sz="2000" kern="1200" dirty="0">
              <a:solidFill>
                <a:srgbClr val="063420"/>
              </a:solidFill>
            </a:endParaRPr>
          </a:p>
          <a:p>
            <a:pPr marL="228600" lvl="1" indent="-228600" algn="l" defTabSz="8890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•"/>
            </a:pPr>
            <a:r>
              <a:rPr lang="en-US" sz="2000" kern="1200" dirty="0" err="1">
                <a:solidFill>
                  <a:srgbClr val="063420"/>
                </a:solidFill>
              </a:rPr>
              <a:t>Đặc</a:t>
            </a:r>
            <a:r>
              <a:rPr lang="en-US" sz="2000" kern="1200" dirty="0">
                <a:solidFill>
                  <a:srgbClr val="063420"/>
                </a:solidFill>
              </a:rPr>
              <a:t> </a:t>
            </a:r>
            <a:r>
              <a:rPr lang="en-US" sz="2000" kern="1200" dirty="0" err="1">
                <a:solidFill>
                  <a:srgbClr val="063420"/>
                </a:solidFill>
              </a:rPr>
              <a:t>điểm</a:t>
            </a:r>
            <a:endParaRPr lang="en-US" sz="2000" kern="1200" dirty="0">
              <a:solidFill>
                <a:srgbClr val="063420"/>
              </a:solidFill>
            </a:endParaRPr>
          </a:p>
          <a:p>
            <a:pPr marL="228600" lvl="1" indent="-228600" algn="l" defTabSz="8890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•"/>
            </a:pPr>
            <a:r>
              <a:rPr lang="en-US" sz="2000" kern="1200" dirty="0" err="1">
                <a:solidFill>
                  <a:srgbClr val="063420"/>
                </a:solidFill>
              </a:rPr>
              <a:t>Nghiệp</a:t>
            </a:r>
            <a:r>
              <a:rPr lang="en-US" sz="2000" kern="1200" dirty="0">
                <a:solidFill>
                  <a:srgbClr val="063420"/>
                </a:solidFill>
              </a:rPr>
              <a:t> </a:t>
            </a:r>
            <a:r>
              <a:rPr lang="en-US" sz="2000" kern="1200" dirty="0" err="1">
                <a:solidFill>
                  <a:srgbClr val="063420"/>
                </a:solidFill>
              </a:rPr>
              <a:t>vụ</a:t>
            </a:r>
            <a:r>
              <a:rPr lang="en-US" sz="2000" kern="1200" dirty="0">
                <a:solidFill>
                  <a:srgbClr val="063420"/>
                </a:solidFill>
              </a:rPr>
              <a:t> </a:t>
            </a:r>
            <a:r>
              <a:rPr lang="en-US" sz="2000" kern="1200" dirty="0" err="1">
                <a:solidFill>
                  <a:srgbClr val="063420"/>
                </a:solidFill>
              </a:rPr>
              <a:t>kinh</a:t>
            </a:r>
            <a:r>
              <a:rPr lang="en-US" sz="2000" kern="1200" dirty="0">
                <a:solidFill>
                  <a:srgbClr val="063420"/>
                </a:solidFill>
              </a:rPr>
              <a:t> </a:t>
            </a:r>
            <a:r>
              <a:rPr lang="en-US" sz="2000" kern="1200" dirty="0" err="1">
                <a:solidFill>
                  <a:srgbClr val="063420"/>
                </a:solidFill>
              </a:rPr>
              <a:t>doanh</a:t>
            </a:r>
            <a:endParaRPr lang="en-US" sz="2000" kern="1200" dirty="0">
              <a:solidFill>
                <a:srgbClr val="063420"/>
              </a:solidFill>
            </a:endParaRPr>
          </a:p>
        </p:txBody>
      </p:sp>
      <p:sp>
        <p:nvSpPr>
          <p:cNvPr id="17" name="Freeform 16"/>
          <p:cNvSpPr/>
          <p:nvPr/>
        </p:nvSpPr>
        <p:spPr>
          <a:xfrm>
            <a:off x="2787163" y="2455855"/>
            <a:ext cx="4297680" cy="457200"/>
          </a:xfrm>
          <a:custGeom>
            <a:avLst/>
            <a:gdLst>
              <a:gd name="connsiteX0" fmla="*/ 0 w 8128000"/>
              <a:gd name="connsiteY0" fmla="*/ 103937 h 623610"/>
              <a:gd name="connsiteX1" fmla="*/ 103937 w 8128000"/>
              <a:gd name="connsiteY1" fmla="*/ 0 h 623610"/>
              <a:gd name="connsiteX2" fmla="*/ 8024063 w 8128000"/>
              <a:gd name="connsiteY2" fmla="*/ 0 h 623610"/>
              <a:gd name="connsiteX3" fmla="*/ 8128000 w 8128000"/>
              <a:gd name="connsiteY3" fmla="*/ 103937 h 623610"/>
              <a:gd name="connsiteX4" fmla="*/ 8128000 w 8128000"/>
              <a:gd name="connsiteY4" fmla="*/ 519673 h 623610"/>
              <a:gd name="connsiteX5" fmla="*/ 8024063 w 8128000"/>
              <a:gd name="connsiteY5" fmla="*/ 623610 h 623610"/>
              <a:gd name="connsiteX6" fmla="*/ 103937 w 8128000"/>
              <a:gd name="connsiteY6" fmla="*/ 623610 h 623610"/>
              <a:gd name="connsiteX7" fmla="*/ 0 w 8128000"/>
              <a:gd name="connsiteY7" fmla="*/ 519673 h 623610"/>
              <a:gd name="connsiteX8" fmla="*/ 0 w 8128000"/>
              <a:gd name="connsiteY8" fmla="*/ 103937 h 623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28000" h="623610">
                <a:moveTo>
                  <a:pt x="0" y="103937"/>
                </a:moveTo>
                <a:cubicBezTo>
                  <a:pt x="0" y="46534"/>
                  <a:pt x="46534" y="0"/>
                  <a:pt x="103937" y="0"/>
                </a:cubicBezTo>
                <a:lnTo>
                  <a:pt x="8024063" y="0"/>
                </a:lnTo>
                <a:cubicBezTo>
                  <a:pt x="8081466" y="0"/>
                  <a:pt x="8128000" y="46534"/>
                  <a:pt x="8128000" y="103937"/>
                </a:cubicBezTo>
                <a:lnTo>
                  <a:pt x="8128000" y="519673"/>
                </a:lnTo>
                <a:cubicBezTo>
                  <a:pt x="8128000" y="577076"/>
                  <a:pt x="8081466" y="623610"/>
                  <a:pt x="8024063" y="623610"/>
                </a:cubicBezTo>
                <a:lnTo>
                  <a:pt x="103937" y="623610"/>
                </a:lnTo>
                <a:cubicBezTo>
                  <a:pt x="46534" y="623610"/>
                  <a:pt x="0" y="577076"/>
                  <a:pt x="0" y="519673"/>
                </a:cubicBezTo>
                <a:lnTo>
                  <a:pt x="0" y="103937"/>
                </a:lnTo>
                <a:close/>
              </a:path>
            </a:pathLst>
          </a:custGeom>
          <a:solidFill>
            <a:srgbClr val="35874C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9502" tIns="129502" rIns="129502" bIns="129502" numCol="1" spcCol="1270" anchor="ctr" anchorCtr="0">
            <a:noAutofit/>
          </a:bodyPr>
          <a:lstStyle/>
          <a:p>
            <a:pPr lvl="0" algn="l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600" b="1" kern="1200" dirty="0" err="1"/>
              <a:t>QUỸ</a:t>
            </a:r>
            <a:r>
              <a:rPr lang="en-US" sz="2600" b="1" kern="1200" dirty="0"/>
              <a:t> </a:t>
            </a:r>
            <a:r>
              <a:rPr lang="en-US" sz="2600" b="1" kern="1200" dirty="0" err="1"/>
              <a:t>ĐẦU</a:t>
            </a:r>
            <a:r>
              <a:rPr lang="en-US" sz="2600" b="1" kern="1200" dirty="0"/>
              <a:t> </a:t>
            </a:r>
            <a:r>
              <a:rPr lang="en-US" sz="2600" b="1" kern="1200" dirty="0" err="1"/>
              <a:t>TƯ</a:t>
            </a:r>
            <a:r>
              <a:rPr lang="en-US" sz="2600" b="1" kern="1200" dirty="0"/>
              <a:t> </a:t>
            </a:r>
            <a:r>
              <a:rPr lang="en-US" sz="2600" b="1" kern="1200" dirty="0" err="1"/>
              <a:t>CHỨNG</a:t>
            </a:r>
            <a:r>
              <a:rPr lang="en-US" sz="2600" b="1" kern="1200" dirty="0"/>
              <a:t> </a:t>
            </a:r>
            <a:r>
              <a:rPr lang="en-US" sz="2600" b="1" kern="1200" dirty="0" err="1"/>
              <a:t>KHOÁN</a:t>
            </a:r>
            <a:endParaRPr lang="en-US" sz="2600" b="1" kern="1200" dirty="0"/>
          </a:p>
        </p:txBody>
      </p:sp>
      <p:sp>
        <p:nvSpPr>
          <p:cNvPr id="18" name="Freeform 17"/>
          <p:cNvSpPr/>
          <p:nvPr/>
        </p:nvSpPr>
        <p:spPr>
          <a:xfrm>
            <a:off x="2787163" y="3110386"/>
            <a:ext cx="5704114" cy="3121560"/>
          </a:xfrm>
          <a:custGeom>
            <a:avLst/>
            <a:gdLst>
              <a:gd name="connsiteX0" fmla="*/ 0 w 8128000"/>
              <a:gd name="connsiteY0" fmla="*/ 0 h 3121560"/>
              <a:gd name="connsiteX1" fmla="*/ 8128000 w 8128000"/>
              <a:gd name="connsiteY1" fmla="*/ 0 h 3121560"/>
              <a:gd name="connsiteX2" fmla="*/ 8128000 w 8128000"/>
              <a:gd name="connsiteY2" fmla="*/ 3121560 h 3121560"/>
              <a:gd name="connsiteX3" fmla="*/ 0 w 8128000"/>
              <a:gd name="connsiteY3" fmla="*/ 3121560 h 3121560"/>
              <a:gd name="connsiteX4" fmla="*/ 0 w 8128000"/>
              <a:gd name="connsiteY4" fmla="*/ 0 h 312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000" h="3121560">
                <a:moveTo>
                  <a:pt x="0" y="0"/>
                </a:moveTo>
                <a:lnTo>
                  <a:pt x="8128000" y="0"/>
                </a:lnTo>
                <a:lnTo>
                  <a:pt x="8128000" y="3121560"/>
                </a:lnTo>
                <a:lnTo>
                  <a:pt x="0" y="312156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8064" tIns="33020" rIns="184912" bIns="33020" numCol="1" spcCol="1270" anchor="t" anchorCtr="0">
            <a:noAutofit/>
          </a:bodyPr>
          <a:lstStyle/>
          <a:p>
            <a:pPr marL="228600" lvl="1" indent="-228600" algn="l" defTabSz="8890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•"/>
            </a:pPr>
            <a:r>
              <a:rPr lang="en-US" sz="2000" kern="1200" dirty="0" err="1">
                <a:solidFill>
                  <a:srgbClr val="063420"/>
                </a:solidFill>
              </a:rPr>
              <a:t>Khái</a:t>
            </a:r>
            <a:r>
              <a:rPr lang="en-US" sz="2000" kern="1200" dirty="0">
                <a:solidFill>
                  <a:srgbClr val="063420"/>
                </a:solidFill>
              </a:rPr>
              <a:t> </a:t>
            </a:r>
            <a:r>
              <a:rPr lang="en-US" sz="2000" kern="1200" dirty="0" err="1">
                <a:solidFill>
                  <a:srgbClr val="063420"/>
                </a:solidFill>
              </a:rPr>
              <a:t>niệm</a:t>
            </a:r>
            <a:r>
              <a:rPr lang="en-US" sz="2000" kern="1200" dirty="0">
                <a:solidFill>
                  <a:srgbClr val="063420"/>
                </a:solidFill>
              </a:rPr>
              <a:t>, </a:t>
            </a:r>
            <a:r>
              <a:rPr lang="en-US" sz="2000" kern="1200" dirty="0" err="1">
                <a:solidFill>
                  <a:srgbClr val="063420"/>
                </a:solidFill>
              </a:rPr>
              <a:t>đặc</a:t>
            </a:r>
            <a:r>
              <a:rPr lang="en-US" sz="2000" kern="1200" dirty="0">
                <a:solidFill>
                  <a:srgbClr val="063420"/>
                </a:solidFill>
              </a:rPr>
              <a:t> </a:t>
            </a:r>
            <a:r>
              <a:rPr lang="en-US" sz="2000" kern="1200" dirty="0" err="1">
                <a:solidFill>
                  <a:srgbClr val="063420"/>
                </a:solidFill>
              </a:rPr>
              <a:t>điểm</a:t>
            </a:r>
            <a:endParaRPr lang="en-US" sz="2000" kern="1200" dirty="0">
              <a:solidFill>
                <a:srgbClr val="063420"/>
              </a:solidFill>
            </a:endParaRPr>
          </a:p>
          <a:p>
            <a:pPr marL="228600" lvl="1" indent="-228600" algn="l" defTabSz="8890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•"/>
            </a:pPr>
            <a:r>
              <a:rPr lang="en-US" sz="2000" kern="1200" dirty="0" err="1">
                <a:solidFill>
                  <a:srgbClr val="063420"/>
                </a:solidFill>
              </a:rPr>
              <a:t>Vai</a:t>
            </a:r>
            <a:r>
              <a:rPr lang="en-US" sz="2000" kern="1200" dirty="0">
                <a:solidFill>
                  <a:srgbClr val="063420"/>
                </a:solidFill>
              </a:rPr>
              <a:t> </a:t>
            </a:r>
            <a:r>
              <a:rPr lang="en-US" sz="2000" kern="1200" dirty="0" err="1">
                <a:solidFill>
                  <a:srgbClr val="063420"/>
                </a:solidFill>
              </a:rPr>
              <a:t>trò</a:t>
            </a:r>
            <a:endParaRPr lang="en-US" sz="2000" kern="1200" dirty="0">
              <a:solidFill>
                <a:srgbClr val="063420"/>
              </a:solidFill>
            </a:endParaRPr>
          </a:p>
          <a:p>
            <a:pPr marL="228600" lvl="1" indent="-228600" algn="l" defTabSz="8890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•"/>
            </a:pPr>
            <a:r>
              <a:rPr lang="en-US" sz="2000" kern="1200" dirty="0" err="1">
                <a:solidFill>
                  <a:srgbClr val="063420"/>
                </a:solidFill>
              </a:rPr>
              <a:t>Phân</a:t>
            </a:r>
            <a:r>
              <a:rPr lang="en-US" sz="2000" kern="1200" dirty="0">
                <a:solidFill>
                  <a:srgbClr val="063420"/>
                </a:solidFill>
              </a:rPr>
              <a:t> </a:t>
            </a:r>
            <a:r>
              <a:rPr lang="en-US" sz="2000" kern="1200" dirty="0" err="1">
                <a:solidFill>
                  <a:srgbClr val="063420"/>
                </a:solidFill>
              </a:rPr>
              <a:t>loại</a:t>
            </a:r>
            <a:r>
              <a:rPr lang="en-US" sz="2000" kern="1200" dirty="0">
                <a:solidFill>
                  <a:srgbClr val="063420"/>
                </a:solidFill>
              </a:rPr>
              <a:t>, </a:t>
            </a:r>
            <a:r>
              <a:rPr lang="en-US" sz="2000" kern="1200" dirty="0" err="1">
                <a:solidFill>
                  <a:srgbClr val="063420"/>
                </a:solidFill>
              </a:rPr>
              <a:t>cơ</a:t>
            </a:r>
            <a:r>
              <a:rPr lang="en-US" sz="2000" kern="1200" dirty="0">
                <a:solidFill>
                  <a:srgbClr val="063420"/>
                </a:solidFill>
              </a:rPr>
              <a:t> </a:t>
            </a:r>
            <a:r>
              <a:rPr lang="en-US" sz="2000" kern="1200" dirty="0" err="1">
                <a:solidFill>
                  <a:srgbClr val="063420"/>
                </a:solidFill>
              </a:rPr>
              <a:t>cấu</a:t>
            </a:r>
            <a:r>
              <a:rPr lang="en-US" sz="2000" kern="1200" dirty="0">
                <a:solidFill>
                  <a:srgbClr val="063420"/>
                </a:solidFill>
              </a:rPr>
              <a:t> </a:t>
            </a:r>
            <a:r>
              <a:rPr lang="en-US" sz="2000" kern="1200" dirty="0" err="1">
                <a:solidFill>
                  <a:srgbClr val="063420"/>
                </a:solidFill>
              </a:rPr>
              <a:t>quỹ</a:t>
            </a:r>
            <a:r>
              <a:rPr lang="en-US" sz="2000" kern="1200" dirty="0">
                <a:solidFill>
                  <a:srgbClr val="063420"/>
                </a:solidFill>
              </a:rPr>
              <a:t> </a:t>
            </a:r>
            <a:r>
              <a:rPr lang="en-US" sz="2000" kern="1200" dirty="0" err="1">
                <a:solidFill>
                  <a:srgbClr val="063420"/>
                </a:solidFill>
              </a:rPr>
              <a:t>đầu</a:t>
            </a:r>
            <a:r>
              <a:rPr lang="en-US" sz="2000" kern="1200" dirty="0">
                <a:solidFill>
                  <a:srgbClr val="063420"/>
                </a:solidFill>
              </a:rPr>
              <a:t> </a:t>
            </a:r>
            <a:r>
              <a:rPr lang="en-US" sz="2000" kern="1200" dirty="0" err="1">
                <a:solidFill>
                  <a:srgbClr val="063420"/>
                </a:solidFill>
              </a:rPr>
              <a:t>tư</a:t>
            </a:r>
            <a:r>
              <a:rPr lang="en-US" sz="2000" kern="1200" dirty="0">
                <a:solidFill>
                  <a:srgbClr val="063420"/>
                </a:solidFill>
              </a:rPr>
              <a:t> </a:t>
            </a:r>
            <a:r>
              <a:rPr lang="en-US" sz="2000" kern="1200" dirty="0" err="1">
                <a:solidFill>
                  <a:srgbClr val="063420"/>
                </a:solidFill>
              </a:rPr>
              <a:t>chứng</a:t>
            </a:r>
            <a:r>
              <a:rPr lang="en-US" sz="2000" kern="1200" dirty="0">
                <a:solidFill>
                  <a:srgbClr val="063420"/>
                </a:solidFill>
              </a:rPr>
              <a:t> </a:t>
            </a:r>
            <a:r>
              <a:rPr lang="en-US" sz="2000" kern="1200" dirty="0" err="1">
                <a:solidFill>
                  <a:srgbClr val="063420"/>
                </a:solidFill>
              </a:rPr>
              <a:t>khoán</a:t>
            </a:r>
            <a:endParaRPr lang="en-US" sz="2000" kern="1200" dirty="0">
              <a:solidFill>
                <a:srgbClr val="063420"/>
              </a:solidFill>
            </a:endParaRPr>
          </a:p>
          <a:p>
            <a:pPr marL="228600" lvl="1" indent="-228600" algn="l" defTabSz="8890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•"/>
            </a:pPr>
            <a:r>
              <a:rPr lang="en-US" sz="2000" kern="1200" dirty="0" err="1">
                <a:solidFill>
                  <a:srgbClr val="063420"/>
                </a:solidFill>
              </a:rPr>
              <a:t>Hoạt</a:t>
            </a:r>
            <a:r>
              <a:rPr lang="en-US" sz="2000" kern="1200" dirty="0">
                <a:solidFill>
                  <a:srgbClr val="063420"/>
                </a:solidFill>
              </a:rPr>
              <a:t> </a:t>
            </a:r>
            <a:r>
              <a:rPr lang="en-US" sz="2000" kern="1200" dirty="0" err="1">
                <a:solidFill>
                  <a:srgbClr val="063420"/>
                </a:solidFill>
              </a:rPr>
              <a:t>động</a:t>
            </a:r>
            <a:endParaRPr lang="en-US" sz="2000" kern="1200" dirty="0">
              <a:solidFill>
                <a:srgbClr val="063420"/>
              </a:solidFill>
            </a:endParaRPr>
          </a:p>
          <a:p>
            <a:pPr marL="228600" lvl="1" indent="-228600" algn="l" defTabSz="8890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•"/>
            </a:pPr>
            <a:r>
              <a:rPr lang="en-US" sz="2000" kern="1200" dirty="0" err="1">
                <a:solidFill>
                  <a:srgbClr val="063420"/>
                </a:solidFill>
              </a:rPr>
              <a:t>Đánh</a:t>
            </a:r>
            <a:r>
              <a:rPr lang="en-US" sz="2000" kern="1200" dirty="0">
                <a:solidFill>
                  <a:srgbClr val="063420"/>
                </a:solidFill>
              </a:rPr>
              <a:t> </a:t>
            </a:r>
            <a:r>
              <a:rPr lang="en-US" sz="2000" kern="1200" dirty="0" err="1">
                <a:solidFill>
                  <a:srgbClr val="063420"/>
                </a:solidFill>
              </a:rPr>
              <a:t>giá</a:t>
            </a:r>
            <a:r>
              <a:rPr lang="en-US" sz="2000" kern="1200" dirty="0">
                <a:solidFill>
                  <a:srgbClr val="063420"/>
                </a:solidFill>
              </a:rPr>
              <a:t> </a:t>
            </a:r>
            <a:r>
              <a:rPr lang="en-US" sz="2000" kern="1200" dirty="0" err="1">
                <a:solidFill>
                  <a:srgbClr val="063420"/>
                </a:solidFill>
              </a:rPr>
              <a:t>hiệu</a:t>
            </a:r>
            <a:r>
              <a:rPr lang="en-US" sz="2000" kern="1200" dirty="0">
                <a:solidFill>
                  <a:srgbClr val="063420"/>
                </a:solidFill>
              </a:rPr>
              <a:t> </a:t>
            </a:r>
            <a:r>
              <a:rPr lang="en-US" sz="2000" kern="1200" dirty="0" err="1">
                <a:solidFill>
                  <a:srgbClr val="063420"/>
                </a:solidFill>
              </a:rPr>
              <a:t>quả</a:t>
            </a:r>
            <a:r>
              <a:rPr lang="en-US" sz="2000" kern="1200" dirty="0">
                <a:solidFill>
                  <a:srgbClr val="063420"/>
                </a:solidFill>
              </a:rPr>
              <a:t> </a:t>
            </a:r>
            <a:r>
              <a:rPr lang="en-US" sz="2000" kern="1200" dirty="0" err="1">
                <a:solidFill>
                  <a:srgbClr val="063420"/>
                </a:solidFill>
              </a:rPr>
              <a:t>hoạt</a:t>
            </a:r>
            <a:r>
              <a:rPr lang="en-US" sz="2000" kern="1200" dirty="0">
                <a:solidFill>
                  <a:srgbClr val="063420"/>
                </a:solidFill>
              </a:rPr>
              <a:t> </a:t>
            </a:r>
            <a:r>
              <a:rPr lang="en-US" sz="2000" kern="1200" dirty="0" err="1">
                <a:solidFill>
                  <a:srgbClr val="063420"/>
                </a:solidFill>
              </a:rPr>
              <a:t>động</a:t>
            </a:r>
            <a:endParaRPr lang="en-US" sz="2000" kern="1200" dirty="0">
              <a:solidFill>
                <a:srgbClr val="063420"/>
              </a:solidFill>
            </a:endParaRPr>
          </a:p>
          <a:p>
            <a:pPr marL="228600" lvl="1" indent="-228600" algn="l" defTabSz="8890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•"/>
            </a:pPr>
            <a:r>
              <a:rPr lang="en-US" sz="2000" kern="1200" dirty="0" err="1">
                <a:solidFill>
                  <a:srgbClr val="063420"/>
                </a:solidFill>
              </a:rPr>
              <a:t>Công</a:t>
            </a:r>
            <a:r>
              <a:rPr lang="en-US" sz="2000" kern="1200" dirty="0">
                <a:solidFill>
                  <a:srgbClr val="063420"/>
                </a:solidFill>
              </a:rPr>
              <a:t> </a:t>
            </a:r>
            <a:r>
              <a:rPr lang="en-US" sz="2000" kern="1200" dirty="0" err="1">
                <a:solidFill>
                  <a:srgbClr val="063420"/>
                </a:solidFill>
              </a:rPr>
              <a:t>bố</a:t>
            </a:r>
            <a:r>
              <a:rPr lang="en-US" sz="2000" kern="1200" dirty="0">
                <a:solidFill>
                  <a:srgbClr val="063420"/>
                </a:solidFill>
              </a:rPr>
              <a:t> </a:t>
            </a:r>
            <a:r>
              <a:rPr lang="en-US" sz="2000" kern="1200" dirty="0" err="1">
                <a:solidFill>
                  <a:srgbClr val="063420"/>
                </a:solidFill>
              </a:rPr>
              <a:t>thông</a:t>
            </a:r>
            <a:r>
              <a:rPr lang="en-US" sz="2000" kern="1200" dirty="0">
                <a:solidFill>
                  <a:srgbClr val="063420"/>
                </a:solidFill>
              </a:rPr>
              <a:t> tin</a:t>
            </a:r>
          </a:p>
          <a:p>
            <a:pPr marL="228600" lvl="1" indent="-228600" algn="l" defTabSz="8890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•"/>
            </a:pPr>
            <a:r>
              <a:rPr lang="en-US" sz="2000" kern="1200" dirty="0" err="1">
                <a:solidFill>
                  <a:srgbClr val="063420"/>
                </a:solidFill>
              </a:rPr>
              <a:t>Các</a:t>
            </a:r>
            <a:r>
              <a:rPr lang="en-US" sz="2000" kern="1200" dirty="0">
                <a:solidFill>
                  <a:srgbClr val="063420"/>
                </a:solidFill>
              </a:rPr>
              <a:t> </a:t>
            </a:r>
            <a:r>
              <a:rPr lang="en-US" sz="2000" kern="1200" dirty="0" err="1">
                <a:solidFill>
                  <a:srgbClr val="063420"/>
                </a:solidFill>
              </a:rPr>
              <a:t>bên</a:t>
            </a:r>
            <a:r>
              <a:rPr lang="en-US" sz="2000" kern="1200" dirty="0">
                <a:solidFill>
                  <a:srgbClr val="063420"/>
                </a:solidFill>
              </a:rPr>
              <a:t> </a:t>
            </a:r>
            <a:r>
              <a:rPr lang="en-US" sz="2000" kern="1200" dirty="0" err="1">
                <a:solidFill>
                  <a:srgbClr val="063420"/>
                </a:solidFill>
              </a:rPr>
              <a:t>có</a:t>
            </a:r>
            <a:r>
              <a:rPr lang="en-US" sz="2000" kern="1200" dirty="0">
                <a:solidFill>
                  <a:srgbClr val="063420"/>
                </a:solidFill>
              </a:rPr>
              <a:t> </a:t>
            </a:r>
            <a:r>
              <a:rPr lang="en-US" sz="2000" kern="1200" dirty="0" err="1">
                <a:solidFill>
                  <a:srgbClr val="063420"/>
                </a:solidFill>
              </a:rPr>
              <a:t>liên</a:t>
            </a:r>
            <a:r>
              <a:rPr lang="en-US" sz="2000" kern="1200" dirty="0">
                <a:solidFill>
                  <a:srgbClr val="063420"/>
                </a:solidFill>
              </a:rPr>
              <a:t> </a:t>
            </a:r>
            <a:r>
              <a:rPr lang="en-US" sz="2000" kern="1200" dirty="0" err="1">
                <a:solidFill>
                  <a:srgbClr val="063420"/>
                </a:solidFill>
              </a:rPr>
              <a:t>quan</a:t>
            </a:r>
            <a:endParaRPr lang="en-US" sz="2000" kern="1200" dirty="0">
              <a:solidFill>
                <a:srgbClr val="063420"/>
              </a:solidFill>
            </a:endParaRPr>
          </a:p>
          <a:p>
            <a:pPr marL="228600" lvl="1" indent="-228600" algn="l" defTabSz="8890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•"/>
            </a:pPr>
            <a:r>
              <a:rPr lang="en-US" sz="2000" kern="1200" dirty="0" err="1">
                <a:solidFill>
                  <a:srgbClr val="063420"/>
                </a:solidFill>
              </a:rPr>
              <a:t>Yếu</a:t>
            </a:r>
            <a:r>
              <a:rPr lang="en-US" sz="2000" kern="1200" dirty="0">
                <a:solidFill>
                  <a:srgbClr val="063420"/>
                </a:solidFill>
              </a:rPr>
              <a:t> </a:t>
            </a:r>
            <a:r>
              <a:rPr lang="en-US" sz="2000" kern="1200" dirty="0" err="1">
                <a:solidFill>
                  <a:srgbClr val="063420"/>
                </a:solidFill>
              </a:rPr>
              <a:t>tố</a:t>
            </a:r>
            <a:r>
              <a:rPr lang="en-US" sz="2000" kern="1200" dirty="0">
                <a:solidFill>
                  <a:srgbClr val="063420"/>
                </a:solidFill>
              </a:rPr>
              <a:t> </a:t>
            </a:r>
            <a:r>
              <a:rPr lang="en-US" sz="2000" kern="1200" dirty="0" err="1">
                <a:solidFill>
                  <a:srgbClr val="063420"/>
                </a:solidFill>
              </a:rPr>
              <a:t>tác</a:t>
            </a:r>
            <a:r>
              <a:rPr lang="en-US" sz="2000" kern="1200" dirty="0">
                <a:solidFill>
                  <a:srgbClr val="063420"/>
                </a:solidFill>
              </a:rPr>
              <a:t> </a:t>
            </a:r>
            <a:r>
              <a:rPr lang="en-US" sz="2000" kern="1200" dirty="0" err="1">
                <a:solidFill>
                  <a:srgbClr val="063420"/>
                </a:solidFill>
              </a:rPr>
              <a:t>động</a:t>
            </a:r>
            <a:endParaRPr lang="en-US" sz="2000" kern="1200" dirty="0">
              <a:solidFill>
                <a:srgbClr val="06342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758269" y="3574954"/>
            <a:ext cx="2111317" cy="1680435"/>
          </a:xfrm>
          <a:prstGeom prst="rect">
            <a:avLst/>
          </a:prstGeom>
        </p:spPr>
      </p:pic>
      <p:sp>
        <p:nvSpPr>
          <p:cNvPr id="14" name="Freeform 16">
            <a:extLst>
              <a:ext uri="{FF2B5EF4-FFF2-40B4-BE49-F238E27FC236}">
                <a16:creationId xmlns:a16="http://schemas.microsoft.com/office/drawing/2014/main" id="{81C36DA3-ABE7-4E02-B2FC-443E1EB5188E}"/>
              </a:ext>
            </a:extLst>
          </p:cNvPr>
          <p:cNvSpPr/>
          <p:nvPr/>
        </p:nvSpPr>
        <p:spPr>
          <a:xfrm>
            <a:off x="4342369" y="5951391"/>
            <a:ext cx="5258831" cy="457200"/>
          </a:xfrm>
          <a:custGeom>
            <a:avLst/>
            <a:gdLst>
              <a:gd name="connsiteX0" fmla="*/ 0 w 8128000"/>
              <a:gd name="connsiteY0" fmla="*/ 103937 h 623610"/>
              <a:gd name="connsiteX1" fmla="*/ 103937 w 8128000"/>
              <a:gd name="connsiteY1" fmla="*/ 0 h 623610"/>
              <a:gd name="connsiteX2" fmla="*/ 8024063 w 8128000"/>
              <a:gd name="connsiteY2" fmla="*/ 0 h 623610"/>
              <a:gd name="connsiteX3" fmla="*/ 8128000 w 8128000"/>
              <a:gd name="connsiteY3" fmla="*/ 103937 h 623610"/>
              <a:gd name="connsiteX4" fmla="*/ 8128000 w 8128000"/>
              <a:gd name="connsiteY4" fmla="*/ 519673 h 623610"/>
              <a:gd name="connsiteX5" fmla="*/ 8024063 w 8128000"/>
              <a:gd name="connsiteY5" fmla="*/ 623610 h 623610"/>
              <a:gd name="connsiteX6" fmla="*/ 103937 w 8128000"/>
              <a:gd name="connsiteY6" fmla="*/ 623610 h 623610"/>
              <a:gd name="connsiteX7" fmla="*/ 0 w 8128000"/>
              <a:gd name="connsiteY7" fmla="*/ 519673 h 623610"/>
              <a:gd name="connsiteX8" fmla="*/ 0 w 8128000"/>
              <a:gd name="connsiteY8" fmla="*/ 103937 h 623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28000" h="623610">
                <a:moveTo>
                  <a:pt x="0" y="103937"/>
                </a:moveTo>
                <a:cubicBezTo>
                  <a:pt x="0" y="46534"/>
                  <a:pt x="46534" y="0"/>
                  <a:pt x="103937" y="0"/>
                </a:cubicBezTo>
                <a:lnTo>
                  <a:pt x="8024063" y="0"/>
                </a:lnTo>
                <a:cubicBezTo>
                  <a:pt x="8081466" y="0"/>
                  <a:pt x="8128000" y="46534"/>
                  <a:pt x="8128000" y="103937"/>
                </a:cubicBezTo>
                <a:lnTo>
                  <a:pt x="8128000" y="519673"/>
                </a:lnTo>
                <a:cubicBezTo>
                  <a:pt x="8128000" y="577076"/>
                  <a:pt x="8081466" y="623610"/>
                  <a:pt x="8024063" y="623610"/>
                </a:cubicBezTo>
                <a:lnTo>
                  <a:pt x="103937" y="623610"/>
                </a:lnTo>
                <a:cubicBezTo>
                  <a:pt x="46534" y="623610"/>
                  <a:pt x="0" y="577076"/>
                  <a:pt x="0" y="519673"/>
                </a:cubicBezTo>
                <a:lnTo>
                  <a:pt x="0" y="103937"/>
                </a:lnTo>
                <a:close/>
              </a:path>
            </a:pathLst>
          </a:custGeom>
          <a:solidFill>
            <a:srgbClr val="35874C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9502" tIns="129502" rIns="129502" bIns="129502" numCol="1" spcCol="1270" anchor="ctr" anchorCtr="0">
            <a:noAutofit/>
          </a:bodyPr>
          <a:lstStyle/>
          <a:p>
            <a:pPr lvl="0" algn="l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600" b="1" kern="1200" dirty="0"/>
              <a:t>TỔNG QUAN NGÀNH QUẢN LÝ QUỸ</a:t>
            </a:r>
          </a:p>
        </p:txBody>
      </p:sp>
    </p:spTree>
    <p:extLst>
      <p:ext uri="{BB962C8B-B14F-4D97-AF65-F5344CB8AC3E}">
        <p14:creationId xmlns:p14="http://schemas.microsoft.com/office/powerpoint/2010/main" val="3375759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740612"/>
            <a:ext cx="4086225" cy="0"/>
          </a:xfrm>
          <a:prstGeom prst="line">
            <a:avLst/>
          </a:prstGeom>
          <a:ln w="28575">
            <a:solidFill>
              <a:srgbClr val="35874C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501890"/>
            <a:ext cx="11734800" cy="332399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TY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QUỸ</a:t>
            </a:r>
            <a:endParaRPr lang="en-US" sz="2400" b="1" dirty="0">
              <a:solidFill>
                <a:srgbClr val="3587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740612"/>
            <a:ext cx="4086225" cy="0"/>
          </a:xfrm>
          <a:prstGeom prst="line">
            <a:avLst/>
          </a:prstGeom>
          <a:ln w="28575">
            <a:solidFill>
              <a:srgbClr val="35874C"/>
            </a:solidFill>
            <a:headEnd type="non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 16"/>
          <p:cNvSpPr/>
          <p:nvPr/>
        </p:nvSpPr>
        <p:spPr>
          <a:xfrm>
            <a:off x="381614" y="2694864"/>
            <a:ext cx="1883002" cy="571907"/>
          </a:xfrm>
          <a:custGeom>
            <a:avLst/>
            <a:gdLst>
              <a:gd name="connsiteX0" fmla="*/ 0 w 8128000"/>
              <a:gd name="connsiteY0" fmla="*/ 103937 h 623610"/>
              <a:gd name="connsiteX1" fmla="*/ 103937 w 8128000"/>
              <a:gd name="connsiteY1" fmla="*/ 0 h 623610"/>
              <a:gd name="connsiteX2" fmla="*/ 8024063 w 8128000"/>
              <a:gd name="connsiteY2" fmla="*/ 0 h 623610"/>
              <a:gd name="connsiteX3" fmla="*/ 8128000 w 8128000"/>
              <a:gd name="connsiteY3" fmla="*/ 103937 h 623610"/>
              <a:gd name="connsiteX4" fmla="*/ 8128000 w 8128000"/>
              <a:gd name="connsiteY4" fmla="*/ 519673 h 623610"/>
              <a:gd name="connsiteX5" fmla="*/ 8024063 w 8128000"/>
              <a:gd name="connsiteY5" fmla="*/ 623610 h 623610"/>
              <a:gd name="connsiteX6" fmla="*/ 103937 w 8128000"/>
              <a:gd name="connsiteY6" fmla="*/ 623610 h 623610"/>
              <a:gd name="connsiteX7" fmla="*/ 0 w 8128000"/>
              <a:gd name="connsiteY7" fmla="*/ 519673 h 623610"/>
              <a:gd name="connsiteX8" fmla="*/ 0 w 8128000"/>
              <a:gd name="connsiteY8" fmla="*/ 103937 h 623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28000" h="623610">
                <a:moveTo>
                  <a:pt x="0" y="103937"/>
                </a:moveTo>
                <a:cubicBezTo>
                  <a:pt x="0" y="46534"/>
                  <a:pt x="46534" y="0"/>
                  <a:pt x="103937" y="0"/>
                </a:cubicBezTo>
                <a:lnTo>
                  <a:pt x="8024063" y="0"/>
                </a:lnTo>
                <a:cubicBezTo>
                  <a:pt x="8081466" y="0"/>
                  <a:pt x="8128000" y="46534"/>
                  <a:pt x="8128000" y="103937"/>
                </a:cubicBezTo>
                <a:lnTo>
                  <a:pt x="8128000" y="519673"/>
                </a:lnTo>
                <a:cubicBezTo>
                  <a:pt x="8128000" y="577076"/>
                  <a:pt x="8081466" y="623610"/>
                  <a:pt x="8024063" y="623610"/>
                </a:cubicBezTo>
                <a:lnTo>
                  <a:pt x="103937" y="623610"/>
                </a:lnTo>
                <a:cubicBezTo>
                  <a:pt x="46534" y="623610"/>
                  <a:pt x="0" y="577076"/>
                  <a:pt x="0" y="519673"/>
                </a:cubicBezTo>
                <a:lnTo>
                  <a:pt x="0" y="103937"/>
                </a:lnTo>
                <a:close/>
              </a:path>
            </a:pathLst>
          </a:custGeom>
          <a:solidFill>
            <a:srgbClr val="35874C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9502" tIns="129502" rIns="129502" bIns="129502" numCol="1" spcCol="1270" anchor="ctr" anchorCtr="0">
            <a:noAutofit/>
          </a:bodyPr>
          <a:lstStyle/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kern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ÁI NIỆM</a:t>
            </a:r>
            <a:endParaRPr lang="en-US" sz="24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4658" y="1423852"/>
            <a:ext cx="1114532" cy="933602"/>
          </a:xfrm>
          <a:prstGeom prst="rect">
            <a:avLst/>
          </a:prstGeom>
        </p:spPr>
      </p:pic>
      <p:grpSp>
        <p:nvGrpSpPr>
          <p:cNvPr id="23" name="Group 22"/>
          <p:cNvGrpSpPr/>
          <p:nvPr/>
        </p:nvGrpSpPr>
        <p:grpSpPr>
          <a:xfrm rot="5400000">
            <a:off x="3354900" y="1360689"/>
            <a:ext cx="6797192" cy="4767147"/>
            <a:chOff x="1634729" y="1852591"/>
            <a:chExt cx="6797192" cy="4767147"/>
          </a:xfrm>
        </p:grpSpPr>
        <p:sp>
          <p:nvSpPr>
            <p:cNvPr id="24" name="Freeform 23"/>
            <p:cNvSpPr/>
            <p:nvPr/>
          </p:nvSpPr>
          <p:spPr>
            <a:xfrm rot="16200000">
              <a:off x="4875646" y="1852591"/>
              <a:ext cx="1537448" cy="1767181"/>
            </a:xfrm>
            <a:custGeom>
              <a:avLst/>
              <a:gdLst>
                <a:gd name="connsiteX0" fmla="*/ 0 w 1767180"/>
                <a:gd name="connsiteY0" fmla="*/ 768724 h 1537447"/>
                <a:gd name="connsiteX1" fmla="*/ 384362 w 1767180"/>
                <a:gd name="connsiteY1" fmla="*/ 0 h 1537447"/>
                <a:gd name="connsiteX2" fmla="*/ 1382818 w 1767180"/>
                <a:gd name="connsiteY2" fmla="*/ 0 h 1537447"/>
                <a:gd name="connsiteX3" fmla="*/ 1767180 w 1767180"/>
                <a:gd name="connsiteY3" fmla="*/ 768724 h 1537447"/>
                <a:gd name="connsiteX4" fmla="*/ 1382818 w 1767180"/>
                <a:gd name="connsiteY4" fmla="*/ 1537447 h 1537447"/>
                <a:gd name="connsiteX5" fmla="*/ 384362 w 1767180"/>
                <a:gd name="connsiteY5" fmla="*/ 1537447 h 1537447"/>
                <a:gd name="connsiteX6" fmla="*/ 0 w 1767180"/>
                <a:gd name="connsiteY6" fmla="*/ 768724 h 1537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67180" h="1537447">
                  <a:moveTo>
                    <a:pt x="883589" y="0"/>
                  </a:moveTo>
                  <a:lnTo>
                    <a:pt x="1767179" y="334395"/>
                  </a:lnTo>
                  <a:lnTo>
                    <a:pt x="1767179" y="1203052"/>
                  </a:lnTo>
                  <a:lnTo>
                    <a:pt x="883589" y="1537447"/>
                  </a:lnTo>
                  <a:lnTo>
                    <a:pt x="1" y="1203052"/>
                  </a:lnTo>
                  <a:lnTo>
                    <a:pt x="1" y="334395"/>
                  </a:lnTo>
                  <a:lnTo>
                    <a:pt x="883589" y="0"/>
                  </a:lnTo>
                  <a:close/>
                </a:path>
              </a:pathLst>
            </a:custGeom>
            <a:solidFill>
              <a:srgbClr val="35874C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96736" tIns="332537" rIns="296737" bIns="332536" numCol="1" spcCol="1270" anchor="ctr" anchorCtr="0">
              <a:noAutofit/>
            </a:bodyPr>
            <a:lstStyle/>
            <a:p>
              <a:pPr lvl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500" b="1" dirty="0" err="1"/>
                <a:t>TƯ</a:t>
              </a:r>
              <a:r>
                <a:rPr lang="en-US" sz="1500" b="1" dirty="0"/>
                <a:t> </a:t>
              </a:r>
              <a:r>
                <a:rPr lang="en-US" sz="1500" b="1" dirty="0" err="1"/>
                <a:t>VẤN</a:t>
              </a:r>
              <a:r>
                <a:rPr lang="en-US" sz="1500" b="1" dirty="0"/>
                <a:t> </a:t>
              </a:r>
              <a:r>
                <a:rPr lang="en-US" sz="1500" b="1" dirty="0" err="1"/>
                <a:t>ĐẦU</a:t>
              </a:r>
              <a:r>
                <a:rPr lang="en-US" sz="1500" b="1" dirty="0"/>
                <a:t> </a:t>
              </a:r>
              <a:r>
                <a:rPr lang="en-US" sz="1500" b="1" dirty="0" err="1"/>
                <a:t>TƯ</a:t>
              </a:r>
              <a:r>
                <a:rPr lang="en-US" sz="1500" b="1" dirty="0"/>
                <a:t> </a:t>
              </a:r>
              <a:r>
                <a:rPr lang="en-US" sz="1500" b="1" dirty="0" err="1"/>
                <a:t>CHỨNG</a:t>
              </a:r>
              <a:r>
                <a:rPr lang="en-US" sz="1500" b="1" dirty="0"/>
                <a:t> </a:t>
              </a:r>
              <a:r>
                <a:rPr lang="en-US" sz="1500" b="1" dirty="0" err="1"/>
                <a:t>KHOÁN</a:t>
              </a:r>
              <a:endParaRPr lang="en-US" sz="1500" b="1" dirty="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459748" y="2206028"/>
              <a:ext cx="1972173" cy="1060308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6" name="Freeform 25"/>
            <p:cNvSpPr/>
            <p:nvPr/>
          </p:nvSpPr>
          <p:spPr>
            <a:xfrm>
              <a:off x="3215203" y="1852591"/>
              <a:ext cx="1537448" cy="1767181"/>
            </a:xfrm>
            <a:custGeom>
              <a:avLst/>
              <a:gdLst>
                <a:gd name="connsiteX0" fmla="*/ 0 w 1767180"/>
                <a:gd name="connsiteY0" fmla="*/ 768724 h 1537447"/>
                <a:gd name="connsiteX1" fmla="*/ 384362 w 1767180"/>
                <a:gd name="connsiteY1" fmla="*/ 0 h 1537447"/>
                <a:gd name="connsiteX2" fmla="*/ 1382818 w 1767180"/>
                <a:gd name="connsiteY2" fmla="*/ 0 h 1537447"/>
                <a:gd name="connsiteX3" fmla="*/ 1767180 w 1767180"/>
                <a:gd name="connsiteY3" fmla="*/ 768724 h 1537447"/>
                <a:gd name="connsiteX4" fmla="*/ 1382818 w 1767180"/>
                <a:gd name="connsiteY4" fmla="*/ 1537447 h 1537447"/>
                <a:gd name="connsiteX5" fmla="*/ 384362 w 1767180"/>
                <a:gd name="connsiteY5" fmla="*/ 1537447 h 1537447"/>
                <a:gd name="connsiteX6" fmla="*/ 0 w 1767180"/>
                <a:gd name="connsiteY6" fmla="*/ 768724 h 1537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67180" h="1537447">
                  <a:moveTo>
                    <a:pt x="883589" y="0"/>
                  </a:moveTo>
                  <a:lnTo>
                    <a:pt x="1767179" y="334395"/>
                  </a:lnTo>
                  <a:lnTo>
                    <a:pt x="1767179" y="1203052"/>
                  </a:lnTo>
                  <a:lnTo>
                    <a:pt x="883589" y="1537447"/>
                  </a:lnTo>
                  <a:lnTo>
                    <a:pt x="1" y="1203052"/>
                  </a:lnTo>
                  <a:lnTo>
                    <a:pt x="1" y="334395"/>
                  </a:lnTo>
                  <a:lnTo>
                    <a:pt x="883589" y="0"/>
                  </a:lnTo>
                  <a:close/>
                </a:path>
              </a:pathLst>
            </a:custGeom>
            <a:no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39586" tIns="275387" rIns="239587" bIns="275386" numCol="1" spcCol="1270" anchor="ctr" anchorCtr="0">
              <a:noAutofit/>
            </a:bodyPr>
            <a:lstStyle/>
            <a:p>
              <a:pPr lvl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600" kern="1200"/>
            </a:p>
          </p:txBody>
        </p:sp>
        <p:sp>
          <p:nvSpPr>
            <p:cNvPr id="27" name="Freeform 26"/>
            <p:cNvSpPr/>
            <p:nvPr/>
          </p:nvSpPr>
          <p:spPr>
            <a:xfrm rot="16200000">
              <a:off x="4042244" y="3352574"/>
              <a:ext cx="1537448" cy="1767181"/>
            </a:xfrm>
            <a:custGeom>
              <a:avLst/>
              <a:gdLst>
                <a:gd name="connsiteX0" fmla="*/ 0 w 1767180"/>
                <a:gd name="connsiteY0" fmla="*/ 768724 h 1537447"/>
                <a:gd name="connsiteX1" fmla="*/ 384362 w 1767180"/>
                <a:gd name="connsiteY1" fmla="*/ 0 h 1537447"/>
                <a:gd name="connsiteX2" fmla="*/ 1382818 w 1767180"/>
                <a:gd name="connsiteY2" fmla="*/ 0 h 1537447"/>
                <a:gd name="connsiteX3" fmla="*/ 1767180 w 1767180"/>
                <a:gd name="connsiteY3" fmla="*/ 768724 h 1537447"/>
                <a:gd name="connsiteX4" fmla="*/ 1382818 w 1767180"/>
                <a:gd name="connsiteY4" fmla="*/ 1537447 h 1537447"/>
                <a:gd name="connsiteX5" fmla="*/ 384362 w 1767180"/>
                <a:gd name="connsiteY5" fmla="*/ 1537447 h 1537447"/>
                <a:gd name="connsiteX6" fmla="*/ 0 w 1767180"/>
                <a:gd name="connsiteY6" fmla="*/ 768724 h 1537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67180" h="1537447">
                  <a:moveTo>
                    <a:pt x="883589" y="0"/>
                  </a:moveTo>
                  <a:lnTo>
                    <a:pt x="1767179" y="334395"/>
                  </a:lnTo>
                  <a:lnTo>
                    <a:pt x="1767179" y="1203052"/>
                  </a:lnTo>
                  <a:lnTo>
                    <a:pt x="883589" y="1537447"/>
                  </a:lnTo>
                  <a:lnTo>
                    <a:pt x="1" y="1203052"/>
                  </a:lnTo>
                  <a:lnTo>
                    <a:pt x="1" y="334395"/>
                  </a:lnTo>
                  <a:lnTo>
                    <a:pt x="883589" y="0"/>
                  </a:lnTo>
                  <a:close/>
                </a:path>
              </a:pathLst>
            </a:custGeom>
            <a:solidFill>
              <a:srgbClr val="61AD01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96736" tIns="332537" rIns="296737" bIns="332536" numCol="1" spcCol="1270" anchor="ctr" anchorCtr="0">
              <a:noAutofit/>
            </a:bodyPr>
            <a:lstStyle/>
            <a:p>
              <a:pPr lvl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500" b="1" kern="1200" dirty="0" err="1"/>
                <a:t>QUẢN</a:t>
              </a:r>
              <a:r>
                <a:rPr lang="en-US" sz="1500" b="1" kern="1200" dirty="0"/>
                <a:t> </a:t>
              </a:r>
              <a:r>
                <a:rPr lang="en-US" sz="1500" b="1" kern="1200" dirty="0" err="1"/>
                <a:t>LÝ</a:t>
              </a:r>
              <a:r>
                <a:rPr lang="en-US" sz="1500" b="1" kern="1200" dirty="0"/>
                <a:t> </a:t>
              </a:r>
              <a:r>
                <a:rPr lang="en-US" sz="1500" b="1" kern="1200" dirty="0" err="1"/>
                <a:t>DANH</a:t>
              </a:r>
              <a:r>
                <a:rPr lang="en-US" sz="1500" b="1" kern="1200" dirty="0"/>
                <a:t> </a:t>
              </a:r>
              <a:r>
                <a:rPr lang="en-US" sz="1500" b="1" kern="1200" dirty="0" err="1"/>
                <a:t>MỤC</a:t>
              </a:r>
              <a:r>
                <a:rPr lang="en-US" sz="1500" b="1" kern="1200" dirty="0"/>
                <a:t> </a:t>
              </a:r>
              <a:r>
                <a:rPr lang="en-US" sz="1500" b="1" kern="1200" dirty="0" err="1"/>
                <a:t>ĐẦU</a:t>
              </a:r>
              <a:r>
                <a:rPr lang="en-US" sz="1500" b="1" kern="1200" dirty="0"/>
                <a:t> </a:t>
              </a:r>
              <a:r>
                <a:rPr lang="en-US" sz="1500" b="1" kern="1200" dirty="0" err="1"/>
                <a:t>TƯ</a:t>
              </a:r>
              <a:r>
                <a:rPr lang="en-US" sz="1500" b="1" kern="1200" dirty="0"/>
                <a:t> </a:t>
              </a:r>
              <a:r>
                <a:rPr lang="en-US" sz="1500" b="1" kern="1200" dirty="0" err="1"/>
                <a:t>CHỨNG</a:t>
              </a:r>
              <a:r>
                <a:rPr lang="en-US" sz="1500" b="1" kern="1200" dirty="0"/>
                <a:t> </a:t>
              </a:r>
              <a:r>
                <a:rPr lang="en-US" sz="1500" b="1" kern="1200" dirty="0" err="1"/>
                <a:t>KHOÁN</a:t>
              </a:r>
              <a:endParaRPr lang="en-US" sz="1500" b="1" kern="1200" dirty="0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634729" y="3797452"/>
              <a:ext cx="1908555" cy="1060308"/>
            </a:xfrm>
            <a:prstGeom prst="rect">
              <a:avLst/>
            </a:prstGeom>
            <a:noFill/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9" name="Freeform 28"/>
            <p:cNvSpPr/>
            <p:nvPr/>
          </p:nvSpPr>
          <p:spPr>
            <a:xfrm>
              <a:off x="5702687" y="3352574"/>
              <a:ext cx="1537448" cy="1767181"/>
            </a:xfrm>
            <a:custGeom>
              <a:avLst/>
              <a:gdLst>
                <a:gd name="connsiteX0" fmla="*/ 0 w 1767180"/>
                <a:gd name="connsiteY0" fmla="*/ 768724 h 1537447"/>
                <a:gd name="connsiteX1" fmla="*/ 384362 w 1767180"/>
                <a:gd name="connsiteY1" fmla="*/ 0 h 1537447"/>
                <a:gd name="connsiteX2" fmla="*/ 1382818 w 1767180"/>
                <a:gd name="connsiteY2" fmla="*/ 0 h 1537447"/>
                <a:gd name="connsiteX3" fmla="*/ 1767180 w 1767180"/>
                <a:gd name="connsiteY3" fmla="*/ 768724 h 1537447"/>
                <a:gd name="connsiteX4" fmla="*/ 1382818 w 1767180"/>
                <a:gd name="connsiteY4" fmla="*/ 1537447 h 1537447"/>
                <a:gd name="connsiteX5" fmla="*/ 384362 w 1767180"/>
                <a:gd name="connsiteY5" fmla="*/ 1537447 h 1537447"/>
                <a:gd name="connsiteX6" fmla="*/ 0 w 1767180"/>
                <a:gd name="connsiteY6" fmla="*/ 768724 h 1537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67180" h="1537447">
                  <a:moveTo>
                    <a:pt x="883589" y="0"/>
                  </a:moveTo>
                  <a:lnTo>
                    <a:pt x="1767179" y="334395"/>
                  </a:lnTo>
                  <a:lnTo>
                    <a:pt x="1767179" y="1203052"/>
                  </a:lnTo>
                  <a:lnTo>
                    <a:pt x="883589" y="1537447"/>
                  </a:lnTo>
                  <a:lnTo>
                    <a:pt x="1" y="1203052"/>
                  </a:lnTo>
                  <a:lnTo>
                    <a:pt x="1" y="334395"/>
                  </a:lnTo>
                  <a:lnTo>
                    <a:pt x="883589" y="0"/>
                  </a:lnTo>
                  <a:close/>
                </a:path>
              </a:pathLst>
            </a:custGeom>
            <a:no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39586" tIns="275387" rIns="239587" bIns="275386" numCol="1" spcCol="1270" anchor="ctr" anchorCtr="0">
              <a:noAutofit/>
            </a:bodyPr>
            <a:lstStyle/>
            <a:p>
              <a:pPr lvl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600" kern="1200"/>
            </a:p>
          </p:txBody>
        </p:sp>
        <p:sp>
          <p:nvSpPr>
            <p:cNvPr id="30" name="Freeform 29"/>
            <p:cNvSpPr/>
            <p:nvPr/>
          </p:nvSpPr>
          <p:spPr>
            <a:xfrm rot="16200000">
              <a:off x="4875646" y="4852557"/>
              <a:ext cx="1537448" cy="1767181"/>
            </a:xfrm>
            <a:custGeom>
              <a:avLst/>
              <a:gdLst>
                <a:gd name="connsiteX0" fmla="*/ 0 w 1767180"/>
                <a:gd name="connsiteY0" fmla="*/ 768724 h 1537447"/>
                <a:gd name="connsiteX1" fmla="*/ 384362 w 1767180"/>
                <a:gd name="connsiteY1" fmla="*/ 0 h 1537447"/>
                <a:gd name="connsiteX2" fmla="*/ 1382818 w 1767180"/>
                <a:gd name="connsiteY2" fmla="*/ 0 h 1537447"/>
                <a:gd name="connsiteX3" fmla="*/ 1767180 w 1767180"/>
                <a:gd name="connsiteY3" fmla="*/ 768724 h 1537447"/>
                <a:gd name="connsiteX4" fmla="*/ 1382818 w 1767180"/>
                <a:gd name="connsiteY4" fmla="*/ 1537447 h 1537447"/>
                <a:gd name="connsiteX5" fmla="*/ 384362 w 1767180"/>
                <a:gd name="connsiteY5" fmla="*/ 1537447 h 1537447"/>
                <a:gd name="connsiteX6" fmla="*/ 0 w 1767180"/>
                <a:gd name="connsiteY6" fmla="*/ 768724 h 1537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67180" h="1537447">
                  <a:moveTo>
                    <a:pt x="883589" y="0"/>
                  </a:moveTo>
                  <a:lnTo>
                    <a:pt x="1767179" y="334395"/>
                  </a:lnTo>
                  <a:lnTo>
                    <a:pt x="1767179" y="1203052"/>
                  </a:lnTo>
                  <a:lnTo>
                    <a:pt x="883589" y="1537447"/>
                  </a:lnTo>
                  <a:lnTo>
                    <a:pt x="1" y="1203052"/>
                  </a:lnTo>
                  <a:lnTo>
                    <a:pt x="1" y="334395"/>
                  </a:lnTo>
                  <a:lnTo>
                    <a:pt x="883589" y="0"/>
                  </a:lnTo>
                  <a:close/>
                </a:path>
              </a:pathLst>
            </a:custGeom>
            <a:solidFill>
              <a:srgbClr val="10924C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96736" tIns="332537" rIns="296737" bIns="332536" numCol="1" spcCol="1270" anchor="ctr" anchorCtr="0">
              <a:noAutofit/>
            </a:bodyPr>
            <a:lstStyle/>
            <a:p>
              <a:pPr lvl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500" b="1" dirty="0" err="1"/>
                <a:t>QUẢN</a:t>
              </a:r>
              <a:r>
                <a:rPr lang="en-US" sz="1500" b="1" dirty="0"/>
                <a:t> </a:t>
              </a:r>
              <a:r>
                <a:rPr lang="en-US" sz="1500" b="1" dirty="0" err="1"/>
                <a:t>LÝ</a:t>
              </a:r>
              <a:r>
                <a:rPr lang="en-US" sz="1500" b="1" dirty="0"/>
                <a:t> </a:t>
              </a:r>
              <a:r>
                <a:rPr lang="en-US" sz="1500" b="1" dirty="0" err="1"/>
                <a:t>QUỸ</a:t>
              </a:r>
              <a:r>
                <a:rPr lang="en-US" sz="1500" b="1" dirty="0"/>
                <a:t> </a:t>
              </a:r>
              <a:r>
                <a:rPr lang="en-US" sz="1500" b="1" dirty="0" err="1"/>
                <a:t>ĐẦU</a:t>
              </a:r>
              <a:r>
                <a:rPr lang="en-US" sz="1500" b="1" dirty="0"/>
                <a:t> </a:t>
              </a:r>
              <a:r>
                <a:rPr lang="en-US" sz="1500" b="1" dirty="0" err="1"/>
                <a:t>TƯ</a:t>
              </a:r>
              <a:r>
                <a:rPr lang="en-US" sz="1500" b="1" dirty="0"/>
                <a:t> </a:t>
              </a:r>
              <a:r>
                <a:rPr lang="en-US" sz="1500" b="1" dirty="0" err="1"/>
                <a:t>CHỨNG</a:t>
              </a:r>
              <a:r>
                <a:rPr lang="en-US" sz="1500" b="1" dirty="0"/>
                <a:t> </a:t>
              </a:r>
              <a:r>
                <a:rPr lang="en-US" sz="1500" b="1" dirty="0" err="1"/>
                <a:t>KHOÁN</a:t>
              </a:r>
              <a:endParaRPr lang="en-US" sz="1500" b="1" kern="1200" dirty="0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6459748" y="5205994"/>
              <a:ext cx="1972173" cy="1060308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3215203" y="4852557"/>
              <a:ext cx="1537448" cy="1767181"/>
            </a:xfrm>
            <a:custGeom>
              <a:avLst/>
              <a:gdLst>
                <a:gd name="connsiteX0" fmla="*/ 0 w 1767180"/>
                <a:gd name="connsiteY0" fmla="*/ 768724 h 1537447"/>
                <a:gd name="connsiteX1" fmla="*/ 384362 w 1767180"/>
                <a:gd name="connsiteY1" fmla="*/ 0 h 1537447"/>
                <a:gd name="connsiteX2" fmla="*/ 1382818 w 1767180"/>
                <a:gd name="connsiteY2" fmla="*/ 0 h 1537447"/>
                <a:gd name="connsiteX3" fmla="*/ 1767180 w 1767180"/>
                <a:gd name="connsiteY3" fmla="*/ 768724 h 1537447"/>
                <a:gd name="connsiteX4" fmla="*/ 1382818 w 1767180"/>
                <a:gd name="connsiteY4" fmla="*/ 1537447 h 1537447"/>
                <a:gd name="connsiteX5" fmla="*/ 384362 w 1767180"/>
                <a:gd name="connsiteY5" fmla="*/ 1537447 h 1537447"/>
                <a:gd name="connsiteX6" fmla="*/ 0 w 1767180"/>
                <a:gd name="connsiteY6" fmla="*/ 768724 h 1537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67180" h="1537447">
                  <a:moveTo>
                    <a:pt x="883589" y="0"/>
                  </a:moveTo>
                  <a:lnTo>
                    <a:pt x="1767179" y="334395"/>
                  </a:lnTo>
                  <a:lnTo>
                    <a:pt x="1767179" y="1203052"/>
                  </a:lnTo>
                  <a:lnTo>
                    <a:pt x="883589" y="1537447"/>
                  </a:lnTo>
                  <a:lnTo>
                    <a:pt x="1" y="1203052"/>
                  </a:lnTo>
                  <a:lnTo>
                    <a:pt x="1" y="334395"/>
                  </a:lnTo>
                  <a:lnTo>
                    <a:pt x="883589" y="0"/>
                  </a:lnTo>
                  <a:close/>
                </a:path>
              </a:pathLst>
            </a:custGeom>
            <a:no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39586" tIns="275387" rIns="239587" bIns="275386" numCol="1" spcCol="1270" anchor="ctr" anchorCtr="0">
              <a:noAutofit/>
            </a:bodyPr>
            <a:lstStyle/>
            <a:p>
              <a:pPr lvl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600" kern="1200"/>
            </a:p>
          </p:txBody>
        </p:sp>
      </p:grp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2866" y="3322190"/>
            <a:ext cx="1286054" cy="118126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72866" y="4534950"/>
            <a:ext cx="1271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063420"/>
                </a:solidFill>
              </a:rPr>
              <a:t>NGHIỆP</a:t>
            </a:r>
            <a:r>
              <a:rPr lang="en-US" b="1" dirty="0">
                <a:solidFill>
                  <a:srgbClr val="063420"/>
                </a:solidFill>
              </a:rPr>
              <a:t> </a:t>
            </a:r>
            <a:r>
              <a:rPr lang="en-US" b="1" dirty="0" err="1">
                <a:solidFill>
                  <a:srgbClr val="063420"/>
                </a:solidFill>
              </a:rPr>
              <a:t>VỤ</a:t>
            </a:r>
            <a:endParaRPr lang="en-US" b="1" dirty="0">
              <a:solidFill>
                <a:srgbClr val="06342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35991" y="1683049"/>
            <a:ext cx="6648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063420"/>
                </a:solidFill>
              </a:rPr>
              <a:t>THÀNH</a:t>
            </a:r>
            <a:r>
              <a:rPr lang="en-US" b="1" dirty="0">
                <a:solidFill>
                  <a:srgbClr val="063420"/>
                </a:solidFill>
              </a:rPr>
              <a:t> </a:t>
            </a:r>
            <a:r>
              <a:rPr lang="en-US" b="1" dirty="0" err="1">
                <a:solidFill>
                  <a:srgbClr val="063420"/>
                </a:solidFill>
              </a:rPr>
              <a:t>LẬP</a:t>
            </a:r>
            <a:r>
              <a:rPr lang="en-US" b="1" dirty="0">
                <a:solidFill>
                  <a:srgbClr val="063420"/>
                </a:solidFill>
              </a:rPr>
              <a:t> </a:t>
            </a:r>
            <a:r>
              <a:rPr lang="en-US" b="1" dirty="0" err="1">
                <a:solidFill>
                  <a:srgbClr val="063420"/>
                </a:solidFill>
              </a:rPr>
              <a:t>VÀ</a:t>
            </a:r>
            <a:r>
              <a:rPr lang="en-US" b="1" dirty="0">
                <a:solidFill>
                  <a:srgbClr val="063420"/>
                </a:solidFill>
              </a:rPr>
              <a:t> </a:t>
            </a:r>
            <a:r>
              <a:rPr lang="en-US" b="1" dirty="0" err="1">
                <a:solidFill>
                  <a:srgbClr val="063420"/>
                </a:solidFill>
              </a:rPr>
              <a:t>HOẠT</a:t>
            </a:r>
            <a:r>
              <a:rPr lang="en-US" b="1" dirty="0">
                <a:solidFill>
                  <a:srgbClr val="063420"/>
                </a:solidFill>
              </a:rPr>
              <a:t> </a:t>
            </a:r>
            <a:r>
              <a:rPr lang="en-US" b="1" dirty="0" err="1">
                <a:solidFill>
                  <a:srgbClr val="063420"/>
                </a:solidFill>
              </a:rPr>
              <a:t>ĐỘNG</a:t>
            </a:r>
            <a:r>
              <a:rPr lang="en-US" b="1" dirty="0">
                <a:solidFill>
                  <a:srgbClr val="063420"/>
                </a:solidFill>
              </a:rPr>
              <a:t> THEO </a:t>
            </a:r>
            <a:r>
              <a:rPr lang="en-US" b="1" dirty="0" err="1">
                <a:solidFill>
                  <a:srgbClr val="063420"/>
                </a:solidFill>
              </a:rPr>
              <a:t>PHÁP</a:t>
            </a:r>
            <a:r>
              <a:rPr lang="en-US" b="1" dirty="0">
                <a:solidFill>
                  <a:srgbClr val="063420"/>
                </a:solidFill>
              </a:rPr>
              <a:t> </a:t>
            </a:r>
            <a:r>
              <a:rPr lang="en-US" b="1" dirty="0" err="1">
                <a:solidFill>
                  <a:srgbClr val="063420"/>
                </a:solidFill>
              </a:rPr>
              <a:t>LUẬT</a:t>
            </a:r>
            <a:r>
              <a:rPr lang="en-US" b="1" dirty="0">
                <a:solidFill>
                  <a:srgbClr val="063420"/>
                </a:solidFill>
              </a:rPr>
              <a:t> </a:t>
            </a:r>
            <a:r>
              <a:rPr lang="en-US" b="1" dirty="0" err="1">
                <a:solidFill>
                  <a:srgbClr val="063420"/>
                </a:solidFill>
              </a:rPr>
              <a:t>CHỨNG</a:t>
            </a:r>
            <a:r>
              <a:rPr lang="en-US" b="1" dirty="0">
                <a:solidFill>
                  <a:srgbClr val="063420"/>
                </a:solidFill>
              </a:rPr>
              <a:t> </a:t>
            </a:r>
            <a:r>
              <a:rPr lang="en-US" b="1" dirty="0" err="1">
                <a:solidFill>
                  <a:srgbClr val="063420"/>
                </a:solidFill>
              </a:rPr>
              <a:t>KHOÁN</a:t>
            </a:r>
            <a:endParaRPr lang="en-US" b="1" dirty="0">
              <a:solidFill>
                <a:srgbClr val="063420"/>
              </a:solidFill>
            </a:endParaRPr>
          </a:p>
        </p:txBody>
      </p:sp>
      <p:sp>
        <p:nvSpPr>
          <p:cNvPr id="4" name="Left Brace 3"/>
          <p:cNvSpPr/>
          <p:nvPr/>
        </p:nvSpPr>
        <p:spPr>
          <a:xfrm rot="16200000">
            <a:off x="5799188" y="4641288"/>
            <a:ext cx="326572" cy="1582045"/>
          </a:xfrm>
          <a:prstGeom prst="leftBrace">
            <a:avLst/>
          </a:prstGeom>
          <a:ln w="19050">
            <a:solidFill>
              <a:srgbClr val="0634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5112171" y="5643197"/>
            <a:ext cx="1820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063420"/>
                </a:solidFill>
              </a:rPr>
              <a:t>QUẢN</a:t>
            </a:r>
            <a:r>
              <a:rPr lang="en-US" b="1" dirty="0">
                <a:solidFill>
                  <a:srgbClr val="063420"/>
                </a:solidFill>
              </a:rPr>
              <a:t> </a:t>
            </a:r>
            <a:r>
              <a:rPr lang="en-US" b="1" dirty="0" err="1">
                <a:solidFill>
                  <a:srgbClr val="063420"/>
                </a:solidFill>
              </a:rPr>
              <a:t>LÝ</a:t>
            </a:r>
            <a:r>
              <a:rPr lang="en-US" b="1" dirty="0">
                <a:solidFill>
                  <a:srgbClr val="063420"/>
                </a:solidFill>
              </a:rPr>
              <a:t> </a:t>
            </a:r>
            <a:r>
              <a:rPr lang="en-US" b="1" dirty="0" err="1">
                <a:solidFill>
                  <a:srgbClr val="063420"/>
                </a:solidFill>
              </a:rPr>
              <a:t>TÀI</a:t>
            </a:r>
            <a:r>
              <a:rPr lang="en-US" b="1" dirty="0">
                <a:solidFill>
                  <a:srgbClr val="063420"/>
                </a:solidFill>
              </a:rPr>
              <a:t> </a:t>
            </a:r>
            <a:r>
              <a:rPr lang="en-US" b="1" dirty="0" err="1">
                <a:solidFill>
                  <a:srgbClr val="063420"/>
                </a:solidFill>
              </a:rPr>
              <a:t>SẢN</a:t>
            </a:r>
            <a:endParaRPr lang="en-US" b="1" dirty="0">
              <a:solidFill>
                <a:srgbClr val="06342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544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740612"/>
            <a:ext cx="4086225" cy="0"/>
          </a:xfrm>
          <a:prstGeom prst="line">
            <a:avLst/>
          </a:prstGeom>
          <a:ln w="28575">
            <a:solidFill>
              <a:srgbClr val="35874C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501890"/>
            <a:ext cx="11734800" cy="332399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TY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QUỸ</a:t>
            </a:r>
            <a:endParaRPr lang="en-US" sz="2400" b="1" dirty="0">
              <a:solidFill>
                <a:srgbClr val="3587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740612"/>
            <a:ext cx="4086225" cy="0"/>
          </a:xfrm>
          <a:prstGeom prst="line">
            <a:avLst/>
          </a:prstGeom>
          <a:ln w="28575">
            <a:solidFill>
              <a:srgbClr val="35874C"/>
            </a:solidFill>
            <a:headEnd type="non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 16"/>
          <p:cNvSpPr/>
          <p:nvPr/>
        </p:nvSpPr>
        <p:spPr>
          <a:xfrm>
            <a:off x="381614" y="2694864"/>
            <a:ext cx="1883002" cy="457200"/>
          </a:xfrm>
          <a:custGeom>
            <a:avLst/>
            <a:gdLst>
              <a:gd name="connsiteX0" fmla="*/ 0 w 8128000"/>
              <a:gd name="connsiteY0" fmla="*/ 103937 h 623610"/>
              <a:gd name="connsiteX1" fmla="*/ 103937 w 8128000"/>
              <a:gd name="connsiteY1" fmla="*/ 0 h 623610"/>
              <a:gd name="connsiteX2" fmla="*/ 8024063 w 8128000"/>
              <a:gd name="connsiteY2" fmla="*/ 0 h 623610"/>
              <a:gd name="connsiteX3" fmla="*/ 8128000 w 8128000"/>
              <a:gd name="connsiteY3" fmla="*/ 103937 h 623610"/>
              <a:gd name="connsiteX4" fmla="*/ 8128000 w 8128000"/>
              <a:gd name="connsiteY4" fmla="*/ 519673 h 623610"/>
              <a:gd name="connsiteX5" fmla="*/ 8024063 w 8128000"/>
              <a:gd name="connsiteY5" fmla="*/ 623610 h 623610"/>
              <a:gd name="connsiteX6" fmla="*/ 103937 w 8128000"/>
              <a:gd name="connsiteY6" fmla="*/ 623610 h 623610"/>
              <a:gd name="connsiteX7" fmla="*/ 0 w 8128000"/>
              <a:gd name="connsiteY7" fmla="*/ 519673 h 623610"/>
              <a:gd name="connsiteX8" fmla="*/ 0 w 8128000"/>
              <a:gd name="connsiteY8" fmla="*/ 103937 h 623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28000" h="623610">
                <a:moveTo>
                  <a:pt x="0" y="103937"/>
                </a:moveTo>
                <a:cubicBezTo>
                  <a:pt x="0" y="46534"/>
                  <a:pt x="46534" y="0"/>
                  <a:pt x="103937" y="0"/>
                </a:cubicBezTo>
                <a:lnTo>
                  <a:pt x="8024063" y="0"/>
                </a:lnTo>
                <a:cubicBezTo>
                  <a:pt x="8081466" y="0"/>
                  <a:pt x="8128000" y="46534"/>
                  <a:pt x="8128000" y="103937"/>
                </a:cubicBezTo>
                <a:lnTo>
                  <a:pt x="8128000" y="519673"/>
                </a:lnTo>
                <a:cubicBezTo>
                  <a:pt x="8128000" y="577076"/>
                  <a:pt x="8081466" y="623610"/>
                  <a:pt x="8024063" y="623610"/>
                </a:cubicBezTo>
                <a:lnTo>
                  <a:pt x="103937" y="623610"/>
                </a:lnTo>
                <a:cubicBezTo>
                  <a:pt x="46534" y="623610"/>
                  <a:pt x="0" y="577076"/>
                  <a:pt x="0" y="519673"/>
                </a:cubicBezTo>
                <a:lnTo>
                  <a:pt x="0" y="103937"/>
                </a:lnTo>
                <a:close/>
              </a:path>
            </a:pathLst>
          </a:custGeom>
          <a:solidFill>
            <a:srgbClr val="35874C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9502" tIns="129502" rIns="129502" bIns="129502" numCol="1" spcCol="1270" anchor="ctr" anchorCtr="0">
            <a:noAutofit/>
          </a:bodyPr>
          <a:lstStyle/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 err="1">
                <a:solidFill>
                  <a:schemeClr val="bg1"/>
                </a:solidFill>
              </a:rPr>
              <a:t>ĐẶC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ĐIỂM</a:t>
            </a:r>
            <a:endParaRPr lang="en-US" sz="2400" b="1" kern="1200" dirty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7594" y="1320273"/>
            <a:ext cx="570432" cy="60198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499892" y="1480397"/>
            <a:ext cx="3018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063420"/>
                </a:solidFill>
              </a:rPr>
              <a:t>PHÁP</a:t>
            </a:r>
            <a:r>
              <a:rPr lang="en-US" b="1" dirty="0">
                <a:solidFill>
                  <a:srgbClr val="063420"/>
                </a:solidFill>
              </a:rPr>
              <a:t> </a:t>
            </a:r>
            <a:r>
              <a:rPr lang="en-US" b="1" dirty="0" err="1">
                <a:solidFill>
                  <a:srgbClr val="063420"/>
                </a:solidFill>
              </a:rPr>
              <a:t>LUẬT</a:t>
            </a:r>
            <a:r>
              <a:rPr lang="en-US" b="1" dirty="0">
                <a:solidFill>
                  <a:srgbClr val="063420"/>
                </a:solidFill>
              </a:rPr>
              <a:t> </a:t>
            </a:r>
            <a:r>
              <a:rPr lang="en-US" b="1" dirty="0" err="1">
                <a:solidFill>
                  <a:srgbClr val="063420"/>
                </a:solidFill>
              </a:rPr>
              <a:t>CHỨNG</a:t>
            </a:r>
            <a:r>
              <a:rPr lang="en-US" b="1" dirty="0">
                <a:solidFill>
                  <a:srgbClr val="063420"/>
                </a:solidFill>
              </a:rPr>
              <a:t> </a:t>
            </a:r>
            <a:r>
              <a:rPr lang="en-US" b="1" dirty="0" err="1">
                <a:solidFill>
                  <a:srgbClr val="063420"/>
                </a:solidFill>
              </a:rPr>
              <a:t>KHOÁN</a:t>
            </a:r>
            <a:endParaRPr lang="en-US" b="1" dirty="0">
              <a:solidFill>
                <a:srgbClr val="063420"/>
              </a:solidFill>
            </a:endParaRP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4397" y="2276474"/>
            <a:ext cx="646632" cy="571501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499892" y="2325532"/>
            <a:ext cx="5774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063420"/>
                </a:solidFill>
              </a:rPr>
              <a:t>CÔNG</a:t>
            </a:r>
            <a:r>
              <a:rPr lang="en-US" b="1" dirty="0">
                <a:solidFill>
                  <a:srgbClr val="063420"/>
                </a:solidFill>
              </a:rPr>
              <a:t> TY </a:t>
            </a:r>
            <a:r>
              <a:rPr lang="en-US" b="1" dirty="0" err="1">
                <a:solidFill>
                  <a:srgbClr val="063420"/>
                </a:solidFill>
              </a:rPr>
              <a:t>TNHH</a:t>
            </a:r>
            <a:r>
              <a:rPr lang="en-US" b="1" dirty="0">
                <a:solidFill>
                  <a:srgbClr val="063420"/>
                </a:solidFill>
              </a:rPr>
              <a:t>/ </a:t>
            </a:r>
            <a:r>
              <a:rPr lang="en-US" b="1" dirty="0" err="1">
                <a:solidFill>
                  <a:srgbClr val="063420"/>
                </a:solidFill>
              </a:rPr>
              <a:t>CÔNG</a:t>
            </a:r>
            <a:r>
              <a:rPr lang="en-US" b="1" dirty="0">
                <a:solidFill>
                  <a:srgbClr val="063420"/>
                </a:solidFill>
              </a:rPr>
              <a:t> TY </a:t>
            </a:r>
            <a:r>
              <a:rPr lang="en-US" b="1" dirty="0" err="1">
                <a:solidFill>
                  <a:srgbClr val="063420"/>
                </a:solidFill>
              </a:rPr>
              <a:t>CỔ</a:t>
            </a:r>
            <a:r>
              <a:rPr lang="en-US" b="1" dirty="0">
                <a:solidFill>
                  <a:srgbClr val="063420"/>
                </a:solidFill>
              </a:rPr>
              <a:t> </a:t>
            </a:r>
            <a:r>
              <a:rPr lang="en-US" b="1" dirty="0" err="1">
                <a:solidFill>
                  <a:srgbClr val="063420"/>
                </a:solidFill>
              </a:rPr>
              <a:t>PHẦN</a:t>
            </a:r>
            <a:r>
              <a:rPr lang="en-US" b="1" dirty="0">
                <a:solidFill>
                  <a:srgbClr val="063420"/>
                </a:solidFill>
              </a:rPr>
              <a:t>/ </a:t>
            </a:r>
            <a:r>
              <a:rPr lang="en-US" b="1" dirty="0" err="1">
                <a:solidFill>
                  <a:srgbClr val="063420"/>
                </a:solidFill>
              </a:rPr>
              <a:t>CÔNG</a:t>
            </a:r>
            <a:r>
              <a:rPr lang="en-US" b="1" dirty="0">
                <a:solidFill>
                  <a:srgbClr val="063420"/>
                </a:solidFill>
              </a:rPr>
              <a:t> TY </a:t>
            </a:r>
            <a:r>
              <a:rPr lang="en-US" b="1" dirty="0" err="1">
                <a:solidFill>
                  <a:srgbClr val="063420"/>
                </a:solidFill>
              </a:rPr>
              <a:t>HỢP</a:t>
            </a:r>
            <a:r>
              <a:rPr lang="en-US" b="1" dirty="0">
                <a:solidFill>
                  <a:srgbClr val="063420"/>
                </a:solidFill>
              </a:rPr>
              <a:t> </a:t>
            </a:r>
            <a:r>
              <a:rPr lang="en-US" b="1" dirty="0" err="1">
                <a:solidFill>
                  <a:srgbClr val="063420"/>
                </a:solidFill>
              </a:rPr>
              <a:t>DANH</a:t>
            </a:r>
            <a:endParaRPr lang="en-US" b="1" dirty="0">
              <a:solidFill>
                <a:srgbClr val="063420"/>
              </a:solidFill>
            </a:endParaRP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2866" y="3169790"/>
            <a:ext cx="800701" cy="73545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499892" y="3368367"/>
            <a:ext cx="3684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063420"/>
                </a:solidFill>
              </a:rPr>
              <a:t>QUẢN</a:t>
            </a:r>
            <a:r>
              <a:rPr lang="en-US" b="1" dirty="0">
                <a:solidFill>
                  <a:srgbClr val="063420"/>
                </a:solidFill>
              </a:rPr>
              <a:t> </a:t>
            </a:r>
            <a:r>
              <a:rPr lang="en-US" b="1" dirty="0" err="1">
                <a:solidFill>
                  <a:srgbClr val="063420"/>
                </a:solidFill>
              </a:rPr>
              <a:t>LÝ</a:t>
            </a:r>
            <a:r>
              <a:rPr lang="en-US" b="1" dirty="0">
                <a:solidFill>
                  <a:srgbClr val="063420"/>
                </a:solidFill>
              </a:rPr>
              <a:t> </a:t>
            </a:r>
            <a:r>
              <a:rPr lang="en-US" b="1" dirty="0" err="1">
                <a:solidFill>
                  <a:srgbClr val="063420"/>
                </a:solidFill>
              </a:rPr>
              <a:t>TÀI</a:t>
            </a:r>
            <a:r>
              <a:rPr lang="en-US" b="1" dirty="0">
                <a:solidFill>
                  <a:srgbClr val="063420"/>
                </a:solidFill>
              </a:rPr>
              <a:t> </a:t>
            </a:r>
            <a:r>
              <a:rPr lang="en-US" b="1" dirty="0" err="1">
                <a:solidFill>
                  <a:srgbClr val="063420"/>
                </a:solidFill>
              </a:rPr>
              <a:t>SẢN</a:t>
            </a:r>
            <a:r>
              <a:rPr lang="en-US" b="1" dirty="0">
                <a:solidFill>
                  <a:srgbClr val="063420"/>
                </a:solidFill>
              </a:rPr>
              <a:t>, </a:t>
            </a:r>
            <a:r>
              <a:rPr lang="en-US" b="1" dirty="0" err="1">
                <a:solidFill>
                  <a:srgbClr val="063420"/>
                </a:solidFill>
              </a:rPr>
              <a:t>TƯ</a:t>
            </a:r>
            <a:r>
              <a:rPr lang="en-US" b="1" dirty="0">
                <a:solidFill>
                  <a:srgbClr val="063420"/>
                </a:solidFill>
              </a:rPr>
              <a:t> </a:t>
            </a:r>
            <a:r>
              <a:rPr lang="en-US" b="1" dirty="0" err="1">
                <a:solidFill>
                  <a:srgbClr val="063420"/>
                </a:solidFill>
              </a:rPr>
              <a:t>VẤN</a:t>
            </a:r>
            <a:r>
              <a:rPr lang="en-US" b="1" dirty="0">
                <a:solidFill>
                  <a:srgbClr val="063420"/>
                </a:solidFill>
              </a:rPr>
              <a:t> </a:t>
            </a:r>
            <a:r>
              <a:rPr lang="en-US" b="1" dirty="0" err="1">
                <a:solidFill>
                  <a:srgbClr val="063420"/>
                </a:solidFill>
              </a:rPr>
              <a:t>ĐẦU</a:t>
            </a:r>
            <a:r>
              <a:rPr lang="en-US" b="1" dirty="0">
                <a:solidFill>
                  <a:srgbClr val="063420"/>
                </a:solidFill>
              </a:rPr>
              <a:t> </a:t>
            </a:r>
            <a:r>
              <a:rPr lang="en-US" b="1" dirty="0" err="1">
                <a:solidFill>
                  <a:srgbClr val="063420"/>
                </a:solidFill>
              </a:rPr>
              <a:t>TƯ</a:t>
            </a:r>
            <a:endParaRPr lang="en-US" b="1" dirty="0">
              <a:solidFill>
                <a:srgbClr val="06342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9008" y="3194911"/>
            <a:ext cx="538375" cy="54278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105775" y="3320828"/>
            <a:ext cx="543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063420"/>
                </a:solidFill>
              </a:rPr>
              <a:t>PHÍ</a:t>
            </a:r>
            <a:endParaRPr lang="en-US" b="1" dirty="0">
              <a:solidFill>
                <a:srgbClr val="06342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8642" y="4435203"/>
            <a:ext cx="663831" cy="561703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3499892" y="4531388"/>
            <a:ext cx="7146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063420"/>
                </a:solidFill>
              </a:rPr>
              <a:t>CHỊU</a:t>
            </a:r>
            <a:r>
              <a:rPr lang="en-US" b="1" dirty="0">
                <a:solidFill>
                  <a:srgbClr val="063420"/>
                </a:solidFill>
              </a:rPr>
              <a:t> </a:t>
            </a:r>
            <a:r>
              <a:rPr lang="en-US" b="1" dirty="0" err="1">
                <a:solidFill>
                  <a:srgbClr val="063420"/>
                </a:solidFill>
              </a:rPr>
              <a:t>SỰ</a:t>
            </a:r>
            <a:r>
              <a:rPr lang="en-US" b="1" dirty="0">
                <a:solidFill>
                  <a:srgbClr val="063420"/>
                </a:solidFill>
              </a:rPr>
              <a:t> </a:t>
            </a:r>
            <a:r>
              <a:rPr lang="en-US" b="1" dirty="0" err="1">
                <a:solidFill>
                  <a:srgbClr val="063420"/>
                </a:solidFill>
              </a:rPr>
              <a:t>QUẢN</a:t>
            </a:r>
            <a:r>
              <a:rPr lang="en-US" b="1" dirty="0">
                <a:solidFill>
                  <a:srgbClr val="063420"/>
                </a:solidFill>
              </a:rPr>
              <a:t> </a:t>
            </a:r>
            <a:r>
              <a:rPr lang="en-US" b="1" dirty="0" err="1">
                <a:solidFill>
                  <a:srgbClr val="063420"/>
                </a:solidFill>
              </a:rPr>
              <a:t>LÝ</a:t>
            </a:r>
            <a:r>
              <a:rPr lang="en-US" b="1" dirty="0">
                <a:solidFill>
                  <a:srgbClr val="063420"/>
                </a:solidFill>
              </a:rPr>
              <a:t>, </a:t>
            </a:r>
            <a:r>
              <a:rPr lang="en-US" b="1" dirty="0" err="1">
                <a:solidFill>
                  <a:srgbClr val="063420"/>
                </a:solidFill>
              </a:rPr>
              <a:t>GIÁM</a:t>
            </a:r>
            <a:r>
              <a:rPr lang="en-US" b="1" dirty="0">
                <a:solidFill>
                  <a:srgbClr val="063420"/>
                </a:solidFill>
              </a:rPr>
              <a:t> </a:t>
            </a:r>
            <a:r>
              <a:rPr lang="en-US" b="1" dirty="0" err="1">
                <a:solidFill>
                  <a:srgbClr val="063420"/>
                </a:solidFill>
              </a:rPr>
              <a:t>SÁT</a:t>
            </a:r>
            <a:r>
              <a:rPr lang="en-US" b="1" dirty="0">
                <a:solidFill>
                  <a:srgbClr val="063420"/>
                </a:solidFill>
              </a:rPr>
              <a:t> </a:t>
            </a:r>
            <a:r>
              <a:rPr lang="en-US" b="1" dirty="0" err="1">
                <a:solidFill>
                  <a:srgbClr val="063420"/>
                </a:solidFill>
              </a:rPr>
              <a:t>CHẶT</a:t>
            </a:r>
            <a:r>
              <a:rPr lang="en-US" b="1" dirty="0">
                <a:solidFill>
                  <a:srgbClr val="063420"/>
                </a:solidFill>
              </a:rPr>
              <a:t> </a:t>
            </a:r>
            <a:r>
              <a:rPr lang="en-US" b="1" dirty="0" err="1">
                <a:solidFill>
                  <a:srgbClr val="063420"/>
                </a:solidFill>
              </a:rPr>
              <a:t>CHẼ</a:t>
            </a:r>
            <a:r>
              <a:rPr lang="en-US" b="1" dirty="0">
                <a:solidFill>
                  <a:srgbClr val="063420"/>
                </a:solidFill>
              </a:rPr>
              <a:t> </a:t>
            </a:r>
            <a:r>
              <a:rPr lang="en-US" b="1" dirty="0" err="1">
                <a:solidFill>
                  <a:srgbClr val="063420"/>
                </a:solidFill>
              </a:rPr>
              <a:t>CỦA</a:t>
            </a:r>
            <a:r>
              <a:rPr lang="en-US" b="1" dirty="0">
                <a:solidFill>
                  <a:srgbClr val="063420"/>
                </a:solidFill>
              </a:rPr>
              <a:t> </a:t>
            </a:r>
            <a:r>
              <a:rPr lang="en-US" b="1" dirty="0" err="1">
                <a:solidFill>
                  <a:srgbClr val="063420"/>
                </a:solidFill>
              </a:rPr>
              <a:t>CÁC</a:t>
            </a:r>
            <a:r>
              <a:rPr lang="en-US" b="1" dirty="0">
                <a:solidFill>
                  <a:srgbClr val="063420"/>
                </a:solidFill>
              </a:rPr>
              <a:t> </a:t>
            </a:r>
            <a:r>
              <a:rPr lang="en-US" b="1" dirty="0" err="1">
                <a:solidFill>
                  <a:srgbClr val="063420"/>
                </a:solidFill>
              </a:rPr>
              <a:t>TỔ</a:t>
            </a:r>
            <a:r>
              <a:rPr lang="en-US" b="1" dirty="0">
                <a:solidFill>
                  <a:srgbClr val="063420"/>
                </a:solidFill>
              </a:rPr>
              <a:t> </a:t>
            </a:r>
            <a:r>
              <a:rPr lang="en-US" b="1" dirty="0" err="1">
                <a:solidFill>
                  <a:srgbClr val="063420"/>
                </a:solidFill>
              </a:rPr>
              <a:t>CHỨC</a:t>
            </a:r>
            <a:r>
              <a:rPr lang="en-US" b="1" dirty="0">
                <a:solidFill>
                  <a:srgbClr val="063420"/>
                </a:solidFill>
              </a:rPr>
              <a:t> </a:t>
            </a:r>
            <a:r>
              <a:rPr lang="en-US" b="1" dirty="0" err="1">
                <a:solidFill>
                  <a:srgbClr val="063420"/>
                </a:solidFill>
              </a:rPr>
              <a:t>CÓ</a:t>
            </a:r>
            <a:r>
              <a:rPr lang="en-US" b="1" dirty="0">
                <a:solidFill>
                  <a:srgbClr val="063420"/>
                </a:solidFill>
              </a:rPr>
              <a:t> </a:t>
            </a:r>
            <a:r>
              <a:rPr lang="en-US" b="1" dirty="0" err="1">
                <a:solidFill>
                  <a:srgbClr val="063420"/>
                </a:solidFill>
              </a:rPr>
              <a:t>LIÊN</a:t>
            </a:r>
            <a:r>
              <a:rPr lang="en-US" b="1" dirty="0">
                <a:solidFill>
                  <a:srgbClr val="063420"/>
                </a:solidFill>
              </a:rPr>
              <a:t> </a:t>
            </a:r>
            <a:r>
              <a:rPr lang="en-US" b="1" dirty="0" err="1">
                <a:solidFill>
                  <a:srgbClr val="063420"/>
                </a:solidFill>
              </a:rPr>
              <a:t>QUAN</a:t>
            </a:r>
            <a:endParaRPr lang="en-US" b="1" dirty="0">
              <a:solidFill>
                <a:srgbClr val="06342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845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740612"/>
            <a:ext cx="4086225" cy="0"/>
          </a:xfrm>
          <a:prstGeom prst="line">
            <a:avLst/>
          </a:prstGeom>
          <a:ln w="28575">
            <a:solidFill>
              <a:srgbClr val="35874C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740612"/>
            <a:ext cx="4086225" cy="0"/>
          </a:xfrm>
          <a:prstGeom prst="line">
            <a:avLst/>
          </a:prstGeom>
          <a:ln w="28575">
            <a:solidFill>
              <a:srgbClr val="35874C"/>
            </a:solidFill>
            <a:headEnd type="non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 16"/>
          <p:cNvSpPr/>
          <p:nvPr/>
        </p:nvSpPr>
        <p:spPr>
          <a:xfrm>
            <a:off x="228600" y="979335"/>
            <a:ext cx="2755286" cy="457200"/>
          </a:xfrm>
          <a:custGeom>
            <a:avLst/>
            <a:gdLst>
              <a:gd name="connsiteX0" fmla="*/ 0 w 8128000"/>
              <a:gd name="connsiteY0" fmla="*/ 103937 h 623610"/>
              <a:gd name="connsiteX1" fmla="*/ 103937 w 8128000"/>
              <a:gd name="connsiteY1" fmla="*/ 0 h 623610"/>
              <a:gd name="connsiteX2" fmla="*/ 8024063 w 8128000"/>
              <a:gd name="connsiteY2" fmla="*/ 0 h 623610"/>
              <a:gd name="connsiteX3" fmla="*/ 8128000 w 8128000"/>
              <a:gd name="connsiteY3" fmla="*/ 103937 h 623610"/>
              <a:gd name="connsiteX4" fmla="*/ 8128000 w 8128000"/>
              <a:gd name="connsiteY4" fmla="*/ 519673 h 623610"/>
              <a:gd name="connsiteX5" fmla="*/ 8024063 w 8128000"/>
              <a:gd name="connsiteY5" fmla="*/ 623610 h 623610"/>
              <a:gd name="connsiteX6" fmla="*/ 103937 w 8128000"/>
              <a:gd name="connsiteY6" fmla="*/ 623610 h 623610"/>
              <a:gd name="connsiteX7" fmla="*/ 0 w 8128000"/>
              <a:gd name="connsiteY7" fmla="*/ 519673 h 623610"/>
              <a:gd name="connsiteX8" fmla="*/ 0 w 8128000"/>
              <a:gd name="connsiteY8" fmla="*/ 103937 h 623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28000" h="623610">
                <a:moveTo>
                  <a:pt x="0" y="103937"/>
                </a:moveTo>
                <a:cubicBezTo>
                  <a:pt x="0" y="46534"/>
                  <a:pt x="46534" y="0"/>
                  <a:pt x="103937" y="0"/>
                </a:cubicBezTo>
                <a:lnTo>
                  <a:pt x="8024063" y="0"/>
                </a:lnTo>
                <a:cubicBezTo>
                  <a:pt x="8081466" y="0"/>
                  <a:pt x="8128000" y="46534"/>
                  <a:pt x="8128000" y="103937"/>
                </a:cubicBezTo>
                <a:lnTo>
                  <a:pt x="8128000" y="519673"/>
                </a:lnTo>
                <a:cubicBezTo>
                  <a:pt x="8128000" y="577076"/>
                  <a:pt x="8081466" y="623610"/>
                  <a:pt x="8024063" y="623610"/>
                </a:cubicBezTo>
                <a:lnTo>
                  <a:pt x="103937" y="623610"/>
                </a:lnTo>
                <a:cubicBezTo>
                  <a:pt x="46534" y="623610"/>
                  <a:pt x="0" y="577076"/>
                  <a:pt x="0" y="519673"/>
                </a:cubicBezTo>
                <a:lnTo>
                  <a:pt x="0" y="103937"/>
                </a:lnTo>
                <a:close/>
              </a:path>
            </a:pathLst>
          </a:custGeom>
          <a:solidFill>
            <a:srgbClr val="35874C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9502" tIns="129502" rIns="129502" bIns="129502" numCol="1" spcCol="1270" anchor="ctr" anchorCtr="0">
            <a:noAutofit/>
          </a:bodyPr>
          <a:lstStyle/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 err="1">
                <a:solidFill>
                  <a:schemeClr val="bg1"/>
                </a:solidFill>
              </a:rPr>
              <a:t>CƠ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CẤU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TỔ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CHỨC</a:t>
            </a:r>
            <a:endParaRPr lang="en-US" sz="2400" b="1" kern="1200" dirty="0">
              <a:solidFill>
                <a:schemeClr val="bg1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675E977-5D28-4389-B088-0B105F400D08}"/>
              </a:ext>
            </a:extLst>
          </p:cNvPr>
          <p:cNvCxnSpPr/>
          <p:nvPr/>
        </p:nvCxnSpPr>
        <p:spPr>
          <a:xfrm>
            <a:off x="5873695" y="1633453"/>
            <a:ext cx="0" cy="5212199"/>
          </a:xfrm>
          <a:prstGeom prst="line">
            <a:avLst/>
          </a:prstGeom>
          <a:ln w="19050">
            <a:solidFill>
              <a:srgbClr val="10924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Google Shape;198;p14">
            <a:extLst>
              <a:ext uri="{FF2B5EF4-FFF2-40B4-BE49-F238E27FC236}">
                <a16:creationId xmlns:a16="http://schemas.microsoft.com/office/drawing/2014/main" id="{33C05732-6406-44A3-A940-ADF077670FBC}"/>
              </a:ext>
            </a:extLst>
          </p:cNvPr>
          <p:cNvSpPr/>
          <p:nvPr/>
        </p:nvSpPr>
        <p:spPr>
          <a:xfrm>
            <a:off x="1705601" y="5867974"/>
            <a:ext cx="2700000" cy="386683"/>
          </a:xfrm>
          <a:prstGeom prst="rect">
            <a:avLst/>
          </a:prstGeom>
          <a:solidFill>
            <a:srgbClr val="35874C"/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600" b="1" dirty="0">
                <a:solidFill>
                  <a:schemeClr val="lt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CÁC PHÒNG BAN</a:t>
            </a:r>
          </a:p>
        </p:txBody>
      </p:sp>
      <p:sp>
        <p:nvSpPr>
          <p:cNvPr id="20" name="Google Shape;199;p14">
            <a:extLst>
              <a:ext uri="{FF2B5EF4-FFF2-40B4-BE49-F238E27FC236}">
                <a16:creationId xmlns:a16="http://schemas.microsoft.com/office/drawing/2014/main" id="{FB35BC93-5033-46B6-886B-078C1853BBE4}"/>
              </a:ext>
            </a:extLst>
          </p:cNvPr>
          <p:cNvSpPr/>
          <p:nvPr/>
        </p:nvSpPr>
        <p:spPr>
          <a:xfrm>
            <a:off x="7433862" y="5075508"/>
            <a:ext cx="2700000" cy="476775"/>
          </a:xfrm>
          <a:prstGeom prst="rect">
            <a:avLst/>
          </a:prstGeom>
          <a:solidFill>
            <a:srgbClr val="EF9F38"/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600" b="1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  <a:sym typeface="Times New Roman"/>
              </a:rPr>
              <a:t>KIỂM SOÁT NỘI BỘ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Google Shape;200;p14">
            <a:extLst>
              <a:ext uri="{FF2B5EF4-FFF2-40B4-BE49-F238E27FC236}">
                <a16:creationId xmlns:a16="http://schemas.microsoft.com/office/drawing/2014/main" id="{1FF39485-E95E-4B41-A050-1266EF56A7EF}"/>
              </a:ext>
            </a:extLst>
          </p:cNvPr>
          <p:cNvSpPr/>
          <p:nvPr/>
        </p:nvSpPr>
        <p:spPr>
          <a:xfrm>
            <a:off x="7386706" y="4350616"/>
            <a:ext cx="2700000" cy="558000"/>
          </a:xfrm>
          <a:prstGeom prst="rect">
            <a:avLst/>
          </a:prstGeom>
          <a:solidFill>
            <a:srgbClr val="EF9F38"/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600" b="1" dirty="0">
                <a:solidFill>
                  <a:schemeClr val="lt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KIỂM TOÁN </a:t>
            </a:r>
            <a:r>
              <a:rPr lang="en-US" sz="1600" b="1" dirty="0" err="1">
                <a:solidFill>
                  <a:schemeClr val="lt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NỘI</a:t>
            </a:r>
            <a:r>
              <a:rPr lang="en-US" sz="1600" b="1" dirty="0">
                <a:solidFill>
                  <a:schemeClr val="lt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BỘ</a:t>
            </a:r>
            <a:endParaRPr lang="en-US" sz="1600" b="1" dirty="0">
              <a:solidFill>
                <a:schemeClr val="lt1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Times New Roman"/>
            </a:endParaRPr>
          </a:p>
          <a:p>
            <a:pPr algn="ctr"/>
            <a:r>
              <a:rPr lang="en-US" sz="1600" b="1" dirty="0">
                <a:solidFill>
                  <a:schemeClr val="lt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(</a:t>
            </a:r>
            <a:r>
              <a:rPr lang="en-US" sz="1600" b="1" dirty="0" err="1">
                <a:solidFill>
                  <a:schemeClr val="lt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nếu</a:t>
            </a:r>
            <a:r>
              <a:rPr lang="en-US" sz="1600" b="1" dirty="0">
                <a:solidFill>
                  <a:schemeClr val="lt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có</a:t>
            </a:r>
            <a:r>
              <a:rPr lang="en-US" sz="1600" b="1" dirty="0">
                <a:solidFill>
                  <a:schemeClr val="lt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)</a:t>
            </a:r>
          </a:p>
        </p:txBody>
      </p:sp>
      <p:sp>
        <p:nvSpPr>
          <p:cNvPr id="22" name="Google Shape;201;p14">
            <a:extLst>
              <a:ext uri="{FF2B5EF4-FFF2-40B4-BE49-F238E27FC236}">
                <a16:creationId xmlns:a16="http://schemas.microsoft.com/office/drawing/2014/main" id="{331A4DF4-DE12-4A6A-9A00-86501CC37BD0}"/>
              </a:ext>
            </a:extLst>
          </p:cNvPr>
          <p:cNvSpPr/>
          <p:nvPr/>
        </p:nvSpPr>
        <p:spPr>
          <a:xfrm>
            <a:off x="1720393" y="2874946"/>
            <a:ext cx="2700000" cy="558000"/>
          </a:xfrm>
          <a:prstGeom prst="rect">
            <a:avLst/>
          </a:prstGeom>
          <a:solidFill>
            <a:srgbClr val="35874C"/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600" b="1" dirty="0">
                <a:solidFill>
                  <a:schemeClr val="lt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BAN KIỂM SOÁT/</a:t>
            </a:r>
          </a:p>
          <a:p>
            <a:pPr algn="ctr"/>
            <a:r>
              <a:rPr lang="en-US" sz="1600" b="1" dirty="0">
                <a:solidFill>
                  <a:schemeClr val="lt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ỦY BAN KIỂM TOÁN</a:t>
            </a:r>
          </a:p>
        </p:txBody>
      </p:sp>
      <p:cxnSp>
        <p:nvCxnSpPr>
          <p:cNvPr id="23" name="Google Shape;203;p14">
            <a:extLst>
              <a:ext uri="{FF2B5EF4-FFF2-40B4-BE49-F238E27FC236}">
                <a16:creationId xmlns:a16="http://schemas.microsoft.com/office/drawing/2014/main" id="{EBCE842F-C14D-4842-8F61-17E77EBBA5FB}"/>
              </a:ext>
            </a:extLst>
          </p:cNvPr>
          <p:cNvCxnSpPr>
            <a:cxnSpLocks/>
            <a:endCxn id="22" idx="3"/>
          </p:cNvCxnSpPr>
          <p:nvPr/>
        </p:nvCxnSpPr>
        <p:spPr>
          <a:xfrm flipH="1" flipV="1">
            <a:off x="4420393" y="3153946"/>
            <a:ext cx="1453300" cy="4446"/>
          </a:xfrm>
          <a:prstGeom prst="straightConnector1">
            <a:avLst/>
          </a:prstGeom>
          <a:noFill/>
          <a:ln w="28575" cap="flat" cmpd="sng">
            <a:solidFill>
              <a:srgbClr val="35874C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204;p14">
            <a:extLst>
              <a:ext uri="{FF2B5EF4-FFF2-40B4-BE49-F238E27FC236}">
                <a16:creationId xmlns:a16="http://schemas.microsoft.com/office/drawing/2014/main" id="{8976A75E-4961-4CB2-99F0-289609B6C06A}"/>
              </a:ext>
            </a:extLst>
          </p:cNvPr>
          <p:cNvCxnSpPr>
            <a:cxnSpLocks/>
            <a:stCxn id="32" idx="2"/>
            <a:endCxn id="33" idx="0"/>
          </p:cNvCxnSpPr>
          <p:nvPr/>
        </p:nvCxnSpPr>
        <p:spPr>
          <a:xfrm>
            <a:off x="5866321" y="3007589"/>
            <a:ext cx="7377" cy="399497"/>
          </a:xfrm>
          <a:prstGeom prst="straightConnector1">
            <a:avLst/>
          </a:prstGeom>
          <a:noFill/>
          <a:ln w="28575" cap="flat" cmpd="sng">
            <a:solidFill>
              <a:srgbClr val="10924C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205;p14">
            <a:extLst>
              <a:ext uri="{FF2B5EF4-FFF2-40B4-BE49-F238E27FC236}">
                <a16:creationId xmlns:a16="http://schemas.microsoft.com/office/drawing/2014/main" id="{A5F2C436-071E-4D07-89E7-FE4268543781}"/>
              </a:ext>
            </a:extLst>
          </p:cNvPr>
          <p:cNvCxnSpPr>
            <a:cxnSpLocks/>
            <a:stCxn id="33" idx="2"/>
            <a:endCxn id="41" idx="0"/>
          </p:cNvCxnSpPr>
          <p:nvPr/>
        </p:nvCxnSpPr>
        <p:spPr>
          <a:xfrm flipH="1">
            <a:off x="5873695" y="4020357"/>
            <a:ext cx="3" cy="527525"/>
          </a:xfrm>
          <a:prstGeom prst="straightConnector1">
            <a:avLst/>
          </a:prstGeom>
          <a:noFill/>
          <a:ln w="28575" cap="flat" cmpd="sng">
            <a:solidFill>
              <a:srgbClr val="10924C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7" name="Google Shape;208;p14">
            <a:extLst>
              <a:ext uri="{FF2B5EF4-FFF2-40B4-BE49-F238E27FC236}">
                <a16:creationId xmlns:a16="http://schemas.microsoft.com/office/drawing/2014/main" id="{277B5C0A-A64C-4D66-8FA4-0BD1F7B02288}"/>
              </a:ext>
            </a:extLst>
          </p:cNvPr>
          <p:cNvCxnSpPr>
            <a:cxnSpLocks/>
          </p:cNvCxnSpPr>
          <p:nvPr/>
        </p:nvCxnSpPr>
        <p:spPr>
          <a:xfrm flipV="1">
            <a:off x="5881116" y="5320635"/>
            <a:ext cx="1715110" cy="9132"/>
          </a:xfrm>
          <a:prstGeom prst="straightConnector1">
            <a:avLst/>
          </a:prstGeom>
          <a:noFill/>
          <a:ln w="28575" cap="flat" cmpd="sng">
            <a:solidFill>
              <a:srgbClr val="FFC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8" name="Google Shape;209;p14">
            <a:extLst>
              <a:ext uri="{FF2B5EF4-FFF2-40B4-BE49-F238E27FC236}">
                <a16:creationId xmlns:a16="http://schemas.microsoft.com/office/drawing/2014/main" id="{37EDA2AF-41EE-44FF-A87B-ECFE86211EEB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5866319" y="4321993"/>
            <a:ext cx="1520387" cy="307623"/>
          </a:xfrm>
          <a:prstGeom prst="straightConnector1">
            <a:avLst/>
          </a:prstGeom>
          <a:noFill/>
          <a:ln w="28575" cap="flat" cmpd="sng">
            <a:solidFill>
              <a:srgbClr val="FFC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9" name="Rectangle: Rounded Corners 51">
            <a:extLst>
              <a:ext uri="{FF2B5EF4-FFF2-40B4-BE49-F238E27FC236}">
                <a16:creationId xmlns:a16="http://schemas.microsoft.com/office/drawing/2014/main" id="{9209DBA8-149E-4C78-9163-DC75AF513EEF}"/>
              </a:ext>
            </a:extLst>
          </p:cNvPr>
          <p:cNvSpPr/>
          <p:nvPr/>
        </p:nvSpPr>
        <p:spPr>
          <a:xfrm>
            <a:off x="7462995" y="1857548"/>
            <a:ext cx="2700000" cy="427714"/>
          </a:xfrm>
          <a:prstGeom prst="roundRect">
            <a:avLst/>
          </a:prstGeom>
          <a:solidFill>
            <a:srgbClr val="EF9F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LUẬT CHỨNG KHOÁN</a:t>
            </a:r>
          </a:p>
        </p:txBody>
      </p:sp>
      <p:sp>
        <p:nvSpPr>
          <p:cNvPr id="30" name="Rectangle: Rounded Corners 52">
            <a:extLst>
              <a:ext uri="{FF2B5EF4-FFF2-40B4-BE49-F238E27FC236}">
                <a16:creationId xmlns:a16="http://schemas.microsoft.com/office/drawing/2014/main" id="{28B3E428-2DDA-4624-BA1B-DAB092E16D13}"/>
              </a:ext>
            </a:extLst>
          </p:cNvPr>
          <p:cNvSpPr/>
          <p:nvPr/>
        </p:nvSpPr>
        <p:spPr>
          <a:xfrm>
            <a:off x="1740275" y="1837930"/>
            <a:ext cx="2700000" cy="456335"/>
          </a:xfrm>
          <a:prstGeom prst="roundRect">
            <a:avLst/>
          </a:prstGeom>
          <a:solidFill>
            <a:srgbClr val="358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LUẬT DOANH NGHIỆP</a:t>
            </a:r>
          </a:p>
        </p:txBody>
      </p:sp>
      <p:sp>
        <p:nvSpPr>
          <p:cNvPr id="32" name="Google Shape;194;p14">
            <a:extLst>
              <a:ext uri="{FF2B5EF4-FFF2-40B4-BE49-F238E27FC236}">
                <a16:creationId xmlns:a16="http://schemas.microsoft.com/office/drawing/2014/main" id="{03EC8F90-6DFD-4E4F-8FB0-C13248A2E821}"/>
              </a:ext>
            </a:extLst>
          </p:cNvPr>
          <p:cNvSpPr/>
          <p:nvPr/>
        </p:nvSpPr>
        <p:spPr>
          <a:xfrm>
            <a:off x="5094921" y="2343213"/>
            <a:ext cx="1542799" cy="664376"/>
          </a:xfrm>
          <a:prstGeom prst="rect">
            <a:avLst/>
          </a:prstGeom>
          <a:solidFill>
            <a:srgbClr val="35874C"/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600" b="1" dirty="0">
                <a:solidFill>
                  <a:schemeClr val="lt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ĐHĐCĐ/</a:t>
            </a:r>
          </a:p>
          <a:p>
            <a:pPr algn="ctr"/>
            <a:r>
              <a:rPr lang="en-US" sz="1600" b="1" dirty="0">
                <a:solidFill>
                  <a:schemeClr val="lt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HĐTV</a:t>
            </a:r>
          </a:p>
        </p:txBody>
      </p:sp>
      <p:sp>
        <p:nvSpPr>
          <p:cNvPr id="33" name="Google Shape;195;p14">
            <a:extLst>
              <a:ext uri="{FF2B5EF4-FFF2-40B4-BE49-F238E27FC236}">
                <a16:creationId xmlns:a16="http://schemas.microsoft.com/office/drawing/2014/main" id="{28E6FE32-8454-42B1-AE5B-0E965F4B1B26}"/>
              </a:ext>
            </a:extLst>
          </p:cNvPr>
          <p:cNvSpPr/>
          <p:nvPr/>
        </p:nvSpPr>
        <p:spPr>
          <a:xfrm>
            <a:off x="5102298" y="3407086"/>
            <a:ext cx="1542799" cy="613271"/>
          </a:xfrm>
          <a:prstGeom prst="rect">
            <a:avLst/>
          </a:prstGeom>
          <a:solidFill>
            <a:srgbClr val="35874C"/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600" b="1" dirty="0">
                <a:solidFill>
                  <a:schemeClr val="lt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HĐTV/HĐQT</a:t>
            </a:r>
          </a:p>
        </p:txBody>
      </p:sp>
      <p:sp>
        <p:nvSpPr>
          <p:cNvPr id="41" name="Google Shape;196;p14">
            <a:extLst>
              <a:ext uri="{FF2B5EF4-FFF2-40B4-BE49-F238E27FC236}">
                <a16:creationId xmlns:a16="http://schemas.microsoft.com/office/drawing/2014/main" id="{330B2C36-BC16-428A-8D31-CD71866311E0}"/>
              </a:ext>
            </a:extLst>
          </p:cNvPr>
          <p:cNvSpPr/>
          <p:nvPr/>
        </p:nvSpPr>
        <p:spPr>
          <a:xfrm>
            <a:off x="5102296" y="4547882"/>
            <a:ext cx="1542797" cy="664376"/>
          </a:xfrm>
          <a:prstGeom prst="rect">
            <a:avLst/>
          </a:prstGeom>
          <a:solidFill>
            <a:srgbClr val="35874C"/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600" b="1" dirty="0">
                <a:solidFill>
                  <a:schemeClr val="lt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BAN ĐIỀU HÀNH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77480" y="1142152"/>
            <a:ext cx="995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35874C"/>
                </a:solidFill>
              </a:rPr>
              <a:t>ĐIỀU</a:t>
            </a:r>
            <a:r>
              <a:rPr lang="en-US" b="1" dirty="0">
                <a:solidFill>
                  <a:srgbClr val="35874C"/>
                </a:solidFill>
              </a:rPr>
              <a:t> </a:t>
            </a:r>
            <a:r>
              <a:rPr lang="en-US" b="1" dirty="0" err="1">
                <a:solidFill>
                  <a:srgbClr val="35874C"/>
                </a:solidFill>
              </a:rPr>
              <a:t>LỆ</a:t>
            </a:r>
            <a:endParaRPr lang="en-US" b="1" dirty="0">
              <a:solidFill>
                <a:srgbClr val="35874C"/>
              </a:solidFill>
            </a:endParaRPr>
          </a:p>
        </p:txBody>
      </p:sp>
      <p:sp>
        <p:nvSpPr>
          <p:cNvPr id="3" name="Arc 2"/>
          <p:cNvSpPr/>
          <p:nvPr/>
        </p:nvSpPr>
        <p:spPr>
          <a:xfrm rot="20453928">
            <a:off x="3646907" y="1346295"/>
            <a:ext cx="1928163" cy="716593"/>
          </a:xfrm>
          <a:prstGeom prst="arc">
            <a:avLst>
              <a:gd name="adj1" fmla="val 11709433"/>
              <a:gd name="adj2" fmla="val 20172593"/>
            </a:avLst>
          </a:prstGeom>
          <a:ln w="28575">
            <a:solidFill>
              <a:srgbClr val="35874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Arc 42"/>
          <p:cNvSpPr/>
          <p:nvPr/>
        </p:nvSpPr>
        <p:spPr>
          <a:xfrm rot="1548218">
            <a:off x="6421791" y="1419706"/>
            <a:ext cx="1928163" cy="716593"/>
          </a:xfrm>
          <a:prstGeom prst="arc">
            <a:avLst>
              <a:gd name="adj1" fmla="val 11709433"/>
              <a:gd name="adj2" fmla="val 20172593"/>
            </a:avLst>
          </a:prstGeom>
          <a:ln w="28575">
            <a:solidFill>
              <a:srgbClr val="FFC0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sp>
        <p:nvSpPr>
          <p:cNvPr id="44" name="Google Shape;200;p14">
            <a:extLst>
              <a:ext uri="{FF2B5EF4-FFF2-40B4-BE49-F238E27FC236}">
                <a16:creationId xmlns:a16="http://schemas.microsoft.com/office/drawing/2014/main" id="{1FF39485-E95E-4B41-A050-1266EF56A7EF}"/>
              </a:ext>
            </a:extLst>
          </p:cNvPr>
          <p:cNvSpPr/>
          <p:nvPr/>
        </p:nvSpPr>
        <p:spPr>
          <a:xfrm>
            <a:off x="7386706" y="3577161"/>
            <a:ext cx="2700000" cy="557388"/>
          </a:xfrm>
          <a:prstGeom prst="rect">
            <a:avLst/>
          </a:prstGeom>
          <a:solidFill>
            <a:srgbClr val="EF9F38"/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600" b="1" dirty="0" err="1">
                <a:solidFill>
                  <a:schemeClr val="lt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TIỂU</a:t>
            </a:r>
            <a:r>
              <a:rPr lang="en-US" sz="1600" b="1" dirty="0">
                <a:solidFill>
                  <a:schemeClr val="lt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 BAN </a:t>
            </a:r>
            <a:r>
              <a:rPr lang="en-US" sz="1600" b="1" dirty="0" err="1">
                <a:solidFill>
                  <a:schemeClr val="lt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QUẢN</a:t>
            </a:r>
            <a:r>
              <a:rPr lang="en-US" sz="1600" b="1" dirty="0">
                <a:solidFill>
                  <a:schemeClr val="lt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TRỊ</a:t>
            </a:r>
            <a:r>
              <a:rPr lang="en-US" sz="1600" b="1" dirty="0">
                <a:solidFill>
                  <a:schemeClr val="lt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RỦI</a:t>
            </a:r>
            <a:r>
              <a:rPr lang="en-US" sz="1600" b="1" dirty="0">
                <a:solidFill>
                  <a:schemeClr val="lt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 RO (</a:t>
            </a:r>
            <a:r>
              <a:rPr lang="en-US" sz="1600" b="1" dirty="0" err="1">
                <a:solidFill>
                  <a:schemeClr val="lt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nếu</a:t>
            </a:r>
            <a:r>
              <a:rPr lang="en-US" sz="1600" b="1" dirty="0">
                <a:solidFill>
                  <a:schemeClr val="lt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có</a:t>
            </a:r>
            <a:r>
              <a:rPr lang="en-US" sz="1600" b="1" dirty="0">
                <a:solidFill>
                  <a:schemeClr val="lt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)</a:t>
            </a:r>
          </a:p>
        </p:txBody>
      </p:sp>
      <p:cxnSp>
        <p:nvCxnSpPr>
          <p:cNvPr id="45" name="Google Shape;209;p14">
            <a:extLst>
              <a:ext uri="{FF2B5EF4-FFF2-40B4-BE49-F238E27FC236}">
                <a16:creationId xmlns:a16="http://schemas.microsoft.com/office/drawing/2014/main" id="{37EDA2AF-41EE-44FF-A87B-ECFE86211EEB}"/>
              </a:ext>
            </a:extLst>
          </p:cNvPr>
          <p:cNvCxnSpPr>
            <a:cxnSpLocks/>
            <a:endCxn id="44" idx="1"/>
          </p:cNvCxnSpPr>
          <p:nvPr/>
        </p:nvCxnSpPr>
        <p:spPr>
          <a:xfrm flipV="1">
            <a:off x="5866319" y="3855855"/>
            <a:ext cx="1520387" cy="456507"/>
          </a:xfrm>
          <a:prstGeom prst="straightConnector1">
            <a:avLst/>
          </a:prstGeom>
          <a:noFill/>
          <a:ln w="28575" cap="flat" cmpd="sng">
            <a:solidFill>
              <a:srgbClr val="FFC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9" name="Straight Connector 58"/>
          <p:cNvCxnSpPr>
            <a:stCxn id="41" idx="2"/>
          </p:cNvCxnSpPr>
          <p:nvPr/>
        </p:nvCxnSpPr>
        <p:spPr>
          <a:xfrm flipH="1">
            <a:off x="5866319" y="5212258"/>
            <a:ext cx="7376" cy="420196"/>
          </a:xfrm>
          <a:prstGeom prst="line">
            <a:avLst/>
          </a:prstGeom>
          <a:ln w="28575">
            <a:solidFill>
              <a:srgbClr val="1092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/>
          <p:cNvCxnSpPr/>
          <p:nvPr/>
        </p:nvCxnSpPr>
        <p:spPr>
          <a:xfrm rot="16200000" flipH="1">
            <a:off x="5851548" y="3018683"/>
            <a:ext cx="151664" cy="5850247"/>
          </a:xfrm>
          <a:prstGeom prst="bentConnector4">
            <a:avLst>
              <a:gd name="adj1" fmla="val -139962"/>
              <a:gd name="adj2" fmla="val 99965"/>
            </a:avLst>
          </a:prstGeom>
          <a:ln w="28575">
            <a:solidFill>
              <a:srgbClr val="10924C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Google Shape;198;p14">
            <a:extLst>
              <a:ext uri="{FF2B5EF4-FFF2-40B4-BE49-F238E27FC236}">
                <a16:creationId xmlns:a16="http://schemas.microsoft.com/office/drawing/2014/main" id="{33C05732-6406-44A3-A940-ADF077670FBC}"/>
              </a:ext>
            </a:extLst>
          </p:cNvPr>
          <p:cNvSpPr/>
          <p:nvPr/>
        </p:nvSpPr>
        <p:spPr>
          <a:xfrm>
            <a:off x="7422796" y="6024857"/>
            <a:ext cx="2700000" cy="386683"/>
          </a:xfrm>
          <a:prstGeom prst="rect">
            <a:avLst/>
          </a:prstGeom>
          <a:solidFill>
            <a:srgbClr val="35874C"/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600" b="1" dirty="0">
                <a:solidFill>
                  <a:schemeClr val="lt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CÁC PHÒNG BAN</a:t>
            </a:r>
          </a:p>
        </p:txBody>
      </p:sp>
      <p:pic>
        <p:nvPicPr>
          <p:cNvPr id="5" name="Graphic 4" descr="Document">
            <a:extLst>
              <a:ext uri="{FF2B5EF4-FFF2-40B4-BE49-F238E27FC236}">
                <a16:creationId xmlns:a16="http://schemas.microsoft.com/office/drawing/2014/main" id="{615AB32A-D666-4679-AD1B-444E048EF7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12980" y="872879"/>
            <a:ext cx="914400" cy="914400"/>
          </a:xfrm>
          <a:prstGeom prst="rect">
            <a:avLst/>
          </a:prstGeom>
        </p:spPr>
      </p:pic>
      <p:sp>
        <p:nvSpPr>
          <p:cNvPr id="31" name="Title 1">
            <a:extLst>
              <a:ext uri="{FF2B5EF4-FFF2-40B4-BE49-F238E27FC236}">
                <a16:creationId xmlns:a16="http://schemas.microsoft.com/office/drawing/2014/main" id="{ED28E53A-A567-4912-9A68-3CB26C700FDE}"/>
              </a:ext>
            </a:extLst>
          </p:cNvPr>
          <p:cNvSpPr txBox="1">
            <a:spLocks/>
          </p:cNvSpPr>
          <p:nvPr/>
        </p:nvSpPr>
        <p:spPr>
          <a:xfrm>
            <a:off x="228600" y="501890"/>
            <a:ext cx="11734800" cy="332399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TY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QUỸ</a:t>
            </a:r>
            <a:endParaRPr lang="en-US" sz="2400" b="1" dirty="0">
              <a:solidFill>
                <a:srgbClr val="3587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9771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740612"/>
            <a:ext cx="4086225" cy="0"/>
          </a:xfrm>
          <a:prstGeom prst="line">
            <a:avLst/>
          </a:prstGeom>
          <a:ln w="28575">
            <a:solidFill>
              <a:srgbClr val="35874C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740612"/>
            <a:ext cx="4086225" cy="0"/>
          </a:xfrm>
          <a:prstGeom prst="line">
            <a:avLst/>
          </a:prstGeom>
          <a:ln w="28575">
            <a:solidFill>
              <a:srgbClr val="35874C"/>
            </a:solidFill>
            <a:headEnd type="non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 16"/>
          <p:cNvSpPr/>
          <p:nvPr/>
        </p:nvSpPr>
        <p:spPr>
          <a:xfrm>
            <a:off x="228600" y="929223"/>
            <a:ext cx="3632200" cy="457200"/>
          </a:xfrm>
          <a:custGeom>
            <a:avLst/>
            <a:gdLst>
              <a:gd name="connsiteX0" fmla="*/ 0 w 8128000"/>
              <a:gd name="connsiteY0" fmla="*/ 103937 h 623610"/>
              <a:gd name="connsiteX1" fmla="*/ 103937 w 8128000"/>
              <a:gd name="connsiteY1" fmla="*/ 0 h 623610"/>
              <a:gd name="connsiteX2" fmla="*/ 8024063 w 8128000"/>
              <a:gd name="connsiteY2" fmla="*/ 0 h 623610"/>
              <a:gd name="connsiteX3" fmla="*/ 8128000 w 8128000"/>
              <a:gd name="connsiteY3" fmla="*/ 103937 h 623610"/>
              <a:gd name="connsiteX4" fmla="*/ 8128000 w 8128000"/>
              <a:gd name="connsiteY4" fmla="*/ 519673 h 623610"/>
              <a:gd name="connsiteX5" fmla="*/ 8024063 w 8128000"/>
              <a:gd name="connsiteY5" fmla="*/ 623610 h 623610"/>
              <a:gd name="connsiteX6" fmla="*/ 103937 w 8128000"/>
              <a:gd name="connsiteY6" fmla="*/ 623610 h 623610"/>
              <a:gd name="connsiteX7" fmla="*/ 0 w 8128000"/>
              <a:gd name="connsiteY7" fmla="*/ 519673 h 623610"/>
              <a:gd name="connsiteX8" fmla="*/ 0 w 8128000"/>
              <a:gd name="connsiteY8" fmla="*/ 103937 h 623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28000" h="623610">
                <a:moveTo>
                  <a:pt x="0" y="103937"/>
                </a:moveTo>
                <a:cubicBezTo>
                  <a:pt x="0" y="46534"/>
                  <a:pt x="46534" y="0"/>
                  <a:pt x="103937" y="0"/>
                </a:cubicBezTo>
                <a:lnTo>
                  <a:pt x="8024063" y="0"/>
                </a:lnTo>
                <a:cubicBezTo>
                  <a:pt x="8081466" y="0"/>
                  <a:pt x="8128000" y="46534"/>
                  <a:pt x="8128000" y="103937"/>
                </a:cubicBezTo>
                <a:lnTo>
                  <a:pt x="8128000" y="519673"/>
                </a:lnTo>
                <a:cubicBezTo>
                  <a:pt x="8128000" y="577076"/>
                  <a:pt x="8081466" y="623610"/>
                  <a:pt x="8024063" y="623610"/>
                </a:cubicBezTo>
                <a:lnTo>
                  <a:pt x="103937" y="623610"/>
                </a:lnTo>
                <a:cubicBezTo>
                  <a:pt x="46534" y="623610"/>
                  <a:pt x="0" y="577076"/>
                  <a:pt x="0" y="519673"/>
                </a:cubicBezTo>
                <a:lnTo>
                  <a:pt x="0" y="103937"/>
                </a:lnTo>
                <a:close/>
              </a:path>
            </a:pathLst>
          </a:custGeom>
          <a:solidFill>
            <a:srgbClr val="35874C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9502" tIns="129502" rIns="129502" bIns="129502" numCol="1" spcCol="1270" anchor="ctr" anchorCtr="0">
            <a:noAutofit/>
          </a:bodyPr>
          <a:lstStyle/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NGHIỆP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VỤ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KINH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DOANH</a:t>
            </a:r>
            <a:endParaRPr lang="en-US" sz="20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3853148" y="1119398"/>
            <a:ext cx="3941551" cy="3941550"/>
            <a:chOff x="3412126" y="1935010"/>
            <a:chExt cx="3941551" cy="3941550"/>
          </a:xfrm>
        </p:grpSpPr>
        <p:sp>
          <p:nvSpPr>
            <p:cNvPr id="6" name="Freeform 5"/>
            <p:cNvSpPr/>
            <p:nvPr/>
          </p:nvSpPr>
          <p:spPr>
            <a:xfrm>
              <a:off x="4397514" y="1935010"/>
              <a:ext cx="1970775" cy="1970775"/>
            </a:xfrm>
            <a:custGeom>
              <a:avLst/>
              <a:gdLst>
                <a:gd name="connsiteX0" fmla="*/ 0 w 1970775"/>
                <a:gd name="connsiteY0" fmla="*/ 1970775 h 1970775"/>
                <a:gd name="connsiteX1" fmla="*/ 985388 w 1970775"/>
                <a:gd name="connsiteY1" fmla="*/ 0 h 1970775"/>
                <a:gd name="connsiteX2" fmla="*/ 1970775 w 1970775"/>
                <a:gd name="connsiteY2" fmla="*/ 1970775 h 1970775"/>
                <a:gd name="connsiteX3" fmla="*/ 0 w 1970775"/>
                <a:gd name="connsiteY3" fmla="*/ 1970775 h 1970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0775" h="1970775">
                  <a:moveTo>
                    <a:pt x="0" y="1970775"/>
                  </a:moveTo>
                  <a:lnTo>
                    <a:pt x="985388" y="0"/>
                  </a:lnTo>
                  <a:lnTo>
                    <a:pt x="1970775" y="1970775"/>
                  </a:lnTo>
                  <a:lnTo>
                    <a:pt x="0" y="1970775"/>
                  </a:lnTo>
                  <a:close/>
                </a:path>
              </a:pathLst>
            </a:custGeom>
            <a:solidFill>
              <a:srgbClr val="61AD01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53654" tIns="985388" rIns="553654" bIns="32400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b="1" i="0" kern="1200" dirty="0">
                  <a:latin typeface="Arial" panose="020B0604020202020204" pitchFamily="34" charset="0"/>
                  <a:cs typeface="Arial" panose="020B0604020202020204" pitchFamily="34" charset="0"/>
                </a:rPr>
                <a:t>QUẢN LÝ QUỸ</a:t>
              </a:r>
              <a:endParaRPr lang="en-US" sz="1600" kern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Freeform 6"/>
            <p:cNvSpPr/>
            <p:nvPr/>
          </p:nvSpPr>
          <p:spPr>
            <a:xfrm>
              <a:off x="3412126" y="3905785"/>
              <a:ext cx="1970775" cy="1970775"/>
            </a:xfrm>
            <a:custGeom>
              <a:avLst/>
              <a:gdLst>
                <a:gd name="connsiteX0" fmla="*/ 0 w 1970775"/>
                <a:gd name="connsiteY0" fmla="*/ 1970775 h 1970775"/>
                <a:gd name="connsiteX1" fmla="*/ 985388 w 1970775"/>
                <a:gd name="connsiteY1" fmla="*/ 0 h 1970775"/>
                <a:gd name="connsiteX2" fmla="*/ 1970775 w 1970775"/>
                <a:gd name="connsiteY2" fmla="*/ 1970775 h 1970775"/>
                <a:gd name="connsiteX3" fmla="*/ 0 w 1970775"/>
                <a:gd name="connsiteY3" fmla="*/ 1970775 h 1970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0775" h="1970775">
                  <a:moveTo>
                    <a:pt x="0" y="1970775"/>
                  </a:moveTo>
                  <a:lnTo>
                    <a:pt x="985388" y="0"/>
                  </a:lnTo>
                  <a:lnTo>
                    <a:pt x="1970775" y="1970775"/>
                  </a:lnTo>
                  <a:lnTo>
                    <a:pt x="0" y="1970775"/>
                  </a:lnTo>
                  <a:close/>
                </a:path>
              </a:pathLst>
            </a:custGeom>
            <a:solidFill>
              <a:srgbClr val="10924C"/>
            </a:solidFill>
            <a:effectLst>
              <a:softEdge rad="0"/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53654" tIns="985388" rIns="553654" bIns="28800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b="1" i="0" kern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QUẢN</a:t>
              </a:r>
              <a:r>
                <a:rPr lang="en-US" sz="1600" b="1" i="0" kern="12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600" b="1" i="0" kern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LÝ</a:t>
              </a:r>
              <a:r>
                <a:rPr lang="en-US" sz="1600" b="1" i="0" kern="12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600" b="1" i="0" kern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DANH</a:t>
              </a:r>
              <a:r>
                <a:rPr lang="en-US" sz="1600" b="1" i="0" kern="12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600" b="1" i="0" kern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MỤC</a:t>
              </a:r>
              <a:r>
                <a:rPr lang="en-US" sz="1600" b="1" i="0" kern="12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600" b="1" i="0" kern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ĐẦU</a:t>
              </a:r>
              <a:r>
                <a:rPr lang="en-US" sz="1600" b="1" i="0" kern="1200" dirty="0">
                  <a:latin typeface="Arial" panose="020B0604020202020204" pitchFamily="34" charset="0"/>
                  <a:cs typeface="Arial" panose="020B0604020202020204" pitchFamily="34" charset="0"/>
                </a:rPr>
                <a:t> T</a:t>
              </a:r>
              <a:r>
                <a:rPr lang="vi-VN" sz="1600" b="1" i="0" kern="1200" dirty="0">
                  <a:latin typeface="Arial" panose="020B0604020202020204" pitchFamily="34" charset="0"/>
                  <a:cs typeface="Arial" panose="020B0604020202020204" pitchFamily="34" charset="0"/>
                </a:rPr>
                <a:t>Ư</a:t>
              </a:r>
              <a:endParaRPr lang="en-US" sz="1600" kern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Freeform 7"/>
            <p:cNvSpPr/>
            <p:nvPr/>
          </p:nvSpPr>
          <p:spPr>
            <a:xfrm rot="21600000">
              <a:off x="4397514" y="3905784"/>
              <a:ext cx="1970776" cy="1970776"/>
            </a:xfrm>
            <a:custGeom>
              <a:avLst/>
              <a:gdLst>
                <a:gd name="connsiteX0" fmla="*/ 0 w 1970775"/>
                <a:gd name="connsiteY0" fmla="*/ 1970775 h 1970775"/>
                <a:gd name="connsiteX1" fmla="*/ 985388 w 1970775"/>
                <a:gd name="connsiteY1" fmla="*/ 0 h 1970775"/>
                <a:gd name="connsiteX2" fmla="*/ 1970775 w 1970775"/>
                <a:gd name="connsiteY2" fmla="*/ 1970775 h 1970775"/>
                <a:gd name="connsiteX3" fmla="*/ 0 w 1970775"/>
                <a:gd name="connsiteY3" fmla="*/ 1970775 h 1970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0775" h="1970775">
                  <a:moveTo>
                    <a:pt x="1970775" y="0"/>
                  </a:moveTo>
                  <a:lnTo>
                    <a:pt x="985387" y="1970775"/>
                  </a:lnTo>
                  <a:lnTo>
                    <a:pt x="0" y="0"/>
                  </a:lnTo>
                  <a:lnTo>
                    <a:pt x="197077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53654" tIns="60961" rIns="553654" bIns="1046348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600" kern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Freeform 8"/>
            <p:cNvSpPr/>
            <p:nvPr/>
          </p:nvSpPr>
          <p:spPr>
            <a:xfrm>
              <a:off x="5382902" y="3905785"/>
              <a:ext cx="1970775" cy="1970775"/>
            </a:xfrm>
            <a:custGeom>
              <a:avLst/>
              <a:gdLst>
                <a:gd name="connsiteX0" fmla="*/ 0 w 1970775"/>
                <a:gd name="connsiteY0" fmla="*/ 1970775 h 1970775"/>
                <a:gd name="connsiteX1" fmla="*/ 985388 w 1970775"/>
                <a:gd name="connsiteY1" fmla="*/ 0 h 1970775"/>
                <a:gd name="connsiteX2" fmla="*/ 1970775 w 1970775"/>
                <a:gd name="connsiteY2" fmla="*/ 1970775 h 1970775"/>
                <a:gd name="connsiteX3" fmla="*/ 0 w 1970775"/>
                <a:gd name="connsiteY3" fmla="*/ 1970775 h 1970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0775" h="1970775">
                  <a:moveTo>
                    <a:pt x="0" y="1970775"/>
                  </a:moveTo>
                  <a:lnTo>
                    <a:pt x="985388" y="0"/>
                  </a:lnTo>
                  <a:lnTo>
                    <a:pt x="1970775" y="1970775"/>
                  </a:lnTo>
                  <a:lnTo>
                    <a:pt x="0" y="1970775"/>
                  </a:lnTo>
                  <a:close/>
                </a:path>
              </a:pathLst>
            </a:custGeom>
            <a:solidFill>
              <a:srgbClr val="42A048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53654" tIns="985388" rIns="553654" bIns="18000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b="1" i="0" kern="1200" dirty="0">
                  <a:latin typeface="Arial" panose="020B0604020202020204" pitchFamily="34" charset="0"/>
                  <a:cs typeface="Arial" panose="020B0604020202020204" pitchFamily="34" charset="0"/>
                </a:rPr>
                <a:t>TƯ VẤN ĐẦU T</a:t>
              </a:r>
              <a:r>
                <a:rPr lang="vi-VN" sz="1600" b="1" i="0" kern="1200" dirty="0">
                  <a:latin typeface="Arial" panose="020B0604020202020204" pitchFamily="34" charset="0"/>
                  <a:cs typeface="Arial" panose="020B0604020202020204" pitchFamily="34" charset="0"/>
                </a:rPr>
                <a:t>Ư</a:t>
              </a:r>
              <a:r>
                <a:rPr lang="en-US" sz="1600" b="1" i="0" kern="12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600" b="1" i="0" kern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CHỨNG</a:t>
              </a:r>
              <a:r>
                <a:rPr lang="en-US" sz="1600" b="1" i="0" kern="1200" dirty="0">
                  <a:latin typeface="Arial" panose="020B0604020202020204" pitchFamily="34" charset="0"/>
                  <a:cs typeface="Arial" panose="020B0604020202020204" pitchFamily="34" charset="0"/>
                </a:rPr>
                <a:t> KHOÁN</a:t>
              </a:r>
              <a:endParaRPr lang="en-US" sz="1600" kern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1118950" y="5200343"/>
            <a:ext cx="42071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rgbClr val="10924C"/>
                </a:solidFill>
              </a:rPr>
              <a:t>Xây</a:t>
            </a:r>
            <a:r>
              <a:rPr lang="en-US" dirty="0">
                <a:solidFill>
                  <a:srgbClr val="10924C"/>
                </a:solidFill>
              </a:rPr>
              <a:t> </a:t>
            </a:r>
            <a:r>
              <a:rPr lang="en-US" dirty="0" err="1">
                <a:solidFill>
                  <a:srgbClr val="10924C"/>
                </a:solidFill>
              </a:rPr>
              <a:t>dựng</a:t>
            </a:r>
            <a:r>
              <a:rPr lang="en-US" dirty="0">
                <a:solidFill>
                  <a:srgbClr val="10924C"/>
                </a:solidFill>
              </a:rPr>
              <a:t>, </a:t>
            </a:r>
            <a:r>
              <a:rPr lang="en-US" dirty="0" err="1">
                <a:solidFill>
                  <a:srgbClr val="10924C"/>
                </a:solidFill>
              </a:rPr>
              <a:t>theo</a:t>
            </a:r>
            <a:r>
              <a:rPr lang="en-US" dirty="0">
                <a:solidFill>
                  <a:srgbClr val="10924C"/>
                </a:solidFill>
              </a:rPr>
              <a:t> </a:t>
            </a:r>
            <a:r>
              <a:rPr lang="en-US" dirty="0" err="1">
                <a:solidFill>
                  <a:srgbClr val="10924C"/>
                </a:solidFill>
              </a:rPr>
              <a:t>dõi</a:t>
            </a:r>
            <a:r>
              <a:rPr lang="en-US" dirty="0">
                <a:solidFill>
                  <a:srgbClr val="10924C"/>
                </a:solidFill>
              </a:rPr>
              <a:t>, </a:t>
            </a:r>
            <a:r>
              <a:rPr lang="en-US" dirty="0" err="1">
                <a:solidFill>
                  <a:srgbClr val="10924C"/>
                </a:solidFill>
              </a:rPr>
              <a:t>điều</a:t>
            </a:r>
            <a:r>
              <a:rPr lang="en-US" dirty="0">
                <a:solidFill>
                  <a:srgbClr val="10924C"/>
                </a:solidFill>
              </a:rPr>
              <a:t> </a:t>
            </a:r>
            <a:r>
              <a:rPr lang="en-US" dirty="0" err="1">
                <a:solidFill>
                  <a:srgbClr val="10924C"/>
                </a:solidFill>
              </a:rPr>
              <a:t>chỉnh</a:t>
            </a:r>
            <a:r>
              <a:rPr lang="en-US" dirty="0">
                <a:solidFill>
                  <a:srgbClr val="10924C"/>
                </a:solidFill>
              </a:rPr>
              <a:t> </a:t>
            </a:r>
            <a:r>
              <a:rPr lang="en-US" dirty="0" err="1">
                <a:solidFill>
                  <a:srgbClr val="10924C"/>
                </a:solidFill>
              </a:rPr>
              <a:t>danh</a:t>
            </a:r>
            <a:r>
              <a:rPr lang="en-US" dirty="0">
                <a:solidFill>
                  <a:srgbClr val="10924C"/>
                </a:solidFill>
              </a:rPr>
              <a:t> </a:t>
            </a:r>
            <a:r>
              <a:rPr lang="en-US" dirty="0" err="1">
                <a:solidFill>
                  <a:srgbClr val="10924C"/>
                </a:solidFill>
              </a:rPr>
              <a:t>mục</a:t>
            </a:r>
            <a:r>
              <a:rPr lang="en-US" dirty="0">
                <a:solidFill>
                  <a:srgbClr val="10924C"/>
                </a:solidFill>
              </a:rPr>
              <a:t> </a:t>
            </a:r>
            <a:r>
              <a:rPr lang="en-US" dirty="0" err="1">
                <a:solidFill>
                  <a:srgbClr val="10924C"/>
                </a:solidFill>
              </a:rPr>
              <a:t>các</a:t>
            </a:r>
            <a:r>
              <a:rPr lang="en-US" dirty="0">
                <a:solidFill>
                  <a:srgbClr val="10924C"/>
                </a:solidFill>
              </a:rPr>
              <a:t> </a:t>
            </a:r>
            <a:r>
              <a:rPr lang="en-US" dirty="0" err="1">
                <a:solidFill>
                  <a:srgbClr val="10924C"/>
                </a:solidFill>
              </a:rPr>
              <a:t>loại</a:t>
            </a:r>
            <a:r>
              <a:rPr lang="en-US" dirty="0">
                <a:solidFill>
                  <a:srgbClr val="10924C"/>
                </a:solidFill>
              </a:rPr>
              <a:t> </a:t>
            </a:r>
            <a:r>
              <a:rPr lang="en-US" dirty="0" err="1">
                <a:solidFill>
                  <a:srgbClr val="10924C"/>
                </a:solidFill>
              </a:rPr>
              <a:t>chứng</a:t>
            </a:r>
            <a:r>
              <a:rPr lang="en-US" dirty="0">
                <a:solidFill>
                  <a:srgbClr val="10924C"/>
                </a:solidFill>
              </a:rPr>
              <a:t> </a:t>
            </a:r>
            <a:r>
              <a:rPr lang="en-US" dirty="0" err="1">
                <a:solidFill>
                  <a:srgbClr val="10924C"/>
                </a:solidFill>
              </a:rPr>
              <a:t>khoán</a:t>
            </a:r>
            <a:r>
              <a:rPr lang="en-US" dirty="0">
                <a:solidFill>
                  <a:srgbClr val="10924C"/>
                </a:solidFill>
              </a:rPr>
              <a:t> </a:t>
            </a:r>
            <a:r>
              <a:rPr lang="en-US" dirty="0" err="1">
                <a:solidFill>
                  <a:srgbClr val="10924C"/>
                </a:solidFill>
              </a:rPr>
              <a:t>và</a:t>
            </a:r>
            <a:r>
              <a:rPr lang="en-US" dirty="0">
                <a:solidFill>
                  <a:srgbClr val="10924C"/>
                </a:solidFill>
              </a:rPr>
              <a:t> </a:t>
            </a:r>
            <a:r>
              <a:rPr lang="en-US" dirty="0" err="1">
                <a:solidFill>
                  <a:srgbClr val="10924C"/>
                </a:solidFill>
              </a:rPr>
              <a:t>tài</a:t>
            </a:r>
            <a:r>
              <a:rPr lang="en-US" dirty="0">
                <a:solidFill>
                  <a:srgbClr val="10924C"/>
                </a:solidFill>
              </a:rPr>
              <a:t> </a:t>
            </a:r>
            <a:r>
              <a:rPr lang="en-US" dirty="0" err="1">
                <a:solidFill>
                  <a:srgbClr val="10924C"/>
                </a:solidFill>
              </a:rPr>
              <a:t>sản</a:t>
            </a:r>
            <a:r>
              <a:rPr lang="en-US" dirty="0">
                <a:solidFill>
                  <a:srgbClr val="10924C"/>
                </a:solidFill>
              </a:rPr>
              <a:t> </a:t>
            </a:r>
            <a:r>
              <a:rPr lang="en-US" dirty="0" err="1">
                <a:solidFill>
                  <a:srgbClr val="10924C"/>
                </a:solidFill>
              </a:rPr>
              <a:t>đầu</a:t>
            </a:r>
            <a:r>
              <a:rPr lang="en-US" dirty="0">
                <a:solidFill>
                  <a:srgbClr val="10924C"/>
                </a:solidFill>
              </a:rPr>
              <a:t> </a:t>
            </a:r>
            <a:r>
              <a:rPr lang="en-US" dirty="0" err="1">
                <a:solidFill>
                  <a:srgbClr val="10924C"/>
                </a:solidFill>
              </a:rPr>
              <a:t>tư</a:t>
            </a:r>
            <a:r>
              <a:rPr lang="en-US" dirty="0">
                <a:solidFill>
                  <a:srgbClr val="10924C"/>
                </a:solidFill>
              </a:rPr>
              <a:t> </a:t>
            </a:r>
            <a:r>
              <a:rPr lang="en-US" dirty="0" err="1">
                <a:solidFill>
                  <a:srgbClr val="10924C"/>
                </a:solidFill>
              </a:rPr>
              <a:t>nhằm</a:t>
            </a:r>
            <a:r>
              <a:rPr lang="en-US" dirty="0">
                <a:solidFill>
                  <a:srgbClr val="10924C"/>
                </a:solidFill>
              </a:rPr>
              <a:t> </a:t>
            </a:r>
            <a:r>
              <a:rPr lang="en-US" dirty="0" err="1">
                <a:solidFill>
                  <a:srgbClr val="10924C"/>
                </a:solidFill>
              </a:rPr>
              <a:t>đạt</a:t>
            </a:r>
            <a:r>
              <a:rPr lang="en-US" dirty="0">
                <a:solidFill>
                  <a:srgbClr val="10924C"/>
                </a:solidFill>
              </a:rPr>
              <a:t> </a:t>
            </a:r>
            <a:r>
              <a:rPr lang="en-US" dirty="0" err="1">
                <a:solidFill>
                  <a:srgbClr val="10924C"/>
                </a:solidFill>
              </a:rPr>
              <a:t>các</a:t>
            </a:r>
            <a:r>
              <a:rPr lang="en-US" dirty="0">
                <a:solidFill>
                  <a:srgbClr val="10924C"/>
                </a:solidFill>
              </a:rPr>
              <a:t> </a:t>
            </a:r>
            <a:r>
              <a:rPr lang="en-US" dirty="0" err="1">
                <a:solidFill>
                  <a:srgbClr val="10924C"/>
                </a:solidFill>
              </a:rPr>
              <a:t>mục</a:t>
            </a:r>
            <a:r>
              <a:rPr lang="en-US" dirty="0">
                <a:solidFill>
                  <a:srgbClr val="10924C"/>
                </a:solidFill>
              </a:rPr>
              <a:t> </a:t>
            </a:r>
            <a:r>
              <a:rPr lang="en-US" dirty="0" err="1">
                <a:solidFill>
                  <a:srgbClr val="10924C"/>
                </a:solidFill>
              </a:rPr>
              <a:t>tiêu</a:t>
            </a:r>
            <a:r>
              <a:rPr lang="en-US" dirty="0">
                <a:solidFill>
                  <a:srgbClr val="10924C"/>
                </a:solidFill>
              </a:rPr>
              <a:t> </a:t>
            </a:r>
            <a:r>
              <a:rPr lang="en-US" dirty="0" err="1">
                <a:solidFill>
                  <a:srgbClr val="10924C"/>
                </a:solidFill>
              </a:rPr>
              <a:t>đầu</a:t>
            </a:r>
            <a:r>
              <a:rPr lang="en-US" dirty="0">
                <a:solidFill>
                  <a:srgbClr val="10924C"/>
                </a:solidFill>
              </a:rPr>
              <a:t> </a:t>
            </a:r>
            <a:r>
              <a:rPr lang="en-US" dirty="0" err="1">
                <a:solidFill>
                  <a:srgbClr val="10924C"/>
                </a:solidFill>
              </a:rPr>
              <a:t>tư</a:t>
            </a:r>
            <a:r>
              <a:rPr lang="en-US" dirty="0">
                <a:solidFill>
                  <a:srgbClr val="10924C"/>
                </a:solidFill>
              </a:rPr>
              <a:t> </a:t>
            </a:r>
            <a:r>
              <a:rPr lang="en-US" dirty="0" err="1">
                <a:solidFill>
                  <a:srgbClr val="10924C"/>
                </a:solidFill>
              </a:rPr>
              <a:t>đề</a:t>
            </a:r>
            <a:r>
              <a:rPr lang="en-US" dirty="0">
                <a:solidFill>
                  <a:srgbClr val="10924C"/>
                </a:solidFill>
              </a:rPr>
              <a:t> </a:t>
            </a:r>
            <a:r>
              <a:rPr lang="en-US" dirty="0" err="1">
                <a:solidFill>
                  <a:srgbClr val="10924C"/>
                </a:solidFill>
              </a:rPr>
              <a:t>ra</a:t>
            </a:r>
            <a:r>
              <a:rPr lang="en-US" dirty="0">
                <a:solidFill>
                  <a:srgbClr val="10924C"/>
                </a:solidFill>
              </a:rPr>
              <a:t> </a:t>
            </a:r>
            <a:r>
              <a:rPr lang="en-US" dirty="0" err="1">
                <a:solidFill>
                  <a:srgbClr val="10924C"/>
                </a:solidFill>
              </a:rPr>
              <a:t>theo</a:t>
            </a:r>
            <a:r>
              <a:rPr lang="en-US" dirty="0">
                <a:solidFill>
                  <a:srgbClr val="10924C"/>
                </a:solidFill>
              </a:rPr>
              <a:t> </a:t>
            </a:r>
            <a:r>
              <a:rPr lang="en-US" dirty="0" err="1">
                <a:solidFill>
                  <a:srgbClr val="10924C"/>
                </a:solidFill>
              </a:rPr>
              <a:t>hợp</a:t>
            </a:r>
            <a:r>
              <a:rPr lang="en-US" dirty="0">
                <a:solidFill>
                  <a:srgbClr val="10924C"/>
                </a:solidFill>
              </a:rPr>
              <a:t> </a:t>
            </a:r>
            <a:r>
              <a:rPr lang="en-US" dirty="0" err="1">
                <a:solidFill>
                  <a:srgbClr val="10924C"/>
                </a:solidFill>
              </a:rPr>
              <a:t>đồng</a:t>
            </a:r>
            <a:r>
              <a:rPr lang="en-US" dirty="0">
                <a:solidFill>
                  <a:srgbClr val="10924C"/>
                </a:solidFill>
              </a:rPr>
              <a:t> </a:t>
            </a:r>
            <a:r>
              <a:rPr lang="en-US" dirty="0" err="1">
                <a:solidFill>
                  <a:srgbClr val="10924C"/>
                </a:solidFill>
              </a:rPr>
              <a:t>ký</a:t>
            </a:r>
            <a:r>
              <a:rPr lang="en-US" dirty="0">
                <a:solidFill>
                  <a:srgbClr val="10924C"/>
                </a:solidFill>
              </a:rPr>
              <a:t> </a:t>
            </a:r>
            <a:r>
              <a:rPr lang="en-US" dirty="0" err="1">
                <a:solidFill>
                  <a:srgbClr val="10924C"/>
                </a:solidFill>
              </a:rPr>
              <a:t>kết</a:t>
            </a:r>
            <a:r>
              <a:rPr lang="en-US" dirty="0">
                <a:solidFill>
                  <a:srgbClr val="10924C"/>
                </a:solidFill>
              </a:rPr>
              <a:t> </a:t>
            </a:r>
            <a:r>
              <a:rPr lang="en-US" dirty="0" err="1">
                <a:solidFill>
                  <a:srgbClr val="10924C"/>
                </a:solidFill>
              </a:rPr>
              <a:t>giữa</a:t>
            </a:r>
            <a:r>
              <a:rPr lang="en-US" dirty="0">
                <a:solidFill>
                  <a:srgbClr val="10924C"/>
                </a:solidFill>
              </a:rPr>
              <a:t> </a:t>
            </a:r>
            <a:r>
              <a:rPr lang="en-US" dirty="0" err="1">
                <a:solidFill>
                  <a:srgbClr val="10924C"/>
                </a:solidFill>
              </a:rPr>
              <a:t>công</a:t>
            </a:r>
            <a:r>
              <a:rPr lang="en-US" dirty="0">
                <a:solidFill>
                  <a:srgbClr val="10924C"/>
                </a:solidFill>
              </a:rPr>
              <a:t> ty </a:t>
            </a:r>
            <a:r>
              <a:rPr lang="en-US" dirty="0" err="1">
                <a:solidFill>
                  <a:srgbClr val="10924C"/>
                </a:solidFill>
              </a:rPr>
              <a:t>quản</a:t>
            </a:r>
            <a:r>
              <a:rPr lang="en-US" dirty="0">
                <a:solidFill>
                  <a:srgbClr val="10924C"/>
                </a:solidFill>
              </a:rPr>
              <a:t> </a:t>
            </a:r>
            <a:r>
              <a:rPr lang="en-US" dirty="0" err="1">
                <a:solidFill>
                  <a:srgbClr val="10924C"/>
                </a:solidFill>
              </a:rPr>
              <a:t>lý</a:t>
            </a:r>
            <a:r>
              <a:rPr lang="en-US" dirty="0">
                <a:solidFill>
                  <a:srgbClr val="10924C"/>
                </a:solidFill>
              </a:rPr>
              <a:t> </a:t>
            </a:r>
            <a:r>
              <a:rPr lang="en-US" dirty="0" err="1">
                <a:solidFill>
                  <a:srgbClr val="10924C"/>
                </a:solidFill>
              </a:rPr>
              <a:t>quỹ</a:t>
            </a:r>
            <a:r>
              <a:rPr lang="en-US" dirty="0">
                <a:solidFill>
                  <a:srgbClr val="10924C"/>
                </a:solidFill>
              </a:rPr>
              <a:t> </a:t>
            </a:r>
            <a:r>
              <a:rPr lang="en-US" dirty="0" err="1">
                <a:solidFill>
                  <a:srgbClr val="10924C"/>
                </a:solidFill>
              </a:rPr>
              <a:t>và</a:t>
            </a:r>
            <a:r>
              <a:rPr lang="en-US" dirty="0">
                <a:solidFill>
                  <a:srgbClr val="10924C"/>
                </a:solidFill>
              </a:rPr>
              <a:t> </a:t>
            </a:r>
            <a:r>
              <a:rPr lang="en-US" dirty="0" err="1">
                <a:solidFill>
                  <a:srgbClr val="10924C"/>
                </a:solidFill>
              </a:rPr>
              <a:t>nhà</a:t>
            </a:r>
            <a:r>
              <a:rPr lang="en-US" dirty="0">
                <a:solidFill>
                  <a:srgbClr val="10924C"/>
                </a:solidFill>
              </a:rPr>
              <a:t> </a:t>
            </a:r>
            <a:r>
              <a:rPr lang="en-US" dirty="0" err="1">
                <a:solidFill>
                  <a:srgbClr val="10924C"/>
                </a:solidFill>
              </a:rPr>
              <a:t>đầu</a:t>
            </a:r>
            <a:r>
              <a:rPr lang="en-US" dirty="0">
                <a:solidFill>
                  <a:srgbClr val="10924C"/>
                </a:solidFill>
              </a:rPr>
              <a:t> </a:t>
            </a:r>
            <a:r>
              <a:rPr lang="en-US" dirty="0" err="1">
                <a:solidFill>
                  <a:srgbClr val="10924C"/>
                </a:solidFill>
              </a:rPr>
              <a:t>tư</a:t>
            </a:r>
            <a:endParaRPr lang="en-US" dirty="0">
              <a:solidFill>
                <a:srgbClr val="10924C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719041" y="1867991"/>
            <a:ext cx="33228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rgbClr val="35874C"/>
                </a:solidFill>
              </a:rPr>
              <a:t>Xây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dựng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hồ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sơ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huy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động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vốn</a:t>
            </a:r>
            <a:r>
              <a:rPr lang="en-US" dirty="0">
                <a:solidFill>
                  <a:srgbClr val="35874C"/>
                </a:solidFill>
              </a:rPr>
              <a:t>, </a:t>
            </a:r>
            <a:r>
              <a:rPr lang="en-US" dirty="0" err="1">
                <a:solidFill>
                  <a:srgbClr val="35874C"/>
                </a:solidFill>
              </a:rPr>
              <a:t>thành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lập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quỹ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và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thự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hiện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hoạt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động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đầu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tư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của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quỹ</a:t>
            </a:r>
            <a:endParaRPr lang="en-US" dirty="0">
              <a:solidFill>
                <a:srgbClr val="35874C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326214" y="3278392"/>
            <a:ext cx="34814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42A048"/>
                </a:solidFill>
              </a:rPr>
              <a:t>Thu </a:t>
            </a:r>
            <a:r>
              <a:rPr lang="en-US" dirty="0" err="1">
                <a:solidFill>
                  <a:srgbClr val="42A048"/>
                </a:solidFill>
              </a:rPr>
              <a:t>thập</a:t>
            </a:r>
            <a:r>
              <a:rPr lang="en-US" dirty="0">
                <a:solidFill>
                  <a:srgbClr val="42A048"/>
                </a:solidFill>
              </a:rPr>
              <a:t>, </a:t>
            </a:r>
            <a:r>
              <a:rPr lang="en-US" dirty="0" err="1">
                <a:solidFill>
                  <a:srgbClr val="42A048"/>
                </a:solidFill>
              </a:rPr>
              <a:t>xử</a:t>
            </a:r>
            <a:r>
              <a:rPr lang="en-US" dirty="0">
                <a:solidFill>
                  <a:srgbClr val="42A048"/>
                </a:solidFill>
              </a:rPr>
              <a:t> </a:t>
            </a:r>
            <a:r>
              <a:rPr lang="en-US" dirty="0" err="1">
                <a:solidFill>
                  <a:srgbClr val="42A048"/>
                </a:solidFill>
              </a:rPr>
              <a:t>lý</a:t>
            </a:r>
            <a:r>
              <a:rPr lang="en-US" dirty="0">
                <a:solidFill>
                  <a:srgbClr val="42A048"/>
                </a:solidFill>
              </a:rPr>
              <a:t> </a:t>
            </a:r>
            <a:r>
              <a:rPr lang="en-US" dirty="0" err="1">
                <a:solidFill>
                  <a:srgbClr val="42A048"/>
                </a:solidFill>
              </a:rPr>
              <a:t>thông</a:t>
            </a:r>
            <a:r>
              <a:rPr lang="en-US" dirty="0">
                <a:solidFill>
                  <a:srgbClr val="42A048"/>
                </a:solidFill>
              </a:rPr>
              <a:t> tin, </a:t>
            </a:r>
            <a:r>
              <a:rPr lang="en-US" dirty="0" err="1">
                <a:solidFill>
                  <a:srgbClr val="42A048"/>
                </a:solidFill>
              </a:rPr>
              <a:t>đưa</a:t>
            </a:r>
            <a:r>
              <a:rPr lang="en-US" dirty="0">
                <a:solidFill>
                  <a:srgbClr val="42A048"/>
                </a:solidFill>
              </a:rPr>
              <a:t> </a:t>
            </a:r>
            <a:r>
              <a:rPr lang="en-US" dirty="0" err="1">
                <a:solidFill>
                  <a:srgbClr val="42A048"/>
                </a:solidFill>
              </a:rPr>
              <a:t>ra</a:t>
            </a:r>
            <a:r>
              <a:rPr lang="en-US" dirty="0">
                <a:solidFill>
                  <a:srgbClr val="42A048"/>
                </a:solidFill>
              </a:rPr>
              <a:t> </a:t>
            </a:r>
            <a:r>
              <a:rPr lang="en-US" dirty="0" err="1">
                <a:solidFill>
                  <a:srgbClr val="42A048"/>
                </a:solidFill>
              </a:rPr>
              <a:t>lời</a:t>
            </a:r>
            <a:r>
              <a:rPr lang="en-US" dirty="0">
                <a:solidFill>
                  <a:srgbClr val="42A048"/>
                </a:solidFill>
              </a:rPr>
              <a:t> </a:t>
            </a:r>
            <a:r>
              <a:rPr lang="en-US" dirty="0" err="1">
                <a:solidFill>
                  <a:srgbClr val="42A048"/>
                </a:solidFill>
              </a:rPr>
              <a:t>khuyên</a:t>
            </a:r>
            <a:r>
              <a:rPr lang="en-US" dirty="0">
                <a:solidFill>
                  <a:srgbClr val="42A048"/>
                </a:solidFill>
              </a:rPr>
              <a:t>, </a:t>
            </a:r>
            <a:r>
              <a:rPr lang="en-US" dirty="0" err="1">
                <a:solidFill>
                  <a:srgbClr val="42A048"/>
                </a:solidFill>
              </a:rPr>
              <a:t>phân</a:t>
            </a:r>
            <a:r>
              <a:rPr lang="en-US" dirty="0">
                <a:solidFill>
                  <a:srgbClr val="42A048"/>
                </a:solidFill>
              </a:rPr>
              <a:t> </a:t>
            </a:r>
            <a:r>
              <a:rPr lang="en-US" dirty="0" err="1">
                <a:solidFill>
                  <a:srgbClr val="42A048"/>
                </a:solidFill>
              </a:rPr>
              <a:t>tích</a:t>
            </a:r>
            <a:r>
              <a:rPr lang="en-US" dirty="0">
                <a:solidFill>
                  <a:srgbClr val="42A048"/>
                </a:solidFill>
              </a:rPr>
              <a:t> </a:t>
            </a:r>
            <a:r>
              <a:rPr lang="en-US" dirty="0" err="1">
                <a:solidFill>
                  <a:srgbClr val="42A048"/>
                </a:solidFill>
              </a:rPr>
              <a:t>các</a:t>
            </a:r>
            <a:r>
              <a:rPr lang="en-US" dirty="0">
                <a:solidFill>
                  <a:srgbClr val="42A048"/>
                </a:solidFill>
              </a:rPr>
              <a:t> </a:t>
            </a:r>
            <a:r>
              <a:rPr lang="en-US" dirty="0" err="1">
                <a:solidFill>
                  <a:srgbClr val="42A048"/>
                </a:solidFill>
              </a:rPr>
              <a:t>tình</a:t>
            </a:r>
            <a:r>
              <a:rPr lang="en-US" dirty="0">
                <a:solidFill>
                  <a:srgbClr val="42A048"/>
                </a:solidFill>
              </a:rPr>
              <a:t> </a:t>
            </a:r>
            <a:r>
              <a:rPr lang="en-US" dirty="0" err="1">
                <a:solidFill>
                  <a:srgbClr val="42A048"/>
                </a:solidFill>
              </a:rPr>
              <a:t>huống</a:t>
            </a:r>
            <a:r>
              <a:rPr lang="en-US" dirty="0">
                <a:solidFill>
                  <a:srgbClr val="42A048"/>
                </a:solidFill>
              </a:rPr>
              <a:t>, </a:t>
            </a:r>
            <a:r>
              <a:rPr lang="en-US" dirty="0" err="1">
                <a:solidFill>
                  <a:srgbClr val="42A048"/>
                </a:solidFill>
              </a:rPr>
              <a:t>cung</a:t>
            </a:r>
            <a:r>
              <a:rPr lang="en-US" dirty="0">
                <a:solidFill>
                  <a:srgbClr val="42A048"/>
                </a:solidFill>
              </a:rPr>
              <a:t> </a:t>
            </a:r>
            <a:r>
              <a:rPr lang="en-US" dirty="0" err="1">
                <a:solidFill>
                  <a:srgbClr val="42A048"/>
                </a:solidFill>
              </a:rPr>
              <a:t>cấp</a:t>
            </a:r>
            <a:r>
              <a:rPr lang="en-US" dirty="0">
                <a:solidFill>
                  <a:srgbClr val="42A048"/>
                </a:solidFill>
              </a:rPr>
              <a:t> </a:t>
            </a:r>
            <a:r>
              <a:rPr lang="en-US" dirty="0" err="1">
                <a:solidFill>
                  <a:srgbClr val="42A048"/>
                </a:solidFill>
              </a:rPr>
              <a:t>một</a:t>
            </a:r>
            <a:r>
              <a:rPr lang="en-US" dirty="0">
                <a:solidFill>
                  <a:srgbClr val="42A048"/>
                </a:solidFill>
              </a:rPr>
              <a:t> </a:t>
            </a:r>
            <a:r>
              <a:rPr lang="en-US" dirty="0" err="1">
                <a:solidFill>
                  <a:srgbClr val="42A048"/>
                </a:solidFill>
              </a:rPr>
              <a:t>số</a:t>
            </a:r>
            <a:r>
              <a:rPr lang="en-US" dirty="0">
                <a:solidFill>
                  <a:srgbClr val="42A048"/>
                </a:solidFill>
              </a:rPr>
              <a:t> </a:t>
            </a:r>
            <a:r>
              <a:rPr lang="en-US" dirty="0" err="1">
                <a:solidFill>
                  <a:srgbClr val="42A048"/>
                </a:solidFill>
              </a:rPr>
              <a:t>sản</a:t>
            </a:r>
            <a:r>
              <a:rPr lang="en-US" dirty="0">
                <a:solidFill>
                  <a:srgbClr val="42A048"/>
                </a:solidFill>
              </a:rPr>
              <a:t> </a:t>
            </a:r>
            <a:r>
              <a:rPr lang="en-US" dirty="0" err="1">
                <a:solidFill>
                  <a:srgbClr val="42A048"/>
                </a:solidFill>
              </a:rPr>
              <a:t>phẩm</a:t>
            </a:r>
            <a:r>
              <a:rPr lang="en-US" dirty="0">
                <a:solidFill>
                  <a:srgbClr val="42A048"/>
                </a:solidFill>
              </a:rPr>
              <a:t> </a:t>
            </a:r>
            <a:r>
              <a:rPr lang="en-US" dirty="0" err="1">
                <a:solidFill>
                  <a:srgbClr val="42A048"/>
                </a:solidFill>
              </a:rPr>
              <a:t>phân</a:t>
            </a:r>
            <a:r>
              <a:rPr lang="en-US" dirty="0">
                <a:solidFill>
                  <a:srgbClr val="42A048"/>
                </a:solidFill>
              </a:rPr>
              <a:t> </a:t>
            </a:r>
            <a:r>
              <a:rPr lang="en-US" dirty="0" err="1">
                <a:solidFill>
                  <a:srgbClr val="42A048"/>
                </a:solidFill>
              </a:rPr>
              <a:t>tích</a:t>
            </a:r>
            <a:r>
              <a:rPr lang="en-US" dirty="0">
                <a:solidFill>
                  <a:srgbClr val="42A048"/>
                </a:solidFill>
              </a:rPr>
              <a:t> </a:t>
            </a:r>
            <a:r>
              <a:rPr lang="en-US" dirty="0" err="1">
                <a:solidFill>
                  <a:srgbClr val="42A048"/>
                </a:solidFill>
              </a:rPr>
              <a:t>cho</a:t>
            </a:r>
            <a:r>
              <a:rPr lang="en-US" dirty="0">
                <a:solidFill>
                  <a:srgbClr val="42A048"/>
                </a:solidFill>
              </a:rPr>
              <a:t> </a:t>
            </a:r>
            <a:r>
              <a:rPr lang="en-US" dirty="0" err="1">
                <a:solidFill>
                  <a:srgbClr val="42A048"/>
                </a:solidFill>
              </a:rPr>
              <a:t>khách</a:t>
            </a:r>
            <a:r>
              <a:rPr lang="en-US" dirty="0">
                <a:solidFill>
                  <a:srgbClr val="42A048"/>
                </a:solidFill>
              </a:rPr>
              <a:t> </a:t>
            </a:r>
            <a:r>
              <a:rPr lang="en-US" dirty="0" err="1">
                <a:solidFill>
                  <a:srgbClr val="42A048"/>
                </a:solidFill>
              </a:rPr>
              <a:t>hàng</a:t>
            </a:r>
            <a:endParaRPr lang="en-US" dirty="0">
              <a:solidFill>
                <a:srgbClr val="42A048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165C8D2-D504-4416-8804-A43122D56C24}"/>
              </a:ext>
            </a:extLst>
          </p:cNvPr>
          <p:cNvSpPr txBox="1">
            <a:spLocks/>
          </p:cNvSpPr>
          <p:nvPr/>
        </p:nvSpPr>
        <p:spPr>
          <a:xfrm>
            <a:off x="228600" y="501890"/>
            <a:ext cx="11734800" cy="332399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TY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QUỸ</a:t>
            </a:r>
            <a:endParaRPr lang="en-US" sz="2400" b="1" dirty="0">
              <a:solidFill>
                <a:srgbClr val="3587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3658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740612"/>
            <a:ext cx="4086225" cy="0"/>
          </a:xfrm>
          <a:prstGeom prst="line">
            <a:avLst/>
          </a:prstGeom>
          <a:ln w="28575">
            <a:solidFill>
              <a:srgbClr val="35874C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740612"/>
            <a:ext cx="4086225" cy="0"/>
          </a:xfrm>
          <a:prstGeom prst="line">
            <a:avLst/>
          </a:prstGeom>
          <a:ln w="28575">
            <a:solidFill>
              <a:srgbClr val="35874C"/>
            </a:solidFill>
            <a:headEnd type="non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lowchart: Process 14">
            <a:extLst>
              <a:ext uri="{FF2B5EF4-FFF2-40B4-BE49-F238E27FC236}">
                <a16:creationId xmlns:a16="http://schemas.microsoft.com/office/drawing/2014/main" id="{86E82D90-89E1-4F2A-9657-C360DE621A7E}"/>
              </a:ext>
            </a:extLst>
          </p:cNvPr>
          <p:cNvSpPr/>
          <p:nvPr/>
        </p:nvSpPr>
        <p:spPr>
          <a:xfrm>
            <a:off x="2425474" y="1582892"/>
            <a:ext cx="8339460" cy="4953000"/>
          </a:xfrm>
          <a:prstGeom prst="flowChartProcess">
            <a:avLst/>
          </a:prstGeom>
          <a:noFill/>
          <a:ln w="28575" cmpd="dbl">
            <a:solidFill>
              <a:srgbClr val="35874C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grpSp>
        <p:nvGrpSpPr>
          <p:cNvPr id="16" name="Group 25">
            <a:extLst>
              <a:ext uri="{FF2B5EF4-FFF2-40B4-BE49-F238E27FC236}">
                <a16:creationId xmlns:a16="http://schemas.microsoft.com/office/drawing/2014/main" id="{23C9D67F-2D43-48BA-B39E-63630CF54115}"/>
              </a:ext>
            </a:extLst>
          </p:cNvPr>
          <p:cNvGrpSpPr/>
          <p:nvPr/>
        </p:nvGrpSpPr>
        <p:grpSpPr>
          <a:xfrm>
            <a:off x="3115584" y="1773392"/>
            <a:ext cx="7273676" cy="4572000"/>
            <a:chOff x="1246055" y="1905000"/>
            <a:chExt cx="7059745" cy="2895600"/>
          </a:xfrm>
        </p:grpSpPr>
        <p:grpSp>
          <p:nvGrpSpPr>
            <p:cNvPr id="18" name="Group 97">
              <a:extLst>
                <a:ext uri="{FF2B5EF4-FFF2-40B4-BE49-F238E27FC236}">
                  <a16:creationId xmlns:a16="http://schemas.microsoft.com/office/drawing/2014/main" id="{D45C8989-6814-4363-A374-E1574E97350E}"/>
                </a:ext>
              </a:extLst>
            </p:cNvPr>
            <p:cNvGrpSpPr/>
            <p:nvPr/>
          </p:nvGrpSpPr>
          <p:grpSpPr>
            <a:xfrm>
              <a:off x="1246055" y="1905000"/>
              <a:ext cx="7059745" cy="2895600"/>
              <a:chOff x="1779455" y="1905000"/>
              <a:chExt cx="7059745" cy="2895600"/>
            </a:xfrm>
          </p:grpSpPr>
          <p:sp>
            <p:nvSpPr>
              <p:cNvPr id="22" name="타원 8">
                <a:extLst>
                  <a:ext uri="{FF2B5EF4-FFF2-40B4-BE49-F238E27FC236}">
                    <a16:creationId xmlns:a16="http://schemas.microsoft.com/office/drawing/2014/main" id="{03D23DFD-4FF2-49D1-8DBE-9E34585996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9455" y="3795170"/>
                <a:ext cx="2563944" cy="328922"/>
              </a:xfrm>
              <a:prstGeom prst="ellipse">
                <a:avLst/>
              </a:prstGeom>
              <a:solidFill>
                <a:srgbClr val="35874C"/>
              </a:solidFill>
              <a:ln>
                <a:headEnd/>
                <a:tailEnd/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spAutoFit/>
              </a:bodyPr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ko-KR" b="1" dirty="0">
                    <a:solidFill>
                      <a:schemeClr val="bg1"/>
                    </a:solidFill>
                    <a:latin typeface="Times New Roman" pitchFamily="18" charset="0"/>
                    <a:cs typeface="Times New Roman" pitchFamily="18" charset="0"/>
                  </a:rPr>
                  <a:t>CÔNG TY QLQ</a:t>
                </a:r>
                <a:endParaRPr lang="ko-KR" altLang="en-US" b="1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3" name="모서리가 둥근 직사각형 12">
                <a:extLst>
                  <a:ext uri="{FF2B5EF4-FFF2-40B4-BE49-F238E27FC236}">
                    <a16:creationId xmlns:a16="http://schemas.microsoft.com/office/drawing/2014/main" id="{9832A761-09E0-45AD-B94B-127CA4FC09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2123304"/>
                <a:ext cx="1571625" cy="324307"/>
              </a:xfrm>
              <a:prstGeom prst="roundRect">
                <a:avLst>
                  <a:gd name="adj" fmla="val 16667"/>
                </a:avLst>
              </a:prstGeom>
              <a:solidFill>
                <a:srgbClr val="92D050"/>
              </a:solidFill>
              <a:ln>
                <a:headEnd/>
                <a:tailEnd/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anchor="ctr">
                <a:spAutoFit/>
              </a:bodyPr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ko-KR" sz="1400" b="1" dirty="0">
                    <a:latin typeface="Times New Roman" pitchFamily="18" charset="0"/>
                    <a:cs typeface="Times New Roman" pitchFamily="18" charset="0"/>
                  </a:rPr>
                  <a:t>QUỸ ĐÓNG/MỞ</a:t>
                </a:r>
                <a:endParaRPr lang="ko-KR" altLang="en-US" sz="1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2C491A2D-DD0E-4BEF-904E-4AB1A8555D9D}"/>
                  </a:ext>
                </a:extLst>
              </p:cNvPr>
              <p:cNvSpPr/>
              <p:nvPr/>
            </p:nvSpPr>
            <p:spPr>
              <a:xfrm>
                <a:off x="7010400" y="1905000"/>
                <a:ext cx="1828800" cy="2895600"/>
              </a:xfrm>
              <a:prstGeom prst="rect">
                <a:avLst/>
              </a:prstGeom>
              <a:noFill/>
              <a:ln>
                <a:solidFill>
                  <a:srgbClr val="35874C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6" name="직선 연결선 26">
                <a:extLst>
                  <a:ext uri="{FF2B5EF4-FFF2-40B4-BE49-F238E27FC236}">
                    <a16:creationId xmlns:a16="http://schemas.microsoft.com/office/drawing/2014/main" id="{E171D5A9-CDCD-4067-B5B1-0E421B6968EC}"/>
                  </a:ext>
                </a:extLst>
              </p:cNvPr>
              <p:cNvCxnSpPr>
                <a:cxnSpLocks noChangeShapeType="1"/>
                <a:stCxn id="21" idx="3"/>
                <a:endCxn id="22" idx="6"/>
              </p:cNvCxnSpPr>
              <p:nvPr/>
            </p:nvCxnSpPr>
            <p:spPr bwMode="auto">
              <a:xfrm flipH="1">
                <a:off x="4343399" y="3469183"/>
                <a:ext cx="484205" cy="490448"/>
              </a:xfrm>
              <a:prstGeom prst="line">
                <a:avLst/>
              </a:prstGeom>
              <a:noFill/>
              <a:ln w="19050" algn="ctr">
                <a:solidFill>
                  <a:srgbClr val="ED7D31"/>
                </a:solidFill>
                <a:round/>
                <a:headEnd/>
                <a:tailEnd/>
              </a:ln>
            </p:spPr>
          </p:cxnSp>
          <p:sp>
            <p:nvSpPr>
              <p:cNvPr id="27" name="타원 8">
                <a:extLst>
                  <a:ext uri="{FF2B5EF4-FFF2-40B4-BE49-F238E27FC236}">
                    <a16:creationId xmlns:a16="http://schemas.microsoft.com/office/drawing/2014/main" id="{159D6E7F-4A37-4D3B-8E27-2312F1435B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48200" y="2133600"/>
                <a:ext cx="2244725" cy="533400"/>
              </a:xfrm>
              <a:prstGeom prst="ellipse">
                <a:avLst/>
              </a:prstGeom>
              <a:solidFill>
                <a:srgbClr val="00B050"/>
              </a:solidFill>
              <a:ln>
                <a:headEnd/>
                <a:tailEnd/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ko-KR" sz="1400" b="1" dirty="0">
                    <a:solidFill>
                      <a:schemeClr val="bg1"/>
                    </a:solidFill>
                    <a:latin typeface="Times New Roman" pitchFamily="18" charset="0"/>
                    <a:cs typeface="Times New Roman" pitchFamily="18" charset="0"/>
                  </a:rPr>
                  <a:t>NHLK/</a:t>
                </a:r>
              </a:p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ko-KR" sz="1400" b="1" dirty="0">
                    <a:solidFill>
                      <a:schemeClr val="bg1"/>
                    </a:solidFill>
                    <a:latin typeface="Times New Roman" pitchFamily="18" charset="0"/>
                    <a:cs typeface="Times New Roman" pitchFamily="18" charset="0"/>
                  </a:rPr>
                  <a:t>Custodian Bank</a:t>
                </a:r>
              </a:p>
            </p:txBody>
          </p:sp>
          <p:sp>
            <p:nvSpPr>
              <p:cNvPr id="28" name="모서리가 둥근 직사각형 12">
                <a:extLst>
                  <a:ext uri="{FF2B5EF4-FFF2-40B4-BE49-F238E27FC236}">
                    <a16:creationId xmlns:a16="http://schemas.microsoft.com/office/drawing/2014/main" id="{7757B046-DC06-40A6-8AA8-BF5260677E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2580503"/>
                <a:ext cx="1571625" cy="324307"/>
              </a:xfrm>
              <a:prstGeom prst="roundRect">
                <a:avLst>
                  <a:gd name="adj" fmla="val 16667"/>
                </a:avLst>
              </a:prstGeom>
              <a:solidFill>
                <a:srgbClr val="92D050"/>
              </a:solidFill>
              <a:ln>
                <a:headEnd/>
                <a:tailEnd/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anchor="ctr">
                <a:spAutoFit/>
              </a:bodyPr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ko-KR" sz="1400" b="1" dirty="0">
                    <a:latin typeface="Times New Roman" pitchFamily="18" charset="0"/>
                    <a:cs typeface="Times New Roman" pitchFamily="18" charset="0"/>
                  </a:rPr>
                  <a:t>ETF</a:t>
                </a:r>
                <a:endParaRPr lang="ko-KR" altLang="en-US" sz="1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9" name="모서리가 둥근 직사각형 12">
                <a:extLst>
                  <a:ext uri="{FF2B5EF4-FFF2-40B4-BE49-F238E27FC236}">
                    <a16:creationId xmlns:a16="http://schemas.microsoft.com/office/drawing/2014/main" id="{5B0B5D73-DBA1-4A40-ABDF-352B296806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3113904"/>
                <a:ext cx="1571625" cy="324307"/>
              </a:xfrm>
              <a:prstGeom prst="roundRect">
                <a:avLst>
                  <a:gd name="adj" fmla="val 16667"/>
                </a:avLst>
              </a:prstGeom>
              <a:solidFill>
                <a:srgbClr val="92D050"/>
              </a:solidFill>
              <a:ln>
                <a:headEnd/>
                <a:tailEnd/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anchor="ctr">
                <a:spAutoFit/>
              </a:bodyPr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ko-KR" sz="1400" b="1" dirty="0">
                    <a:latin typeface="Times New Roman" pitchFamily="18" charset="0"/>
                    <a:cs typeface="Times New Roman" pitchFamily="18" charset="0"/>
                  </a:rPr>
                  <a:t>REITs</a:t>
                </a:r>
                <a:endParaRPr lang="ko-KR" altLang="en-US" sz="1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DF5976DF-9D01-4EF1-84E6-8F675E896771}"/>
                  </a:ext>
                </a:extLst>
              </p:cNvPr>
              <p:cNvCxnSpPr>
                <a:cxnSpLocks/>
                <a:stCxn id="42" idx="4"/>
              </p:cNvCxnSpPr>
              <p:nvPr/>
            </p:nvCxnSpPr>
            <p:spPr>
              <a:xfrm>
                <a:off x="3119802" y="2656705"/>
                <a:ext cx="2685775" cy="537567"/>
              </a:xfrm>
              <a:prstGeom prst="line">
                <a:avLst/>
              </a:prstGeom>
              <a:ln w="12700">
                <a:solidFill>
                  <a:srgbClr val="00B05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451BC3EE-2A8C-4460-A5FB-AA8B6493290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776821" y="2687421"/>
                <a:ext cx="28756" cy="1447800"/>
              </a:xfrm>
              <a:prstGeom prst="line">
                <a:avLst/>
              </a:prstGeom>
              <a:ln w="12700">
                <a:solidFill>
                  <a:srgbClr val="00B05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D7785516-43DE-43BD-9296-50CF2502112F}"/>
                  </a:ext>
                </a:extLst>
              </p:cNvPr>
              <p:cNvCxnSpPr>
                <a:cxnSpLocks/>
                <a:stCxn id="23" idx="1"/>
                <a:endCxn id="21" idx="0"/>
              </p:cNvCxnSpPr>
              <p:nvPr/>
            </p:nvCxnSpPr>
            <p:spPr>
              <a:xfrm flipH="1">
                <a:off x="6732604" y="2285458"/>
                <a:ext cx="430196" cy="1183725"/>
              </a:xfrm>
              <a:prstGeom prst="line">
                <a:avLst/>
              </a:prstGeom>
              <a:ln w="12700">
                <a:solidFill>
                  <a:srgbClr val="92D05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모서리가 둥근 직사각형 12">
                <a:extLst>
                  <a:ext uri="{FF2B5EF4-FFF2-40B4-BE49-F238E27FC236}">
                    <a16:creationId xmlns:a16="http://schemas.microsoft.com/office/drawing/2014/main" id="{A92F902E-6758-49D2-9BD9-0FDA06FF95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3571106"/>
                <a:ext cx="1571625" cy="324307"/>
              </a:xfrm>
              <a:prstGeom prst="roundRect">
                <a:avLst>
                  <a:gd name="adj" fmla="val 16667"/>
                </a:avLst>
              </a:prstGeom>
              <a:solidFill>
                <a:srgbClr val="92D050"/>
              </a:solidFill>
              <a:ln>
                <a:headEnd/>
                <a:tailEnd/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anchor="ctr">
                <a:spAutoFit/>
              </a:bodyPr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ko-KR" sz="1400" b="1" dirty="0">
                    <a:latin typeface="Times New Roman" pitchFamily="18" charset="0"/>
                    <a:cs typeface="Times New Roman" pitchFamily="18" charset="0"/>
                  </a:rPr>
                  <a:t>QUỸ TV</a:t>
                </a:r>
                <a:endParaRPr lang="ko-KR" altLang="en-US" sz="1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4" name="모서리가 둥근 직사각형 12">
                <a:extLst>
                  <a:ext uri="{FF2B5EF4-FFF2-40B4-BE49-F238E27FC236}">
                    <a16:creationId xmlns:a16="http://schemas.microsoft.com/office/drawing/2014/main" id="{6CC7AAD4-2FD4-476D-AA15-6EAD91CCA4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4050590"/>
                <a:ext cx="1571625" cy="323493"/>
              </a:xfrm>
              <a:prstGeom prst="roundRect">
                <a:avLst>
                  <a:gd name="adj" fmla="val 16667"/>
                </a:avLst>
              </a:prstGeom>
              <a:solidFill>
                <a:srgbClr val="92D050"/>
              </a:solidFill>
              <a:ln>
                <a:headEnd/>
                <a:tailEnd/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anchor="ctr">
                <a:spAutoFit/>
              </a:bodyPr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ko-KR" sz="1400" b="1" dirty="0">
                    <a:latin typeface="Times New Roman" pitchFamily="18" charset="0"/>
                    <a:cs typeface="Times New Roman" pitchFamily="18" charset="0"/>
                  </a:rPr>
                  <a:t>CÔNG TY ĐTCK</a:t>
                </a:r>
              </a:p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ko-KR" sz="1000" b="1" dirty="0">
                    <a:latin typeface="Times New Roman" pitchFamily="18" charset="0"/>
                    <a:cs typeface="Times New Roman" pitchFamily="18" charset="0"/>
                  </a:rPr>
                  <a:t>(</a:t>
                </a:r>
                <a:r>
                  <a:rPr lang="en-US" altLang="ko-KR" sz="1000" b="1" dirty="0" err="1">
                    <a:latin typeface="Times New Roman" pitchFamily="18" charset="0"/>
                    <a:cs typeface="Times New Roman" pitchFamily="18" charset="0"/>
                  </a:rPr>
                  <a:t>Có</a:t>
                </a:r>
                <a:r>
                  <a:rPr lang="en-US" altLang="ko-KR" sz="10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ko-KR" sz="1000" b="1" dirty="0" err="1">
                    <a:latin typeface="Times New Roman" pitchFamily="18" charset="0"/>
                    <a:cs typeface="Times New Roman" pitchFamily="18" charset="0"/>
                  </a:rPr>
                  <a:t>tư</a:t>
                </a:r>
                <a:r>
                  <a:rPr lang="en-US" altLang="ko-KR" sz="10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ko-KR" sz="1000" b="1" dirty="0" err="1">
                    <a:latin typeface="Times New Roman" pitchFamily="18" charset="0"/>
                    <a:cs typeface="Times New Roman" pitchFamily="18" charset="0"/>
                  </a:rPr>
                  <a:t>cách</a:t>
                </a:r>
                <a:r>
                  <a:rPr lang="en-US" altLang="ko-KR" sz="10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ko-KR" sz="1000" b="1" dirty="0" err="1">
                    <a:latin typeface="Times New Roman" pitchFamily="18" charset="0"/>
                    <a:cs typeface="Times New Roman" pitchFamily="18" charset="0"/>
                  </a:rPr>
                  <a:t>pháp</a:t>
                </a:r>
                <a:r>
                  <a:rPr lang="en-US" altLang="ko-KR" sz="10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ko-KR" sz="1000" b="1" dirty="0" err="1">
                    <a:latin typeface="Times New Roman" pitchFamily="18" charset="0"/>
                    <a:cs typeface="Times New Roman" pitchFamily="18" charset="0"/>
                  </a:rPr>
                  <a:t>nhân</a:t>
                </a:r>
                <a:r>
                  <a:rPr lang="en-US" altLang="ko-KR" sz="1000" b="1" dirty="0">
                    <a:latin typeface="Times New Roman" pitchFamily="18" charset="0"/>
                    <a:cs typeface="Times New Roman" pitchFamily="18" charset="0"/>
                  </a:rPr>
                  <a:t>)</a:t>
                </a:r>
                <a:endParaRPr lang="ko-KR" altLang="en-US" sz="10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B945F22B-FAFB-4C51-A0F9-C759F1C82EC7}"/>
                  </a:ext>
                </a:extLst>
              </p:cNvPr>
              <p:cNvCxnSpPr>
                <a:cxnSpLocks/>
                <a:stCxn id="28" idx="1"/>
                <a:endCxn id="21" idx="0"/>
              </p:cNvCxnSpPr>
              <p:nvPr/>
            </p:nvCxnSpPr>
            <p:spPr>
              <a:xfrm flipH="1">
                <a:off x="6732604" y="2742657"/>
                <a:ext cx="430196" cy="726526"/>
              </a:xfrm>
              <a:prstGeom prst="line">
                <a:avLst/>
              </a:prstGeom>
              <a:ln w="12700">
                <a:solidFill>
                  <a:srgbClr val="92D05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9547522C-D1D3-4C17-B3F4-D80AC200A655}"/>
                  </a:ext>
                </a:extLst>
              </p:cNvPr>
              <p:cNvCxnSpPr>
                <a:cxnSpLocks/>
                <a:stCxn id="29" idx="1"/>
                <a:endCxn id="21" idx="0"/>
              </p:cNvCxnSpPr>
              <p:nvPr/>
            </p:nvCxnSpPr>
            <p:spPr>
              <a:xfrm flipH="1">
                <a:off x="6732604" y="3276058"/>
                <a:ext cx="430196" cy="193126"/>
              </a:xfrm>
              <a:prstGeom prst="line">
                <a:avLst/>
              </a:prstGeom>
              <a:ln w="12700">
                <a:solidFill>
                  <a:srgbClr val="92D05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FB9C51FC-2B29-402C-83B3-924442DADA7A}"/>
                  </a:ext>
                </a:extLst>
              </p:cNvPr>
              <p:cNvCxnSpPr>
                <a:cxnSpLocks/>
                <a:stCxn id="33" idx="1"/>
                <a:endCxn id="21" idx="0"/>
              </p:cNvCxnSpPr>
              <p:nvPr/>
            </p:nvCxnSpPr>
            <p:spPr>
              <a:xfrm flipH="1" flipV="1">
                <a:off x="6732604" y="3469183"/>
                <a:ext cx="430196" cy="264077"/>
              </a:xfrm>
              <a:prstGeom prst="line">
                <a:avLst/>
              </a:prstGeom>
              <a:ln w="12700">
                <a:solidFill>
                  <a:srgbClr val="92D05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2EFB56F9-05CB-40BC-A89A-3375C17FFE70}"/>
                  </a:ext>
                </a:extLst>
              </p:cNvPr>
              <p:cNvCxnSpPr>
                <a:cxnSpLocks/>
                <a:stCxn id="34" idx="1"/>
                <a:endCxn id="22" idx="6"/>
              </p:cNvCxnSpPr>
              <p:nvPr/>
            </p:nvCxnSpPr>
            <p:spPr>
              <a:xfrm flipH="1" flipV="1">
                <a:off x="4343399" y="3959632"/>
                <a:ext cx="2819401" cy="252705"/>
              </a:xfrm>
              <a:prstGeom prst="line">
                <a:avLst/>
              </a:prstGeom>
              <a:ln w="12700">
                <a:solidFill>
                  <a:srgbClr val="92D05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타원 8">
                <a:extLst>
                  <a:ext uri="{FF2B5EF4-FFF2-40B4-BE49-F238E27FC236}">
                    <a16:creationId xmlns:a16="http://schemas.microsoft.com/office/drawing/2014/main" id="{20168225-2266-4CEF-8441-F6688F9CCA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97438" y="2123305"/>
                <a:ext cx="2244725" cy="533400"/>
              </a:xfrm>
              <a:prstGeom prst="ellipse">
                <a:avLst/>
              </a:prstGeom>
              <a:solidFill>
                <a:srgbClr val="00B050"/>
              </a:solidFill>
              <a:ln>
                <a:headEnd/>
                <a:tailEnd/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ko-KR" sz="1400" b="1" dirty="0">
                    <a:solidFill>
                      <a:schemeClr val="bg1"/>
                    </a:solidFill>
                    <a:latin typeface="Times New Roman" pitchFamily="18" charset="0"/>
                    <a:cs typeface="Times New Roman" pitchFamily="18" charset="0"/>
                  </a:rPr>
                  <a:t>NHGS/ Surveillance Bank</a:t>
                </a:r>
                <a:endParaRPr lang="ko-KR" altLang="en-US" sz="1400" b="1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1" name="육각형 2">
                <a:extLst>
                  <a:ext uri="{FF2B5EF4-FFF2-40B4-BE49-F238E27FC236}">
                    <a16:creationId xmlns:a16="http://schemas.microsoft.com/office/drawing/2014/main" id="{7866D999-C953-4705-A8EE-3557C002CF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7604" y="3200400"/>
                <a:ext cx="1905000" cy="537567"/>
              </a:xfrm>
              <a:prstGeom prst="hexagon">
                <a:avLst>
                  <a:gd name="adj" fmla="val 25028"/>
                  <a:gd name="vf" fmla="val 115470"/>
                </a:avLst>
              </a:prstGeom>
              <a:ln>
                <a:headEnd/>
                <a:tailEnd/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ko-KR" sz="1400" b="1" dirty="0">
                    <a:solidFill>
                      <a:schemeClr val="bg1"/>
                    </a:solidFill>
                    <a:latin typeface="Times New Roman" pitchFamily="18" charset="0"/>
                    <a:ea typeface="휴먼둥근헤드라인" pitchFamily="18" charset="-127"/>
                    <a:cs typeface="Times New Roman" pitchFamily="18" charset="0"/>
                  </a:rPr>
                  <a:t>QUỸ ĐTCK</a:t>
                </a:r>
              </a:p>
            </p:txBody>
          </p:sp>
        </p:grpSp>
        <p:sp>
          <p:nvSpPr>
            <p:cNvPr id="19" name="육각형 2">
              <a:extLst>
                <a:ext uri="{FF2B5EF4-FFF2-40B4-BE49-F238E27FC236}">
                  <a16:creationId xmlns:a16="http://schemas.microsoft.com/office/drawing/2014/main" id="{6100F34A-A40A-4C89-BCF4-50B24819B6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0402" y="4114800"/>
              <a:ext cx="1828800" cy="537567"/>
            </a:xfrm>
            <a:prstGeom prst="hexagon">
              <a:avLst>
                <a:gd name="adj" fmla="val 25028"/>
                <a:gd name="vf" fmla="val 115470"/>
              </a:avLst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anchor="ctr">
              <a:no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1400" b="1" dirty="0">
                  <a:solidFill>
                    <a:schemeClr val="bg1"/>
                  </a:solidFill>
                  <a:latin typeface="Times New Roman" pitchFamily="18" charset="0"/>
                  <a:ea typeface="휴먼둥근헤드라인" pitchFamily="18" charset="-127"/>
                  <a:cs typeface="Times New Roman" pitchFamily="18" charset="0"/>
                </a:rPr>
                <a:t>ỦY THÁC DMĐT</a:t>
              </a:r>
            </a:p>
          </p:txBody>
        </p:sp>
        <p:cxnSp>
          <p:nvCxnSpPr>
            <p:cNvPr id="20" name="직선 연결선 26">
              <a:extLst>
                <a:ext uri="{FF2B5EF4-FFF2-40B4-BE49-F238E27FC236}">
                  <a16:creationId xmlns:a16="http://schemas.microsoft.com/office/drawing/2014/main" id="{B83EF35E-63AB-4B60-8DE1-C03D47EE18AB}"/>
                </a:ext>
              </a:extLst>
            </p:cNvPr>
            <p:cNvCxnSpPr>
              <a:cxnSpLocks noChangeShapeType="1"/>
              <a:stCxn id="19" idx="3"/>
              <a:endCxn id="22" idx="6"/>
            </p:cNvCxnSpPr>
            <p:nvPr/>
          </p:nvCxnSpPr>
          <p:spPr bwMode="auto">
            <a:xfrm flipH="1" flipV="1">
              <a:off x="3809999" y="3959632"/>
              <a:ext cx="560403" cy="423952"/>
            </a:xfrm>
            <a:prstGeom prst="line">
              <a:avLst/>
            </a:prstGeom>
            <a:noFill/>
            <a:ln w="19050" algn="ctr">
              <a:solidFill>
                <a:srgbClr val="ED7D31"/>
              </a:solidFill>
              <a:round/>
              <a:headEnd/>
              <a:tailEnd/>
            </a:ln>
          </p:spPr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D85F638-9B79-4B5A-A93D-A9BC8962B7C9}"/>
              </a:ext>
            </a:extLst>
          </p:cNvPr>
          <p:cNvSpPr txBox="1"/>
          <p:nvPr/>
        </p:nvSpPr>
        <p:spPr>
          <a:xfrm>
            <a:off x="3983973" y="1032839"/>
            <a:ext cx="5222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35874C"/>
                </a:solidFill>
              </a:rPr>
              <a:t>MÔ HÌNH HOẠT ĐỘNG CÔNG TY QUẢN LÝ QUỸ</a:t>
            </a: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201080C2-C014-47E9-BD8D-EA5447613207}"/>
              </a:ext>
            </a:extLst>
          </p:cNvPr>
          <p:cNvSpPr txBox="1">
            <a:spLocks/>
          </p:cNvSpPr>
          <p:nvPr/>
        </p:nvSpPr>
        <p:spPr>
          <a:xfrm>
            <a:off x="228600" y="501890"/>
            <a:ext cx="11734800" cy="332399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TY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QUỸ</a:t>
            </a:r>
            <a:endParaRPr lang="en-US" sz="2400" b="1" dirty="0">
              <a:solidFill>
                <a:srgbClr val="3587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Freeform 16">
            <a:extLst>
              <a:ext uri="{FF2B5EF4-FFF2-40B4-BE49-F238E27FC236}">
                <a16:creationId xmlns:a16="http://schemas.microsoft.com/office/drawing/2014/main" id="{6BC62684-5230-4320-A103-44A8A4B6456D}"/>
              </a:ext>
            </a:extLst>
          </p:cNvPr>
          <p:cNvSpPr/>
          <p:nvPr/>
        </p:nvSpPr>
        <p:spPr>
          <a:xfrm>
            <a:off x="228600" y="929223"/>
            <a:ext cx="3632200" cy="457200"/>
          </a:xfrm>
          <a:custGeom>
            <a:avLst/>
            <a:gdLst>
              <a:gd name="connsiteX0" fmla="*/ 0 w 8128000"/>
              <a:gd name="connsiteY0" fmla="*/ 103937 h 623610"/>
              <a:gd name="connsiteX1" fmla="*/ 103937 w 8128000"/>
              <a:gd name="connsiteY1" fmla="*/ 0 h 623610"/>
              <a:gd name="connsiteX2" fmla="*/ 8024063 w 8128000"/>
              <a:gd name="connsiteY2" fmla="*/ 0 h 623610"/>
              <a:gd name="connsiteX3" fmla="*/ 8128000 w 8128000"/>
              <a:gd name="connsiteY3" fmla="*/ 103937 h 623610"/>
              <a:gd name="connsiteX4" fmla="*/ 8128000 w 8128000"/>
              <a:gd name="connsiteY4" fmla="*/ 519673 h 623610"/>
              <a:gd name="connsiteX5" fmla="*/ 8024063 w 8128000"/>
              <a:gd name="connsiteY5" fmla="*/ 623610 h 623610"/>
              <a:gd name="connsiteX6" fmla="*/ 103937 w 8128000"/>
              <a:gd name="connsiteY6" fmla="*/ 623610 h 623610"/>
              <a:gd name="connsiteX7" fmla="*/ 0 w 8128000"/>
              <a:gd name="connsiteY7" fmla="*/ 519673 h 623610"/>
              <a:gd name="connsiteX8" fmla="*/ 0 w 8128000"/>
              <a:gd name="connsiteY8" fmla="*/ 103937 h 623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28000" h="623610">
                <a:moveTo>
                  <a:pt x="0" y="103937"/>
                </a:moveTo>
                <a:cubicBezTo>
                  <a:pt x="0" y="46534"/>
                  <a:pt x="46534" y="0"/>
                  <a:pt x="103937" y="0"/>
                </a:cubicBezTo>
                <a:lnTo>
                  <a:pt x="8024063" y="0"/>
                </a:lnTo>
                <a:cubicBezTo>
                  <a:pt x="8081466" y="0"/>
                  <a:pt x="8128000" y="46534"/>
                  <a:pt x="8128000" y="103937"/>
                </a:cubicBezTo>
                <a:lnTo>
                  <a:pt x="8128000" y="519673"/>
                </a:lnTo>
                <a:cubicBezTo>
                  <a:pt x="8128000" y="577076"/>
                  <a:pt x="8081466" y="623610"/>
                  <a:pt x="8024063" y="623610"/>
                </a:cubicBezTo>
                <a:lnTo>
                  <a:pt x="103937" y="623610"/>
                </a:lnTo>
                <a:cubicBezTo>
                  <a:pt x="46534" y="623610"/>
                  <a:pt x="0" y="577076"/>
                  <a:pt x="0" y="519673"/>
                </a:cubicBezTo>
                <a:lnTo>
                  <a:pt x="0" y="103937"/>
                </a:lnTo>
                <a:close/>
              </a:path>
            </a:pathLst>
          </a:custGeom>
          <a:solidFill>
            <a:srgbClr val="35874C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9502" tIns="129502" rIns="129502" bIns="129502" numCol="1" spcCol="1270" anchor="ctr" anchorCtr="0">
            <a:noAutofit/>
          </a:bodyPr>
          <a:lstStyle/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NGHIỆP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VỤ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KINH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DOANH</a:t>
            </a:r>
            <a:endParaRPr lang="en-US" sz="20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0711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740612"/>
            <a:ext cx="4086225" cy="0"/>
          </a:xfrm>
          <a:prstGeom prst="line">
            <a:avLst/>
          </a:prstGeom>
          <a:ln w="28575">
            <a:solidFill>
              <a:srgbClr val="35874C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740612"/>
            <a:ext cx="4086225" cy="0"/>
          </a:xfrm>
          <a:prstGeom prst="line">
            <a:avLst/>
          </a:prstGeom>
          <a:ln w="28575">
            <a:solidFill>
              <a:srgbClr val="35874C"/>
            </a:solidFill>
            <a:headEnd type="non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 16"/>
          <p:cNvSpPr/>
          <p:nvPr/>
        </p:nvSpPr>
        <p:spPr>
          <a:xfrm>
            <a:off x="114299" y="889688"/>
            <a:ext cx="3857625" cy="409803"/>
          </a:xfrm>
          <a:custGeom>
            <a:avLst/>
            <a:gdLst>
              <a:gd name="connsiteX0" fmla="*/ 0 w 8128000"/>
              <a:gd name="connsiteY0" fmla="*/ 103937 h 623610"/>
              <a:gd name="connsiteX1" fmla="*/ 103937 w 8128000"/>
              <a:gd name="connsiteY1" fmla="*/ 0 h 623610"/>
              <a:gd name="connsiteX2" fmla="*/ 8024063 w 8128000"/>
              <a:gd name="connsiteY2" fmla="*/ 0 h 623610"/>
              <a:gd name="connsiteX3" fmla="*/ 8128000 w 8128000"/>
              <a:gd name="connsiteY3" fmla="*/ 103937 h 623610"/>
              <a:gd name="connsiteX4" fmla="*/ 8128000 w 8128000"/>
              <a:gd name="connsiteY4" fmla="*/ 519673 h 623610"/>
              <a:gd name="connsiteX5" fmla="*/ 8024063 w 8128000"/>
              <a:gd name="connsiteY5" fmla="*/ 623610 h 623610"/>
              <a:gd name="connsiteX6" fmla="*/ 103937 w 8128000"/>
              <a:gd name="connsiteY6" fmla="*/ 623610 h 623610"/>
              <a:gd name="connsiteX7" fmla="*/ 0 w 8128000"/>
              <a:gd name="connsiteY7" fmla="*/ 519673 h 623610"/>
              <a:gd name="connsiteX8" fmla="*/ 0 w 8128000"/>
              <a:gd name="connsiteY8" fmla="*/ 103937 h 623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28000" h="623610">
                <a:moveTo>
                  <a:pt x="0" y="103937"/>
                </a:moveTo>
                <a:cubicBezTo>
                  <a:pt x="0" y="46534"/>
                  <a:pt x="46534" y="0"/>
                  <a:pt x="103937" y="0"/>
                </a:cubicBezTo>
                <a:lnTo>
                  <a:pt x="8024063" y="0"/>
                </a:lnTo>
                <a:cubicBezTo>
                  <a:pt x="8081466" y="0"/>
                  <a:pt x="8128000" y="46534"/>
                  <a:pt x="8128000" y="103937"/>
                </a:cubicBezTo>
                <a:lnTo>
                  <a:pt x="8128000" y="519673"/>
                </a:lnTo>
                <a:cubicBezTo>
                  <a:pt x="8128000" y="577076"/>
                  <a:pt x="8081466" y="623610"/>
                  <a:pt x="8024063" y="623610"/>
                </a:cubicBezTo>
                <a:lnTo>
                  <a:pt x="103937" y="623610"/>
                </a:lnTo>
                <a:cubicBezTo>
                  <a:pt x="46534" y="623610"/>
                  <a:pt x="0" y="577076"/>
                  <a:pt x="0" y="519673"/>
                </a:cubicBezTo>
                <a:lnTo>
                  <a:pt x="0" y="103937"/>
                </a:lnTo>
                <a:close/>
              </a:path>
            </a:pathLst>
          </a:custGeom>
          <a:solidFill>
            <a:srgbClr val="35874C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9502" tIns="129502" rIns="129502" bIns="129502" numCol="1" spcCol="1270" anchor="ctr" anchorCtr="0">
            <a:noAutofit/>
          </a:bodyPr>
          <a:lstStyle/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NGHIỆP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VỤ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KINH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DOANH</a:t>
            </a:r>
            <a:endParaRPr lang="en-US" sz="20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Freeform 13"/>
          <p:cNvSpPr/>
          <p:nvPr/>
        </p:nvSpPr>
        <p:spPr>
          <a:xfrm rot="427940">
            <a:off x="1479646" y="4364272"/>
            <a:ext cx="1970775" cy="1970775"/>
          </a:xfrm>
          <a:custGeom>
            <a:avLst/>
            <a:gdLst>
              <a:gd name="connsiteX0" fmla="*/ 0 w 1970775"/>
              <a:gd name="connsiteY0" fmla="*/ 1970775 h 1970775"/>
              <a:gd name="connsiteX1" fmla="*/ 985388 w 1970775"/>
              <a:gd name="connsiteY1" fmla="*/ 0 h 1970775"/>
              <a:gd name="connsiteX2" fmla="*/ 1970775 w 1970775"/>
              <a:gd name="connsiteY2" fmla="*/ 1970775 h 1970775"/>
              <a:gd name="connsiteX3" fmla="*/ 0 w 1970775"/>
              <a:gd name="connsiteY3" fmla="*/ 1970775 h 1970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70775" h="1970775">
                <a:moveTo>
                  <a:pt x="0" y="1970775"/>
                </a:moveTo>
                <a:lnTo>
                  <a:pt x="985388" y="0"/>
                </a:lnTo>
                <a:lnTo>
                  <a:pt x="1970775" y="1970775"/>
                </a:lnTo>
                <a:lnTo>
                  <a:pt x="0" y="1970775"/>
                </a:lnTo>
                <a:close/>
              </a:path>
            </a:pathLst>
          </a:custGeom>
          <a:solidFill>
            <a:srgbClr val="EF9F38"/>
          </a:solidFill>
          <a:effectLst>
            <a:softEdge rad="0"/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53654" tIns="985388" rIns="553654" bIns="288000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i="0" kern="1200" dirty="0" err="1"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sz="1600" b="1" i="0" kern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i="0" kern="1200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1600" b="1" i="0" kern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i="0" kern="1200" dirty="0" err="1">
                <a:latin typeface="Arial" panose="020B0604020202020204" pitchFamily="34" charset="0"/>
                <a:cs typeface="Arial" panose="020B0604020202020204" pitchFamily="34" charset="0"/>
              </a:rPr>
              <a:t>DANH</a:t>
            </a:r>
            <a:r>
              <a:rPr lang="en-US" sz="1600" b="1" i="0" kern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i="0" kern="1200" dirty="0" err="1">
                <a:latin typeface="Arial" panose="020B0604020202020204" pitchFamily="34" charset="0"/>
                <a:cs typeface="Arial" panose="020B0604020202020204" pitchFamily="34" charset="0"/>
              </a:rPr>
              <a:t>MỤC</a:t>
            </a:r>
            <a:r>
              <a:rPr lang="en-US" sz="1600" b="1" i="0" kern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i="0" kern="1200" dirty="0" err="1"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sz="1600" b="1" i="0" kern="1200" dirty="0">
                <a:latin typeface="Arial" panose="020B0604020202020204" pitchFamily="34" charset="0"/>
                <a:cs typeface="Arial" panose="020B0604020202020204" pitchFamily="34" charset="0"/>
              </a:rPr>
              <a:t> T</a:t>
            </a:r>
            <a:r>
              <a:rPr lang="vi-VN" sz="1600" b="1" i="0" kern="1200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endParaRPr lang="en-US" sz="1600" kern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: Rounded Corners 21">
            <a:extLst>
              <a:ext uri="{FF2B5EF4-FFF2-40B4-BE49-F238E27FC236}">
                <a16:creationId xmlns:a16="http://schemas.microsoft.com/office/drawing/2014/main" id="{13B289AE-44F1-4439-9663-8FD71546BEB7}"/>
              </a:ext>
            </a:extLst>
          </p:cNvPr>
          <p:cNvSpPr/>
          <p:nvPr/>
        </p:nvSpPr>
        <p:spPr>
          <a:xfrm>
            <a:off x="410878" y="1451763"/>
            <a:ext cx="2433922" cy="456335"/>
          </a:xfrm>
          <a:prstGeom prst="roundRect">
            <a:avLst/>
          </a:prstGeom>
          <a:solidFill>
            <a:srgbClr val="EF9F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228430-FD4B-4315-8DFC-794F895621EF}"/>
              </a:ext>
            </a:extLst>
          </p:cNvPr>
          <p:cNvSpPr txBox="1"/>
          <p:nvPr/>
        </p:nvSpPr>
        <p:spPr>
          <a:xfrm>
            <a:off x="86941" y="1931564"/>
            <a:ext cx="2886400" cy="2336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 algn="just">
              <a:lnSpc>
                <a:spcPct val="90000"/>
              </a:lnSpc>
              <a:buClr>
                <a:srgbClr val="00206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Ký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kết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hợp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đồng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 (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xây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dựng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theo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các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nguyên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tắc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cơ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bản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theo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quy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định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)</a:t>
            </a:r>
          </a:p>
          <a:p>
            <a:pPr marL="285750" lvl="1" indent="-285750" algn="just">
              <a:lnSpc>
                <a:spcPct val="90000"/>
              </a:lnSpc>
              <a:buClr>
                <a:srgbClr val="00206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Danh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mục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do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công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ty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quản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lý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quỹ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hoặc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khách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hàng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xây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dựng</a:t>
            </a:r>
            <a:endParaRPr lang="en-US" dirty="0">
              <a:solidFill>
                <a:srgbClr val="35874C"/>
              </a:solidFill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  <a:p>
            <a:pPr marL="285750" lvl="1" indent="-285750" algn="just">
              <a:lnSpc>
                <a:spcPct val="90000"/>
              </a:lnSpc>
              <a:buClr>
                <a:srgbClr val="00206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Tài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sản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quản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lý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tách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biệt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tại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một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tài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khoản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mở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tại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ngân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hàng</a:t>
            </a:r>
            <a:endParaRPr lang="vi-VN" dirty="0">
              <a:solidFill>
                <a:srgbClr val="35874C"/>
              </a:solidFill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</p:txBody>
      </p:sp>
      <p:sp>
        <p:nvSpPr>
          <p:cNvPr id="19" name="Rectangle: Rounded Corners 21">
            <a:extLst>
              <a:ext uri="{FF2B5EF4-FFF2-40B4-BE49-F238E27FC236}">
                <a16:creationId xmlns:a16="http://schemas.microsoft.com/office/drawing/2014/main" id="{13B289AE-44F1-4439-9663-8FD71546BEB7}"/>
              </a:ext>
            </a:extLst>
          </p:cNvPr>
          <p:cNvSpPr/>
          <p:nvPr/>
        </p:nvSpPr>
        <p:spPr>
          <a:xfrm>
            <a:off x="3824052" y="1884693"/>
            <a:ext cx="3160948" cy="456335"/>
          </a:xfrm>
          <a:prstGeom prst="roundRect">
            <a:avLst/>
          </a:prstGeom>
          <a:solidFill>
            <a:srgbClr val="358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DUNG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228430-FD4B-4315-8DFC-794F895621EF}"/>
              </a:ext>
            </a:extLst>
          </p:cNvPr>
          <p:cNvSpPr txBox="1"/>
          <p:nvPr/>
        </p:nvSpPr>
        <p:spPr>
          <a:xfrm>
            <a:off x="3766258" y="2501211"/>
            <a:ext cx="3385356" cy="3083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just">
              <a:lnSpc>
                <a:spcPct val="90000"/>
              </a:lnSpc>
              <a:buClr>
                <a:srgbClr val="002060"/>
              </a:buClr>
              <a:buSzPts val="2000"/>
            </a:pP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02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mức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độ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ủy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quyền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:</a:t>
            </a:r>
          </a:p>
          <a:p>
            <a:pPr marL="285750" lvl="1" indent="-285750" algn="just">
              <a:lnSpc>
                <a:spcPct val="90000"/>
              </a:lnSpc>
              <a:buClr>
                <a:srgbClr val="002060"/>
              </a:buClr>
              <a:buSzPts val="2000"/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Ủy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quyền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toàn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bộ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cho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công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ty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quản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lý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quỹ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ra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quyết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định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đầu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tư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.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Công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ty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quản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lý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quỹ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thường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xuyên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gửi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thông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báo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trước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và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sau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giao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dịch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,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định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kỳ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lập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báo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cáo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gửi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khách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hàng</a:t>
            </a:r>
            <a:endParaRPr lang="en-US" dirty="0">
              <a:solidFill>
                <a:srgbClr val="35874C"/>
              </a:solidFill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  <a:p>
            <a:pPr marL="285750" lvl="1" indent="-285750" algn="just">
              <a:lnSpc>
                <a:spcPct val="90000"/>
              </a:lnSpc>
              <a:buClr>
                <a:srgbClr val="002060"/>
              </a:buClr>
              <a:buSzPts val="2000"/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Ủy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quyền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hạn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chế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: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chỉ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cho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phép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công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ty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quản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lý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quỹ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thực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hiện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một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số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hoạt</a:t>
            </a:r>
            <a:r>
              <a:rPr lang="en-US" dirty="0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động</a:t>
            </a:r>
            <a:endParaRPr lang="en-US" dirty="0">
              <a:solidFill>
                <a:srgbClr val="35874C"/>
              </a:solidFill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  <a:p>
            <a:pPr marL="0" lvl="1" algn="just">
              <a:lnSpc>
                <a:spcPct val="90000"/>
              </a:lnSpc>
              <a:buClr>
                <a:srgbClr val="002060"/>
              </a:buClr>
              <a:buSzPts val="2000"/>
            </a:pPr>
            <a:endParaRPr lang="en-US" dirty="0">
              <a:solidFill>
                <a:srgbClr val="10924C"/>
              </a:solidFill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  <a:p>
            <a:pPr marL="285750" lvl="1" indent="-285750" algn="just">
              <a:lnSpc>
                <a:spcPct val="90000"/>
              </a:lnSpc>
              <a:buClr>
                <a:srgbClr val="002060"/>
              </a:buClr>
              <a:buSzPts val="2000"/>
              <a:buFont typeface="Arial" panose="020B0604020202020204" pitchFamily="34" charset="0"/>
              <a:buChar char="•"/>
            </a:pPr>
            <a:endParaRPr lang="vi-VN" dirty="0">
              <a:solidFill>
                <a:srgbClr val="10924C"/>
              </a:solidFill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</p:txBody>
      </p:sp>
      <p:sp>
        <p:nvSpPr>
          <p:cNvPr id="21" name="Rectangle: Rounded Corners 21">
            <a:extLst>
              <a:ext uri="{FF2B5EF4-FFF2-40B4-BE49-F238E27FC236}">
                <a16:creationId xmlns:a16="http://schemas.microsoft.com/office/drawing/2014/main" id="{13B289AE-44F1-4439-9663-8FD71546BEB7}"/>
              </a:ext>
            </a:extLst>
          </p:cNvPr>
          <p:cNvSpPr/>
          <p:nvPr/>
        </p:nvSpPr>
        <p:spPr>
          <a:xfrm>
            <a:off x="7763049" y="2380914"/>
            <a:ext cx="2369127" cy="385413"/>
          </a:xfrm>
          <a:prstGeom prst="roundRect">
            <a:avLst/>
          </a:prstGeom>
          <a:solidFill>
            <a:srgbClr val="EF9F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QUY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4532" y="2936662"/>
            <a:ext cx="1229530" cy="54645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0700" y="4257553"/>
            <a:ext cx="824271" cy="80072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9297" y="3582270"/>
            <a:ext cx="851403" cy="831942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6402" y="5058273"/>
            <a:ext cx="838532" cy="874846"/>
          </a:xfrm>
          <a:prstGeom prst="rect">
            <a:avLst/>
          </a:prstGeom>
        </p:spPr>
      </p:pic>
      <p:cxnSp>
        <p:nvCxnSpPr>
          <p:cNvPr id="31" name="Curved Connector 30"/>
          <p:cNvCxnSpPr/>
          <p:nvPr/>
        </p:nvCxnSpPr>
        <p:spPr>
          <a:xfrm>
            <a:off x="8105775" y="3547590"/>
            <a:ext cx="413036" cy="257560"/>
          </a:xfrm>
          <a:prstGeom prst="curvedConnector3">
            <a:avLst>
              <a:gd name="adj1" fmla="val -63767"/>
            </a:avLst>
          </a:prstGeom>
          <a:ln w="28575">
            <a:solidFill>
              <a:srgbClr val="EF9F3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urved Connector 42"/>
          <p:cNvCxnSpPr/>
          <p:nvPr/>
        </p:nvCxnSpPr>
        <p:spPr>
          <a:xfrm>
            <a:off x="8945051" y="4474266"/>
            <a:ext cx="413036" cy="257560"/>
          </a:xfrm>
          <a:prstGeom prst="curvedConnector3">
            <a:avLst>
              <a:gd name="adj1" fmla="val -63767"/>
            </a:avLst>
          </a:prstGeom>
          <a:ln w="28575">
            <a:solidFill>
              <a:srgbClr val="EF9F3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urved Connector 43"/>
          <p:cNvCxnSpPr/>
          <p:nvPr/>
        </p:nvCxnSpPr>
        <p:spPr>
          <a:xfrm>
            <a:off x="9838886" y="5238136"/>
            <a:ext cx="413036" cy="257560"/>
          </a:xfrm>
          <a:prstGeom prst="curvedConnector3">
            <a:avLst>
              <a:gd name="adj1" fmla="val -63767"/>
            </a:avLst>
          </a:prstGeom>
          <a:ln w="28575">
            <a:solidFill>
              <a:srgbClr val="EF9F3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itle 1">
            <a:extLst>
              <a:ext uri="{FF2B5EF4-FFF2-40B4-BE49-F238E27FC236}">
                <a16:creationId xmlns:a16="http://schemas.microsoft.com/office/drawing/2014/main" id="{28257CF5-3088-44E2-A722-77B8D6CF3FA4}"/>
              </a:ext>
            </a:extLst>
          </p:cNvPr>
          <p:cNvSpPr txBox="1">
            <a:spLocks/>
          </p:cNvSpPr>
          <p:nvPr/>
        </p:nvSpPr>
        <p:spPr>
          <a:xfrm>
            <a:off x="228600" y="501890"/>
            <a:ext cx="11734800" cy="332399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TY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QUỸ</a:t>
            </a:r>
            <a:endParaRPr lang="en-US" sz="2400" b="1" dirty="0">
              <a:solidFill>
                <a:srgbClr val="3587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6241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740612"/>
            <a:ext cx="4086225" cy="0"/>
          </a:xfrm>
          <a:prstGeom prst="line">
            <a:avLst/>
          </a:prstGeom>
          <a:ln w="28575">
            <a:solidFill>
              <a:srgbClr val="35874C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740612"/>
            <a:ext cx="4086225" cy="0"/>
          </a:xfrm>
          <a:prstGeom prst="line">
            <a:avLst/>
          </a:prstGeom>
          <a:ln w="28575">
            <a:solidFill>
              <a:srgbClr val="35874C"/>
            </a:solidFill>
            <a:headEnd type="non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476506" y="5628625"/>
            <a:ext cx="30234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rgbClr val="35874C"/>
                </a:solidFill>
              </a:rPr>
              <a:t>Xây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dựng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hồ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sơ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huy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động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vốn</a:t>
            </a:r>
            <a:r>
              <a:rPr lang="en-US" dirty="0">
                <a:solidFill>
                  <a:srgbClr val="35874C"/>
                </a:solidFill>
              </a:rPr>
              <a:t>, </a:t>
            </a:r>
            <a:r>
              <a:rPr lang="en-US" dirty="0" err="1">
                <a:solidFill>
                  <a:srgbClr val="35874C"/>
                </a:solidFill>
              </a:rPr>
              <a:t>thành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lập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quỹ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và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thự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hiện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hoạt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động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đầu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tư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của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quỹ</a:t>
            </a:r>
            <a:endParaRPr lang="en-US" dirty="0">
              <a:solidFill>
                <a:srgbClr val="35874C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0DBE744-D617-4CE0-B7FA-60488E602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32654" y="1616003"/>
            <a:ext cx="3610569" cy="3670568"/>
          </a:xfrm>
          <a:prstGeom prst="ellipse">
            <a:avLst/>
          </a:prstGeom>
          <a:noFill/>
          <a:ln>
            <a:solidFill>
              <a:srgbClr val="0634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99BB090-154D-4077-9E16-1C938A069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66720" y="2667253"/>
            <a:ext cx="1542435" cy="1568067"/>
          </a:xfrm>
          <a:prstGeom prst="ellipse">
            <a:avLst/>
          </a:prstGeom>
          <a:solidFill>
            <a:srgbClr val="358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QUỸ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B378F19-D132-4D94-BD71-D7273D005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09156" y="1517067"/>
            <a:ext cx="3330389" cy="68532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QUỸ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BDF35B3-03E8-4123-8EE8-A286C4FD0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08060" y="1425133"/>
            <a:ext cx="854983" cy="869191"/>
          </a:xfrm>
          <a:prstGeom prst="ellipse">
            <a:avLst/>
          </a:prstGeom>
          <a:solidFill>
            <a:srgbClr val="C94A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`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FBE4521-1440-41A7-9886-5C19C7696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90831" y="3108625"/>
            <a:ext cx="3330389" cy="685324"/>
          </a:xfrm>
          <a:prstGeom prst="roundRect">
            <a:avLst>
              <a:gd name="adj" fmla="val 50000"/>
            </a:avLst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QUỸ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MỞ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90AA348-9A17-4795-A13C-D0D9813A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06369" y="3016691"/>
            <a:ext cx="854983" cy="869191"/>
          </a:xfrm>
          <a:prstGeom prst="ellipse">
            <a:avLst/>
          </a:prstGeom>
          <a:solidFill>
            <a:srgbClr val="F4A7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8C0F2AF-2DD6-4A9E-AD00-972B67B7C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09156" y="4792116"/>
            <a:ext cx="3330389" cy="685324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QUỸ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ĐÓNG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F6C9DF1-2BA7-4547-AF6E-AD429DC793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08060" y="4700182"/>
            <a:ext cx="854983" cy="869191"/>
          </a:xfrm>
          <a:prstGeom prst="ellipse">
            <a:avLst/>
          </a:prstGeom>
          <a:solidFill>
            <a:srgbClr val="7ED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: Rounded Corners 24">
            <a:extLst>
              <a:ext uri="{FF2B5EF4-FFF2-40B4-BE49-F238E27FC236}">
                <a16:creationId xmlns:a16="http://schemas.microsoft.com/office/drawing/2014/main" id="{3FE2E27A-504A-4F27-884A-2590F7109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31196" y="1494883"/>
            <a:ext cx="3330389" cy="685324"/>
          </a:xfrm>
          <a:prstGeom prst="roundRect">
            <a:avLst>
              <a:gd name="adj" fmla="val 50000"/>
            </a:avLst>
          </a:prstGeom>
          <a:solidFill>
            <a:srgbClr val="1092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CÔNG TY ĐTCK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BB4702E-11AA-4D0C-A7D0-62EE2520F4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12834" y="1425133"/>
            <a:ext cx="854983" cy="869191"/>
          </a:xfrm>
          <a:prstGeom prst="ellipse">
            <a:avLst/>
          </a:prstGeom>
          <a:solidFill>
            <a:srgbClr val="018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: Rounded Corners 26">
            <a:extLst>
              <a:ext uri="{FF2B5EF4-FFF2-40B4-BE49-F238E27FC236}">
                <a16:creationId xmlns:a16="http://schemas.microsoft.com/office/drawing/2014/main" id="{5EFAAFF7-C984-4033-A68C-62B661DC0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54656" y="3108625"/>
            <a:ext cx="3330389" cy="68532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QUỸ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BẤT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SẢN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6831F52-6366-43F7-8DE8-C7CAFD6DB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31158" y="3016691"/>
            <a:ext cx="854983" cy="869191"/>
          </a:xfrm>
          <a:prstGeom prst="ellipse">
            <a:avLst/>
          </a:prstGeom>
          <a:solidFill>
            <a:srgbClr val="0071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ctangle: Rounded Corners 28">
            <a:extLst>
              <a:ext uri="{FF2B5EF4-FFF2-40B4-BE49-F238E27FC236}">
                <a16:creationId xmlns:a16="http://schemas.microsoft.com/office/drawing/2014/main" id="{B13397FC-ED4E-4B58-A67B-148C99895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36331" y="4792116"/>
            <a:ext cx="3330389" cy="685324"/>
          </a:xfrm>
          <a:prstGeom prst="roundRect">
            <a:avLst>
              <a:gd name="adj" fmla="val 50000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QUỸ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HOÁN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DANH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MỤC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E9C4411-CD06-4D81-9287-E779BC058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12834" y="4700182"/>
            <a:ext cx="854983" cy="869191"/>
          </a:xfrm>
          <a:prstGeom prst="ellipse">
            <a:avLst/>
          </a:prstGeom>
          <a:solidFill>
            <a:srgbClr val="253E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9C04DF6-A1C4-49F4-8F2F-20D053462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449826" flipV="1">
            <a:off x="4753356" y="4816781"/>
            <a:ext cx="581271" cy="60714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AD4972C-E0B7-41D0-8745-A1161FA6C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8070" y="3306061"/>
            <a:ext cx="553339" cy="30600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E9F13D8-3DCD-49CD-8B42-E5E128FD54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3851" y="1616833"/>
            <a:ext cx="442090" cy="42893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372621F-DACD-40A1-83B9-083CB45CBF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5801" y="1646253"/>
            <a:ext cx="524126" cy="46738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722BECED-D486-43B2-94F6-5730A89032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8932" y="3229133"/>
            <a:ext cx="440143" cy="435476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8EF0266-CCAD-4DA5-8C2F-4FF49E72CE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7366" y="4894905"/>
            <a:ext cx="430568" cy="432535"/>
          </a:xfrm>
          <a:prstGeom prst="rect">
            <a:avLst/>
          </a:prstGeom>
        </p:spPr>
      </p:pic>
      <p:sp>
        <p:nvSpPr>
          <p:cNvPr id="35" name="Title 1">
            <a:extLst>
              <a:ext uri="{FF2B5EF4-FFF2-40B4-BE49-F238E27FC236}">
                <a16:creationId xmlns:a16="http://schemas.microsoft.com/office/drawing/2014/main" id="{0231E69F-8C53-488C-B0FC-3663B7E5F475}"/>
              </a:ext>
            </a:extLst>
          </p:cNvPr>
          <p:cNvSpPr txBox="1">
            <a:spLocks/>
          </p:cNvSpPr>
          <p:nvPr/>
        </p:nvSpPr>
        <p:spPr>
          <a:xfrm>
            <a:off x="228600" y="501890"/>
            <a:ext cx="11734800" cy="332399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TY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QUỸ</a:t>
            </a:r>
            <a:endParaRPr lang="en-US" sz="2400" b="1" dirty="0">
              <a:solidFill>
                <a:srgbClr val="3587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DA8166CC-94DE-495C-A055-1FAA816FA223}"/>
              </a:ext>
            </a:extLst>
          </p:cNvPr>
          <p:cNvSpPr/>
          <p:nvPr/>
        </p:nvSpPr>
        <p:spPr>
          <a:xfrm>
            <a:off x="228600" y="929223"/>
            <a:ext cx="3632200" cy="457200"/>
          </a:xfrm>
          <a:custGeom>
            <a:avLst/>
            <a:gdLst>
              <a:gd name="connsiteX0" fmla="*/ 0 w 8128000"/>
              <a:gd name="connsiteY0" fmla="*/ 103937 h 623610"/>
              <a:gd name="connsiteX1" fmla="*/ 103937 w 8128000"/>
              <a:gd name="connsiteY1" fmla="*/ 0 h 623610"/>
              <a:gd name="connsiteX2" fmla="*/ 8024063 w 8128000"/>
              <a:gd name="connsiteY2" fmla="*/ 0 h 623610"/>
              <a:gd name="connsiteX3" fmla="*/ 8128000 w 8128000"/>
              <a:gd name="connsiteY3" fmla="*/ 103937 h 623610"/>
              <a:gd name="connsiteX4" fmla="*/ 8128000 w 8128000"/>
              <a:gd name="connsiteY4" fmla="*/ 519673 h 623610"/>
              <a:gd name="connsiteX5" fmla="*/ 8024063 w 8128000"/>
              <a:gd name="connsiteY5" fmla="*/ 623610 h 623610"/>
              <a:gd name="connsiteX6" fmla="*/ 103937 w 8128000"/>
              <a:gd name="connsiteY6" fmla="*/ 623610 h 623610"/>
              <a:gd name="connsiteX7" fmla="*/ 0 w 8128000"/>
              <a:gd name="connsiteY7" fmla="*/ 519673 h 623610"/>
              <a:gd name="connsiteX8" fmla="*/ 0 w 8128000"/>
              <a:gd name="connsiteY8" fmla="*/ 103937 h 623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28000" h="623610">
                <a:moveTo>
                  <a:pt x="0" y="103937"/>
                </a:moveTo>
                <a:cubicBezTo>
                  <a:pt x="0" y="46534"/>
                  <a:pt x="46534" y="0"/>
                  <a:pt x="103937" y="0"/>
                </a:cubicBezTo>
                <a:lnTo>
                  <a:pt x="8024063" y="0"/>
                </a:lnTo>
                <a:cubicBezTo>
                  <a:pt x="8081466" y="0"/>
                  <a:pt x="8128000" y="46534"/>
                  <a:pt x="8128000" y="103937"/>
                </a:cubicBezTo>
                <a:lnTo>
                  <a:pt x="8128000" y="519673"/>
                </a:lnTo>
                <a:cubicBezTo>
                  <a:pt x="8128000" y="577076"/>
                  <a:pt x="8081466" y="623610"/>
                  <a:pt x="8024063" y="623610"/>
                </a:cubicBezTo>
                <a:lnTo>
                  <a:pt x="103937" y="623610"/>
                </a:lnTo>
                <a:cubicBezTo>
                  <a:pt x="46534" y="623610"/>
                  <a:pt x="0" y="577076"/>
                  <a:pt x="0" y="519673"/>
                </a:cubicBezTo>
                <a:lnTo>
                  <a:pt x="0" y="103937"/>
                </a:lnTo>
                <a:close/>
              </a:path>
            </a:pathLst>
          </a:custGeom>
          <a:solidFill>
            <a:srgbClr val="35874C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9502" tIns="129502" rIns="129502" bIns="129502" numCol="1" spcCol="1270" anchor="ctr" anchorCtr="0">
            <a:noAutofit/>
          </a:bodyPr>
          <a:lstStyle/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NGHIỆP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VỤ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KINH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DOANH</a:t>
            </a:r>
            <a:endParaRPr lang="en-US" sz="20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4426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740612"/>
            <a:ext cx="4086225" cy="0"/>
          </a:xfrm>
          <a:prstGeom prst="line">
            <a:avLst/>
          </a:prstGeom>
          <a:ln w="28575">
            <a:solidFill>
              <a:srgbClr val="35874C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740612"/>
            <a:ext cx="4086225" cy="0"/>
          </a:xfrm>
          <a:prstGeom prst="line">
            <a:avLst/>
          </a:prstGeom>
          <a:ln w="28575">
            <a:solidFill>
              <a:srgbClr val="35874C"/>
            </a:solidFill>
            <a:headEnd type="non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 16"/>
          <p:cNvSpPr/>
          <p:nvPr/>
        </p:nvSpPr>
        <p:spPr>
          <a:xfrm>
            <a:off x="114299" y="889688"/>
            <a:ext cx="3857625" cy="409803"/>
          </a:xfrm>
          <a:custGeom>
            <a:avLst/>
            <a:gdLst>
              <a:gd name="connsiteX0" fmla="*/ 0 w 8128000"/>
              <a:gd name="connsiteY0" fmla="*/ 103937 h 623610"/>
              <a:gd name="connsiteX1" fmla="*/ 103937 w 8128000"/>
              <a:gd name="connsiteY1" fmla="*/ 0 h 623610"/>
              <a:gd name="connsiteX2" fmla="*/ 8024063 w 8128000"/>
              <a:gd name="connsiteY2" fmla="*/ 0 h 623610"/>
              <a:gd name="connsiteX3" fmla="*/ 8128000 w 8128000"/>
              <a:gd name="connsiteY3" fmla="*/ 103937 h 623610"/>
              <a:gd name="connsiteX4" fmla="*/ 8128000 w 8128000"/>
              <a:gd name="connsiteY4" fmla="*/ 519673 h 623610"/>
              <a:gd name="connsiteX5" fmla="*/ 8024063 w 8128000"/>
              <a:gd name="connsiteY5" fmla="*/ 623610 h 623610"/>
              <a:gd name="connsiteX6" fmla="*/ 103937 w 8128000"/>
              <a:gd name="connsiteY6" fmla="*/ 623610 h 623610"/>
              <a:gd name="connsiteX7" fmla="*/ 0 w 8128000"/>
              <a:gd name="connsiteY7" fmla="*/ 519673 h 623610"/>
              <a:gd name="connsiteX8" fmla="*/ 0 w 8128000"/>
              <a:gd name="connsiteY8" fmla="*/ 103937 h 623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28000" h="623610">
                <a:moveTo>
                  <a:pt x="0" y="103937"/>
                </a:moveTo>
                <a:cubicBezTo>
                  <a:pt x="0" y="46534"/>
                  <a:pt x="46534" y="0"/>
                  <a:pt x="103937" y="0"/>
                </a:cubicBezTo>
                <a:lnTo>
                  <a:pt x="8024063" y="0"/>
                </a:lnTo>
                <a:cubicBezTo>
                  <a:pt x="8081466" y="0"/>
                  <a:pt x="8128000" y="46534"/>
                  <a:pt x="8128000" y="103937"/>
                </a:cubicBezTo>
                <a:lnTo>
                  <a:pt x="8128000" y="519673"/>
                </a:lnTo>
                <a:cubicBezTo>
                  <a:pt x="8128000" y="577076"/>
                  <a:pt x="8081466" y="623610"/>
                  <a:pt x="8024063" y="623610"/>
                </a:cubicBezTo>
                <a:lnTo>
                  <a:pt x="103937" y="623610"/>
                </a:lnTo>
                <a:cubicBezTo>
                  <a:pt x="46534" y="623610"/>
                  <a:pt x="0" y="577076"/>
                  <a:pt x="0" y="519673"/>
                </a:cubicBezTo>
                <a:lnTo>
                  <a:pt x="0" y="103937"/>
                </a:lnTo>
                <a:close/>
              </a:path>
            </a:pathLst>
          </a:custGeom>
          <a:solidFill>
            <a:srgbClr val="35874C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9502" tIns="129502" rIns="129502" bIns="129502" numCol="1" spcCol="1270" anchor="ctr" anchorCtr="0">
            <a:noAutofit/>
          </a:bodyPr>
          <a:lstStyle/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NGHIỆP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VỤ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KINH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DOANH</a:t>
            </a:r>
            <a:endParaRPr lang="en-US" sz="20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Freeform 13"/>
          <p:cNvSpPr/>
          <p:nvPr/>
        </p:nvSpPr>
        <p:spPr>
          <a:xfrm rot="1485542">
            <a:off x="3354999" y="4449924"/>
            <a:ext cx="1970775" cy="1970775"/>
          </a:xfrm>
          <a:custGeom>
            <a:avLst/>
            <a:gdLst>
              <a:gd name="connsiteX0" fmla="*/ 0 w 1970775"/>
              <a:gd name="connsiteY0" fmla="*/ 1970775 h 1970775"/>
              <a:gd name="connsiteX1" fmla="*/ 985388 w 1970775"/>
              <a:gd name="connsiteY1" fmla="*/ 0 h 1970775"/>
              <a:gd name="connsiteX2" fmla="*/ 1970775 w 1970775"/>
              <a:gd name="connsiteY2" fmla="*/ 1970775 h 1970775"/>
              <a:gd name="connsiteX3" fmla="*/ 0 w 1970775"/>
              <a:gd name="connsiteY3" fmla="*/ 1970775 h 1970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70775" h="1970775">
                <a:moveTo>
                  <a:pt x="0" y="1970775"/>
                </a:moveTo>
                <a:lnTo>
                  <a:pt x="985388" y="0"/>
                </a:lnTo>
                <a:lnTo>
                  <a:pt x="1970775" y="1970775"/>
                </a:lnTo>
                <a:lnTo>
                  <a:pt x="0" y="1970775"/>
                </a:lnTo>
                <a:close/>
              </a:path>
            </a:pathLst>
          </a:custGeom>
          <a:solidFill>
            <a:srgbClr val="EF9F38"/>
          </a:solidFill>
          <a:effectLst>
            <a:softEdge rad="0"/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53654" tIns="985388" rIns="553654" bIns="288000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TƯ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VẤN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TƯ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CHỨNG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KHOÁN</a:t>
            </a:r>
            <a:endParaRPr lang="en-US" sz="1600" kern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reeform 4"/>
          <p:cNvSpPr/>
          <p:nvPr/>
        </p:nvSpPr>
        <p:spPr>
          <a:xfrm>
            <a:off x="1497281" y="1646090"/>
            <a:ext cx="3132000" cy="612000"/>
          </a:xfrm>
          <a:prstGeom prst="roundRect">
            <a:avLst/>
          </a:prstGeom>
          <a:solidFill>
            <a:srgbClr val="35874C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7386" tIns="117386" rIns="117386" bIns="117386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kern="1200" dirty="0" err="1"/>
              <a:t>Không</a:t>
            </a:r>
            <a:r>
              <a:rPr lang="en-US" kern="1200" dirty="0"/>
              <a:t> </a:t>
            </a:r>
            <a:r>
              <a:rPr lang="en-US" kern="1200" dirty="0" err="1"/>
              <a:t>đảm</a:t>
            </a:r>
            <a:r>
              <a:rPr lang="en-US" kern="1200" dirty="0"/>
              <a:t> </a:t>
            </a:r>
            <a:r>
              <a:rPr lang="en-US" kern="1200" dirty="0" err="1"/>
              <a:t>bảo</a:t>
            </a:r>
            <a:r>
              <a:rPr lang="en-US" kern="1200" dirty="0"/>
              <a:t> </a:t>
            </a:r>
            <a:r>
              <a:rPr lang="en-US" kern="1200" dirty="0" err="1"/>
              <a:t>chắc</a:t>
            </a:r>
            <a:r>
              <a:rPr lang="en-US" kern="1200" dirty="0"/>
              <a:t> </a:t>
            </a:r>
            <a:r>
              <a:rPr lang="en-US" kern="1200" dirty="0" err="1"/>
              <a:t>chắn</a:t>
            </a:r>
            <a:r>
              <a:rPr lang="en-US" kern="1200" dirty="0"/>
              <a:t> </a:t>
            </a:r>
            <a:r>
              <a:rPr lang="en-US" kern="1200" dirty="0" err="1"/>
              <a:t>về</a:t>
            </a:r>
            <a:r>
              <a:rPr lang="en-US" kern="1200" dirty="0"/>
              <a:t> </a:t>
            </a:r>
            <a:r>
              <a:rPr lang="en-US" kern="1200" dirty="0" err="1"/>
              <a:t>giá</a:t>
            </a:r>
            <a:r>
              <a:rPr lang="en-US" kern="1200" dirty="0"/>
              <a:t> </a:t>
            </a:r>
            <a:r>
              <a:rPr lang="en-US" kern="1200" dirty="0" err="1"/>
              <a:t>trị</a:t>
            </a:r>
            <a:r>
              <a:rPr lang="en-US" kern="1200" dirty="0"/>
              <a:t> </a:t>
            </a:r>
            <a:r>
              <a:rPr lang="en-US" kern="1200" dirty="0" err="1"/>
              <a:t>chứng</a:t>
            </a:r>
            <a:r>
              <a:rPr lang="en-US" kern="1200" dirty="0"/>
              <a:t> </a:t>
            </a:r>
            <a:r>
              <a:rPr lang="en-US" kern="1200" dirty="0" err="1"/>
              <a:t>khoán</a:t>
            </a:r>
            <a:endParaRPr lang="en-US" kern="1200" dirty="0"/>
          </a:p>
        </p:txBody>
      </p:sp>
      <p:sp>
        <p:nvSpPr>
          <p:cNvPr id="7" name="Freeform 6"/>
          <p:cNvSpPr/>
          <p:nvPr/>
        </p:nvSpPr>
        <p:spPr>
          <a:xfrm>
            <a:off x="4879933" y="2086777"/>
            <a:ext cx="3225842" cy="612000"/>
          </a:xfrm>
          <a:prstGeom prst="roundRect">
            <a:avLst/>
          </a:prstGeom>
          <a:solidFill>
            <a:srgbClr val="EF9F3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7386" tIns="117386" rIns="117386" bIns="117386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kern="1200" dirty="0" err="1"/>
              <a:t>Không</a:t>
            </a:r>
            <a:r>
              <a:rPr lang="en-US" kern="1200" dirty="0"/>
              <a:t> </a:t>
            </a:r>
            <a:r>
              <a:rPr lang="en-US" kern="1200" dirty="0" err="1"/>
              <a:t>cung</a:t>
            </a:r>
            <a:r>
              <a:rPr lang="en-US" kern="1200" dirty="0"/>
              <a:t> </a:t>
            </a:r>
            <a:r>
              <a:rPr lang="en-US" kern="1200" dirty="0" err="1"/>
              <a:t>cấp</a:t>
            </a:r>
            <a:r>
              <a:rPr lang="en-US" kern="1200" dirty="0"/>
              <a:t> </a:t>
            </a:r>
            <a:r>
              <a:rPr lang="en-US" kern="1200" dirty="0" err="1"/>
              <a:t>thông</a:t>
            </a:r>
            <a:r>
              <a:rPr lang="en-US" kern="1200" dirty="0"/>
              <a:t> tin </a:t>
            </a:r>
            <a:r>
              <a:rPr lang="en-US" kern="1200" dirty="0" err="1"/>
              <a:t>chưa</a:t>
            </a:r>
            <a:r>
              <a:rPr lang="en-US" kern="1200" dirty="0"/>
              <a:t> </a:t>
            </a:r>
            <a:r>
              <a:rPr lang="en-US" kern="1200" dirty="0" err="1"/>
              <a:t>kiểm</a:t>
            </a:r>
            <a:r>
              <a:rPr lang="en-US" kern="1200" dirty="0"/>
              <a:t> </a:t>
            </a:r>
            <a:r>
              <a:rPr lang="en-US" kern="1200" dirty="0" err="1"/>
              <a:t>chứng</a:t>
            </a:r>
            <a:r>
              <a:rPr lang="en-US" kern="1200" dirty="0"/>
              <a:t>, tin </a:t>
            </a:r>
            <a:r>
              <a:rPr lang="en-US" kern="1200" dirty="0" err="1"/>
              <a:t>đồn</a:t>
            </a:r>
            <a:r>
              <a:rPr lang="en-US" kern="1200" dirty="0"/>
              <a:t>, </a:t>
            </a:r>
            <a:r>
              <a:rPr lang="en-US" kern="1200" dirty="0" err="1"/>
              <a:t>sai</a:t>
            </a:r>
            <a:r>
              <a:rPr lang="en-US" kern="1200" dirty="0"/>
              <a:t> </a:t>
            </a:r>
            <a:r>
              <a:rPr lang="en-US" kern="1200" dirty="0" err="1"/>
              <a:t>lệch</a:t>
            </a:r>
            <a:endParaRPr lang="en-US" kern="1200" dirty="0"/>
          </a:p>
        </p:txBody>
      </p:sp>
      <p:sp>
        <p:nvSpPr>
          <p:cNvPr id="9" name="Freeform 8"/>
          <p:cNvSpPr/>
          <p:nvPr/>
        </p:nvSpPr>
        <p:spPr>
          <a:xfrm>
            <a:off x="6655328" y="2958209"/>
            <a:ext cx="3834871" cy="612000"/>
          </a:xfrm>
          <a:prstGeom prst="roundRect">
            <a:avLst/>
          </a:prstGeom>
          <a:solidFill>
            <a:srgbClr val="10924C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7386" tIns="117386" rIns="117386" bIns="117386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kern="1200" dirty="0" err="1"/>
              <a:t>Không</a:t>
            </a:r>
            <a:r>
              <a:rPr lang="en-US" kern="1200" dirty="0"/>
              <a:t> </a:t>
            </a:r>
            <a:r>
              <a:rPr lang="en-US" kern="1200" dirty="0" err="1"/>
              <a:t>cung</a:t>
            </a:r>
            <a:r>
              <a:rPr lang="en-US" kern="1200" dirty="0"/>
              <a:t> </a:t>
            </a:r>
            <a:r>
              <a:rPr lang="en-US" kern="1200" dirty="0" err="1"/>
              <a:t>cấp</a:t>
            </a:r>
            <a:r>
              <a:rPr lang="en-US" kern="1200" dirty="0"/>
              <a:t> </a:t>
            </a:r>
            <a:r>
              <a:rPr lang="en-US" kern="1200" dirty="0" err="1"/>
              <a:t>thông</a:t>
            </a:r>
            <a:r>
              <a:rPr lang="en-US" kern="1200" dirty="0"/>
              <a:t> tin </a:t>
            </a:r>
            <a:r>
              <a:rPr lang="en-US" kern="1200" dirty="0" err="1"/>
              <a:t>sai</a:t>
            </a:r>
            <a:r>
              <a:rPr lang="en-US" kern="1200" dirty="0"/>
              <a:t>/</a:t>
            </a:r>
            <a:r>
              <a:rPr lang="en-US" kern="1200" dirty="0" err="1"/>
              <a:t>khuếch</a:t>
            </a:r>
            <a:r>
              <a:rPr lang="en-US" kern="1200" dirty="0"/>
              <a:t> </a:t>
            </a:r>
            <a:r>
              <a:rPr lang="en-US" kern="1200" dirty="0" err="1"/>
              <a:t>đại</a:t>
            </a:r>
            <a:r>
              <a:rPr lang="en-US" kern="1200" dirty="0"/>
              <a:t> </a:t>
            </a:r>
            <a:r>
              <a:rPr lang="en-US" kern="1200" dirty="0" err="1"/>
              <a:t>sự</a:t>
            </a:r>
            <a:r>
              <a:rPr lang="en-US" kern="1200" dirty="0"/>
              <a:t> </a:t>
            </a:r>
            <a:r>
              <a:rPr lang="en-US" kern="1200" dirty="0" err="1"/>
              <a:t>thật</a:t>
            </a:r>
            <a:r>
              <a:rPr lang="en-US" kern="1200" dirty="0"/>
              <a:t>, </a:t>
            </a:r>
            <a:r>
              <a:rPr lang="en-US" kern="1200" dirty="0" err="1"/>
              <a:t>dễ</a:t>
            </a:r>
            <a:r>
              <a:rPr lang="en-US" kern="1200" dirty="0"/>
              <a:t> </a:t>
            </a:r>
            <a:r>
              <a:rPr lang="en-US" kern="1200" dirty="0" err="1"/>
              <a:t>gây</a:t>
            </a:r>
            <a:r>
              <a:rPr lang="en-US" kern="1200" dirty="0"/>
              <a:t> </a:t>
            </a:r>
            <a:r>
              <a:rPr lang="en-US" kern="1200" dirty="0" err="1"/>
              <a:t>hiểu</a:t>
            </a:r>
            <a:r>
              <a:rPr lang="en-US" kern="1200" dirty="0"/>
              <a:t> </a:t>
            </a:r>
            <a:r>
              <a:rPr lang="en-US" kern="1200" dirty="0" err="1"/>
              <a:t>nhầm</a:t>
            </a:r>
            <a:endParaRPr lang="en-US" kern="1200" dirty="0"/>
          </a:p>
        </p:txBody>
      </p:sp>
      <p:sp>
        <p:nvSpPr>
          <p:cNvPr id="22" name="Freeform 21"/>
          <p:cNvSpPr/>
          <p:nvPr/>
        </p:nvSpPr>
        <p:spPr>
          <a:xfrm>
            <a:off x="7475111" y="4492138"/>
            <a:ext cx="3132000" cy="612000"/>
          </a:xfrm>
          <a:prstGeom prst="roundRect">
            <a:avLst/>
          </a:prstGeom>
          <a:solidFill>
            <a:srgbClr val="61AD01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7386" tIns="117386" rIns="117386" bIns="117386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kern="1200" dirty="0" err="1"/>
              <a:t>Không</a:t>
            </a:r>
            <a:r>
              <a:rPr lang="en-US" kern="1200" dirty="0"/>
              <a:t> </a:t>
            </a:r>
            <a:r>
              <a:rPr lang="en-US" kern="1200" dirty="0" err="1"/>
              <a:t>dụ</a:t>
            </a:r>
            <a:r>
              <a:rPr lang="en-US" kern="1200" dirty="0"/>
              <a:t> </a:t>
            </a:r>
            <a:r>
              <a:rPr lang="en-US" kern="1200" dirty="0" err="1"/>
              <a:t>dỗ</a:t>
            </a:r>
            <a:r>
              <a:rPr lang="en-US" kern="1200" dirty="0"/>
              <a:t>/</a:t>
            </a:r>
            <a:r>
              <a:rPr lang="en-US" kern="1200" dirty="0" err="1"/>
              <a:t>mời</a:t>
            </a:r>
            <a:r>
              <a:rPr lang="en-US" kern="1200" dirty="0"/>
              <a:t> </a:t>
            </a:r>
            <a:r>
              <a:rPr lang="en-US" kern="1200" dirty="0" err="1"/>
              <a:t>gọi</a:t>
            </a:r>
            <a:r>
              <a:rPr lang="en-US" kern="1200" dirty="0"/>
              <a:t> </a:t>
            </a:r>
            <a:r>
              <a:rPr lang="en-US" kern="1200" dirty="0" err="1"/>
              <a:t>khách</a:t>
            </a:r>
            <a:r>
              <a:rPr lang="en-US" kern="1200" dirty="0"/>
              <a:t> </a:t>
            </a:r>
            <a:r>
              <a:rPr lang="en-US" kern="1200" dirty="0" err="1"/>
              <a:t>hàng</a:t>
            </a:r>
            <a:r>
              <a:rPr lang="en-US" kern="1200" dirty="0"/>
              <a:t> </a:t>
            </a:r>
            <a:r>
              <a:rPr lang="en-US" kern="1200" dirty="0" err="1"/>
              <a:t>mua</a:t>
            </a:r>
            <a:r>
              <a:rPr lang="en-US" kern="1200" dirty="0"/>
              <a:t>/</a:t>
            </a:r>
            <a:r>
              <a:rPr lang="en-US" kern="1200" dirty="0" err="1"/>
              <a:t>bán</a:t>
            </a:r>
            <a:r>
              <a:rPr lang="en-US" kern="1200" dirty="0"/>
              <a:t> </a:t>
            </a:r>
            <a:r>
              <a:rPr lang="en-US" kern="1200" dirty="0" err="1"/>
              <a:t>CK</a:t>
            </a:r>
            <a:endParaRPr lang="en-US" kern="1200" dirty="0"/>
          </a:p>
        </p:txBody>
      </p:sp>
      <p:sp>
        <p:nvSpPr>
          <p:cNvPr id="26" name="Freeform 25"/>
          <p:cNvSpPr/>
          <p:nvPr/>
        </p:nvSpPr>
        <p:spPr>
          <a:xfrm>
            <a:off x="7585615" y="5900911"/>
            <a:ext cx="3132000" cy="612000"/>
          </a:xfrm>
          <a:prstGeom prst="roundRect">
            <a:avLst/>
          </a:prstGeom>
          <a:solidFill>
            <a:srgbClr val="EF9F3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7386" tIns="117386" rIns="117386" bIns="117386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kern="1200" dirty="0" err="1"/>
              <a:t>Giữ</a:t>
            </a:r>
            <a:r>
              <a:rPr lang="en-US" kern="1200" dirty="0"/>
              <a:t> </a:t>
            </a:r>
            <a:r>
              <a:rPr lang="en-US" kern="1200" dirty="0" err="1"/>
              <a:t>bí</a:t>
            </a:r>
            <a:r>
              <a:rPr lang="en-US" kern="1200" dirty="0"/>
              <a:t> </a:t>
            </a:r>
            <a:r>
              <a:rPr lang="en-US" kern="1200" dirty="0" err="1"/>
              <a:t>mật</a:t>
            </a:r>
            <a:r>
              <a:rPr lang="en-US" kern="1200" dirty="0"/>
              <a:t> </a:t>
            </a:r>
            <a:r>
              <a:rPr lang="en-US" kern="1200" dirty="0" err="1"/>
              <a:t>thông</a:t>
            </a:r>
            <a:r>
              <a:rPr lang="en-US" kern="1200" dirty="0"/>
              <a:t> tin </a:t>
            </a:r>
            <a:r>
              <a:rPr lang="en-US" kern="1200" dirty="0" err="1"/>
              <a:t>khách</a:t>
            </a:r>
            <a:r>
              <a:rPr lang="en-US" kern="1200" dirty="0"/>
              <a:t> </a:t>
            </a:r>
            <a:r>
              <a:rPr lang="en-US" kern="1200" dirty="0" err="1"/>
              <a:t>hàng</a:t>
            </a:r>
            <a:endParaRPr lang="en-US" kern="1200" dirty="0"/>
          </a:p>
        </p:txBody>
      </p:sp>
      <p:sp>
        <p:nvSpPr>
          <p:cNvPr id="28" name="Arc 27"/>
          <p:cNvSpPr/>
          <p:nvPr/>
        </p:nvSpPr>
        <p:spPr>
          <a:xfrm rot="21356803">
            <a:off x="2737087" y="4015804"/>
            <a:ext cx="3029788" cy="2706237"/>
          </a:xfrm>
          <a:prstGeom prst="arc">
            <a:avLst>
              <a:gd name="adj1" fmla="val 13509019"/>
              <a:gd name="adj2" fmla="val 1665090"/>
            </a:avLst>
          </a:prstGeom>
          <a:ln w="28575">
            <a:solidFill>
              <a:srgbClr val="1092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3" name="Straight Arrow Connector 32"/>
          <p:cNvCxnSpPr/>
          <p:nvPr/>
        </p:nvCxnSpPr>
        <p:spPr>
          <a:xfrm flipH="1" flipV="1">
            <a:off x="3406412" y="2460537"/>
            <a:ext cx="372400" cy="1555258"/>
          </a:xfrm>
          <a:prstGeom prst="straightConnector1">
            <a:avLst/>
          </a:prstGeom>
          <a:ln w="28575">
            <a:solidFill>
              <a:srgbClr val="61AD0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4802933" y="2828579"/>
            <a:ext cx="242572" cy="1083530"/>
          </a:xfrm>
          <a:prstGeom prst="straightConnector1">
            <a:avLst/>
          </a:prstGeom>
          <a:ln w="28575">
            <a:solidFill>
              <a:srgbClr val="EF9F38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V="1">
            <a:off x="5562577" y="3354694"/>
            <a:ext cx="959710" cy="981789"/>
          </a:xfrm>
          <a:prstGeom prst="straightConnector1">
            <a:avLst/>
          </a:prstGeom>
          <a:ln w="28575">
            <a:solidFill>
              <a:srgbClr val="10924C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V="1">
            <a:off x="5858731" y="4846349"/>
            <a:ext cx="1329860" cy="204726"/>
          </a:xfrm>
          <a:prstGeom prst="straightConnector1">
            <a:avLst/>
          </a:prstGeom>
          <a:ln w="28575">
            <a:solidFill>
              <a:srgbClr val="61AD01"/>
            </a:solidFill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5858731" y="5697096"/>
            <a:ext cx="1629443" cy="546354"/>
          </a:xfrm>
          <a:prstGeom prst="straightConnector1">
            <a:avLst/>
          </a:prstGeom>
          <a:ln w="28575">
            <a:solidFill>
              <a:srgbClr val="EF9F38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 rot="1927096">
            <a:off x="3803095" y="4412789"/>
            <a:ext cx="1809470" cy="674869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/>
            </a:prstTxWarp>
            <a:spAutoFit/>
          </a:bodyPr>
          <a:lstStyle/>
          <a:p>
            <a:pPr algn="ctr"/>
            <a:r>
              <a:rPr lang="en-US" sz="2000" b="1" dirty="0" err="1">
                <a:ln w="0"/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NGUYÊN</a:t>
            </a:r>
            <a:r>
              <a:rPr lang="en-US" sz="2000" b="1" dirty="0">
                <a:ln w="0"/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2000" b="1" dirty="0" err="1">
                <a:ln w="0"/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TẮC</a:t>
            </a:r>
            <a:endParaRPr lang="en-US" sz="2000" b="1" dirty="0">
              <a:ln w="0"/>
              <a:solidFill>
                <a:schemeClr val="accent6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FE58252D-F1DC-4DED-8768-D1966526E7BC}"/>
              </a:ext>
            </a:extLst>
          </p:cNvPr>
          <p:cNvSpPr txBox="1">
            <a:spLocks/>
          </p:cNvSpPr>
          <p:nvPr/>
        </p:nvSpPr>
        <p:spPr>
          <a:xfrm>
            <a:off x="228600" y="501890"/>
            <a:ext cx="11734800" cy="332399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TY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QUỸ</a:t>
            </a:r>
            <a:endParaRPr lang="en-US" sz="2400" b="1" dirty="0">
              <a:solidFill>
                <a:srgbClr val="3587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7496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/>
        </p:nvSpPr>
        <p:spPr>
          <a:xfrm>
            <a:off x="4276088" y="3913505"/>
            <a:ext cx="2464786" cy="1027317"/>
          </a:xfrm>
          <a:prstGeom prst="ellipse">
            <a:avLst/>
          </a:prstGeom>
          <a:noFill/>
          <a:ln w="19050">
            <a:solidFill>
              <a:srgbClr val="1092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592000" y="744728"/>
            <a:ext cx="3600000" cy="0"/>
          </a:xfrm>
          <a:prstGeom prst="line">
            <a:avLst/>
          </a:prstGeom>
          <a:ln w="28575">
            <a:solidFill>
              <a:srgbClr val="35874C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-219522" y="501890"/>
            <a:ext cx="11734800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QUỸ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CHỨNG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KHOÁN</a:t>
            </a:r>
            <a:endParaRPr lang="en-US" sz="2400" b="1" dirty="0">
              <a:solidFill>
                <a:srgbClr val="3587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740612"/>
            <a:ext cx="3600000" cy="0"/>
          </a:xfrm>
          <a:prstGeom prst="line">
            <a:avLst/>
          </a:prstGeom>
          <a:ln w="28575">
            <a:solidFill>
              <a:srgbClr val="35874C"/>
            </a:solidFill>
            <a:headEnd type="non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 16"/>
          <p:cNvSpPr/>
          <p:nvPr/>
        </p:nvSpPr>
        <p:spPr>
          <a:xfrm>
            <a:off x="215662" y="1241566"/>
            <a:ext cx="2150599" cy="409803"/>
          </a:xfrm>
          <a:custGeom>
            <a:avLst/>
            <a:gdLst>
              <a:gd name="connsiteX0" fmla="*/ 0 w 8128000"/>
              <a:gd name="connsiteY0" fmla="*/ 103937 h 623610"/>
              <a:gd name="connsiteX1" fmla="*/ 103937 w 8128000"/>
              <a:gd name="connsiteY1" fmla="*/ 0 h 623610"/>
              <a:gd name="connsiteX2" fmla="*/ 8024063 w 8128000"/>
              <a:gd name="connsiteY2" fmla="*/ 0 h 623610"/>
              <a:gd name="connsiteX3" fmla="*/ 8128000 w 8128000"/>
              <a:gd name="connsiteY3" fmla="*/ 103937 h 623610"/>
              <a:gd name="connsiteX4" fmla="*/ 8128000 w 8128000"/>
              <a:gd name="connsiteY4" fmla="*/ 519673 h 623610"/>
              <a:gd name="connsiteX5" fmla="*/ 8024063 w 8128000"/>
              <a:gd name="connsiteY5" fmla="*/ 623610 h 623610"/>
              <a:gd name="connsiteX6" fmla="*/ 103937 w 8128000"/>
              <a:gd name="connsiteY6" fmla="*/ 623610 h 623610"/>
              <a:gd name="connsiteX7" fmla="*/ 0 w 8128000"/>
              <a:gd name="connsiteY7" fmla="*/ 519673 h 623610"/>
              <a:gd name="connsiteX8" fmla="*/ 0 w 8128000"/>
              <a:gd name="connsiteY8" fmla="*/ 103937 h 623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28000" h="623610">
                <a:moveTo>
                  <a:pt x="0" y="103937"/>
                </a:moveTo>
                <a:cubicBezTo>
                  <a:pt x="0" y="46534"/>
                  <a:pt x="46534" y="0"/>
                  <a:pt x="103937" y="0"/>
                </a:cubicBezTo>
                <a:lnTo>
                  <a:pt x="8024063" y="0"/>
                </a:lnTo>
                <a:cubicBezTo>
                  <a:pt x="8081466" y="0"/>
                  <a:pt x="8128000" y="46534"/>
                  <a:pt x="8128000" y="103937"/>
                </a:cubicBezTo>
                <a:lnTo>
                  <a:pt x="8128000" y="519673"/>
                </a:lnTo>
                <a:cubicBezTo>
                  <a:pt x="8128000" y="577076"/>
                  <a:pt x="8081466" y="623610"/>
                  <a:pt x="8024063" y="623610"/>
                </a:cubicBezTo>
                <a:lnTo>
                  <a:pt x="103937" y="623610"/>
                </a:lnTo>
                <a:cubicBezTo>
                  <a:pt x="46534" y="623610"/>
                  <a:pt x="0" y="577076"/>
                  <a:pt x="0" y="519673"/>
                </a:cubicBezTo>
                <a:lnTo>
                  <a:pt x="0" y="103937"/>
                </a:lnTo>
                <a:close/>
              </a:path>
            </a:pathLst>
          </a:custGeom>
          <a:solidFill>
            <a:srgbClr val="35874C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9502" tIns="129502" rIns="129502" bIns="129502" numCol="1" spcCol="1270" anchor="ctr" anchorCtr="0">
            <a:noAutofit/>
          </a:bodyPr>
          <a:lstStyle/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KHÁI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NIỆM</a:t>
            </a:r>
            <a:endParaRPr lang="en-US" sz="20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744245" y="3681006"/>
            <a:ext cx="501279" cy="4868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245524" y="3681006"/>
            <a:ext cx="501279" cy="486875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494162" y="4129922"/>
            <a:ext cx="501279" cy="486875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974807" y="4129923"/>
            <a:ext cx="501279" cy="486875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455452" y="4129921"/>
            <a:ext cx="501279" cy="4868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962" y="3241635"/>
            <a:ext cx="909787" cy="938091"/>
          </a:xfrm>
          <a:prstGeom prst="rect">
            <a:avLst/>
          </a:prstGeom>
        </p:spPr>
      </p:pic>
      <p:sp>
        <p:nvSpPr>
          <p:cNvPr id="13" name="Curved Down Arrow 12"/>
          <p:cNvSpPr/>
          <p:nvPr/>
        </p:nvSpPr>
        <p:spPr>
          <a:xfrm>
            <a:off x="2686478" y="2634959"/>
            <a:ext cx="2294159" cy="457601"/>
          </a:xfrm>
          <a:prstGeom prst="curvedDown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10924C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40962" y="4300627"/>
            <a:ext cx="1012160" cy="847849"/>
          </a:xfrm>
          <a:prstGeom prst="rect">
            <a:avLst/>
          </a:prstGeom>
        </p:spPr>
      </p:pic>
      <p:sp>
        <p:nvSpPr>
          <p:cNvPr id="39" name="Curved Down Arrow 38"/>
          <p:cNvSpPr/>
          <p:nvPr/>
        </p:nvSpPr>
        <p:spPr>
          <a:xfrm>
            <a:off x="6053122" y="2556869"/>
            <a:ext cx="2294159" cy="485775"/>
          </a:xfrm>
          <a:prstGeom prst="curvedDown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452449" y="3215888"/>
            <a:ext cx="819150" cy="486874"/>
          </a:xfrm>
          <a:prstGeom prst="rect">
            <a:avLst/>
          </a:prstGeom>
          <a:solidFill>
            <a:srgbClr val="358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/>
              <a:t>TIỀN</a:t>
            </a:r>
            <a:r>
              <a:rPr lang="en-US" sz="1400" b="1" dirty="0"/>
              <a:t> </a:t>
            </a:r>
            <a:r>
              <a:rPr lang="en-US" sz="1400" b="1" dirty="0" err="1"/>
              <a:t>GỬI</a:t>
            </a:r>
            <a:endParaRPr lang="en-US" sz="1400" b="1" dirty="0"/>
          </a:p>
        </p:txBody>
      </p:sp>
      <p:sp>
        <p:nvSpPr>
          <p:cNvPr id="41" name="Rectangle 40"/>
          <p:cNvSpPr/>
          <p:nvPr/>
        </p:nvSpPr>
        <p:spPr>
          <a:xfrm>
            <a:off x="8398013" y="3229769"/>
            <a:ext cx="819150" cy="486874"/>
          </a:xfrm>
          <a:prstGeom prst="rect">
            <a:avLst/>
          </a:prstGeom>
          <a:solidFill>
            <a:srgbClr val="358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/>
              <a:t>CỔ</a:t>
            </a:r>
            <a:r>
              <a:rPr lang="en-US" sz="1400" b="1" dirty="0"/>
              <a:t> </a:t>
            </a:r>
            <a:r>
              <a:rPr lang="en-US" sz="1400" b="1" dirty="0" err="1"/>
              <a:t>PHIẾU</a:t>
            </a:r>
            <a:endParaRPr lang="en-US" sz="1400" b="1" dirty="0"/>
          </a:p>
        </p:txBody>
      </p:sp>
      <p:sp>
        <p:nvSpPr>
          <p:cNvPr id="43" name="Rectangle 42"/>
          <p:cNvSpPr/>
          <p:nvPr/>
        </p:nvSpPr>
        <p:spPr>
          <a:xfrm>
            <a:off x="9363724" y="3221851"/>
            <a:ext cx="819150" cy="486874"/>
          </a:xfrm>
          <a:prstGeom prst="rect">
            <a:avLst/>
          </a:prstGeom>
          <a:solidFill>
            <a:srgbClr val="358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/>
              <a:t>TRÁI</a:t>
            </a:r>
            <a:r>
              <a:rPr lang="en-US" sz="1400" b="1" dirty="0"/>
              <a:t> </a:t>
            </a:r>
            <a:r>
              <a:rPr lang="en-US" sz="1400" b="1" dirty="0" err="1"/>
              <a:t>PHIẾU</a:t>
            </a:r>
            <a:endParaRPr lang="en-US" sz="1400" b="1" dirty="0"/>
          </a:p>
        </p:txBody>
      </p:sp>
      <p:sp>
        <p:nvSpPr>
          <p:cNvPr id="44" name="Rectangle 43"/>
          <p:cNvSpPr/>
          <p:nvPr/>
        </p:nvSpPr>
        <p:spPr>
          <a:xfrm>
            <a:off x="7750752" y="3811290"/>
            <a:ext cx="995436" cy="486874"/>
          </a:xfrm>
          <a:prstGeom prst="rect">
            <a:avLst/>
          </a:prstGeom>
          <a:solidFill>
            <a:srgbClr val="358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/>
              <a:t>CÔNG</a:t>
            </a:r>
            <a:r>
              <a:rPr lang="en-US" sz="1400" b="1" dirty="0"/>
              <a:t> </a:t>
            </a:r>
            <a:r>
              <a:rPr lang="en-US" sz="1400" b="1" dirty="0" err="1"/>
              <a:t>CỤ</a:t>
            </a:r>
            <a:r>
              <a:rPr lang="en-US" sz="1400" b="1" dirty="0"/>
              <a:t> </a:t>
            </a:r>
            <a:r>
              <a:rPr lang="en-US" sz="1400" b="1" dirty="0" err="1"/>
              <a:t>TTTT</a:t>
            </a:r>
            <a:endParaRPr lang="en-US" sz="1400" b="1" dirty="0"/>
          </a:p>
        </p:txBody>
      </p:sp>
      <p:sp>
        <p:nvSpPr>
          <p:cNvPr id="46" name="Rectangle 45"/>
          <p:cNvSpPr/>
          <p:nvPr/>
        </p:nvSpPr>
        <p:spPr>
          <a:xfrm>
            <a:off x="8130381" y="4430225"/>
            <a:ext cx="1449843" cy="486874"/>
          </a:xfrm>
          <a:prstGeom prst="rect">
            <a:avLst/>
          </a:prstGeom>
          <a:solidFill>
            <a:srgbClr val="358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/>
              <a:t>CK</a:t>
            </a:r>
            <a:r>
              <a:rPr lang="en-US" sz="1400" b="1" dirty="0"/>
              <a:t>/</a:t>
            </a:r>
            <a:r>
              <a:rPr lang="en-US" sz="1400" b="1" dirty="0" err="1"/>
              <a:t>TS</a:t>
            </a:r>
            <a:r>
              <a:rPr lang="en-US" sz="1400" b="1" dirty="0"/>
              <a:t> </a:t>
            </a:r>
            <a:r>
              <a:rPr lang="en-US" sz="1400" b="1" dirty="0" err="1"/>
              <a:t>KHÁC</a:t>
            </a:r>
            <a:r>
              <a:rPr lang="en-US" sz="1400" b="1" dirty="0"/>
              <a:t>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9530" y="5148476"/>
            <a:ext cx="2152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solidFill>
                  <a:srgbClr val="EF9F38"/>
                </a:solidFill>
              </a:rPr>
              <a:t>NHÀ</a:t>
            </a:r>
            <a:r>
              <a:rPr lang="en-US" b="1" dirty="0">
                <a:solidFill>
                  <a:srgbClr val="EF9F38"/>
                </a:solidFill>
              </a:rPr>
              <a:t> </a:t>
            </a:r>
            <a:r>
              <a:rPr lang="en-US" b="1" dirty="0" err="1">
                <a:solidFill>
                  <a:srgbClr val="EF9F38"/>
                </a:solidFill>
              </a:rPr>
              <a:t>QUẢN</a:t>
            </a:r>
            <a:r>
              <a:rPr lang="en-US" b="1" dirty="0">
                <a:solidFill>
                  <a:srgbClr val="EF9F38"/>
                </a:solidFill>
              </a:rPr>
              <a:t> </a:t>
            </a:r>
            <a:r>
              <a:rPr lang="en-US" b="1" dirty="0" err="1">
                <a:solidFill>
                  <a:srgbClr val="EF9F38"/>
                </a:solidFill>
              </a:rPr>
              <a:t>LÝ</a:t>
            </a:r>
            <a:r>
              <a:rPr lang="en-US" b="1" dirty="0">
                <a:solidFill>
                  <a:srgbClr val="EF9F38"/>
                </a:solidFill>
              </a:rPr>
              <a:t> </a:t>
            </a:r>
            <a:r>
              <a:rPr lang="en-US" b="1" dirty="0" err="1">
                <a:solidFill>
                  <a:srgbClr val="EF9F38"/>
                </a:solidFill>
              </a:rPr>
              <a:t>ĐẦU</a:t>
            </a:r>
            <a:r>
              <a:rPr lang="en-US" b="1" dirty="0">
                <a:solidFill>
                  <a:srgbClr val="EF9F38"/>
                </a:solidFill>
              </a:rPr>
              <a:t> </a:t>
            </a:r>
            <a:r>
              <a:rPr lang="en-US" b="1" dirty="0" err="1">
                <a:solidFill>
                  <a:srgbClr val="EF9F38"/>
                </a:solidFill>
              </a:rPr>
              <a:t>TƯ</a:t>
            </a:r>
            <a:r>
              <a:rPr lang="en-US" b="1" dirty="0">
                <a:solidFill>
                  <a:srgbClr val="EF9F38"/>
                </a:solidFill>
              </a:rPr>
              <a:t> </a:t>
            </a:r>
            <a:r>
              <a:rPr lang="en-US" b="1" dirty="0" err="1">
                <a:solidFill>
                  <a:srgbClr val="EF9F38"/>
                </a:solidFill>
              </a:rPr>
              <a:t>CHUYÊN</a:t>
            </a:r>
            <a:r>
              <a:rPr lang="en-US" b="1" dirty="0">
                <a:solidFill>
                  <a:srgbClr val="EF9F38"/>
                </a:solidFill>
              </a:rPr>
              <a:t> </a:t>
            </a:r>
            <a:r>
              <a:rPr lang="en-US" b="1" dirty="0" err="1">
                <a:solidFill>
                  <a:srgbClr val="EF9F38"/>
                </a:solidFill>
              </a:rPr>
              <a:t>NGHIỆP</a:t>
            </a:r>
            <a:endParaRPr lang="en-US" b="1" dirty="0">
              <a:solidFill>
                <a:srgbClr val="EF9F38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104487" y="2811853"/>
            <a:ext cx="681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solidFill>
                  <a:srgbClr val="EF9F38"/>
                </a:solidFill>
              </a:rPr>
              <a:t>QUỸ</a:t>
            </a:r>
            <a:endParaRPr lang="en-US" b="1" dirty="0">
              <a:solidFill>
                <a:srgbClr val="EF9F38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149121" y="3160531"/>
            <a:ext cx="2152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solidFill>
                  <a:srgbClr val="EF9F38"/>
                </a:solidFill>
              </a:rPr>
              <a:t>NHÀ</a:t>
            </a:r>
            <a:r>
              <a:rPr lang="en-US" b="1" dirty="0">
                <a:solidFill>
                  <a:srgbClr val="EF9F38"/>
                </a:solidFill>
              </a:rPr>
              <a:t> </a:t>
            </a:r>
            <a:r>
              <a:rPr lang="en-US" b="1" dirty="0" err="1">
                <a:solidFill>
                  <a:srgbClr val="EF9F38"/>
                </a:solidFill>
              </a:rPr>
              <a:t>ĐẦU</a:t>
            </a:r>
            <a:r>
              <a:rPr lang="en-US" b="1" dirty="0">
                <a:solidFill>
                  <a:srgbClr val="EF9F38"/>
                </a:solidFill>
              </a:rPr>
              <a:t> </a:t>
            </a:r>
            <a:r>
              <a:rPr lang="en-US" b="1" dirty="0" err="1">
                <a:solidFill>
                  <a:srgbClr val="EF9F38"/>
                </a:solidFill>
              </a:rPr>
              <a:t>TƯ</a:t>
            </a:r>
            <a:endParaRPr lang="en-US" b="1" dirty="0">
              <a:solidFill>
                <a:srgbClr val="EF9F38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276088" y="948425"/>
            <a:ext cx="2274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EF9F38"/>
                </a:solidFill>
              </a:rPr>
              <a:t>NH </a:t>
            </a:r>
            <a:r>
              <a:rPr lang="en-US" b="1" dirty="0" err="1">
                <a:solidFill>
                  <a:srgbClr val="EF9F38"/>
                </a:solidFill>
              </a:rPr>
              <a:t>LƯU</a:t>
            </a:r>
            <a:r>
              <a:rPr lang="en-US" b="1" dirty="0">
                <a:solidFill>
                  <a:srgbClr val="EF9F38"/>
                </a:solidFill>
              </a:rPr>
              <a:t> </a:t>
            </a:r>
            <a:r>
              <a:rPr lang="en-US" b="1" dirty="0" err="1">
                <a:solidFill>
                  <a:srgbClr val="EF9F38"/>
                </a:solidFill>
              </a:rPr>
              <a:t>KÝ</a:t>
            </a:r>
            <a:r>
              <a:rPr lang="en-US" b="1" dirty="0">
                <a:solidFill>
                  <a:srgbClr val="EF9F38"/>
                </a:solidFill>
              </a:rPr>
              <a:t>/</a:t>
            </a:r>
            <a:r>
              <a:rPr lang="en-US" b="1" dirty="0" err="1">
                <a:solidFill>
                  <a:srgbClr val="EF9F38"/>
                </a:solidFill>
              </a:rPr>
              <a:t>GIÁM</a:t>
            </a:r>
            <a:r>
              <a:rPr lang="en-US" b="1" dirty="0">
                <a:solidFill>
                  <a:srgbClr val="EF9F38"/>
                </a:solidFill>
              </a:rPr>
              <a:t> </a:t>
            </a:r>
            <a:r>
              <a:rPr lang="en-US" b="1" dirty="0" err="1">
                <a:solidFill>
                  <a:srgbClr val="EF9F38"/>
                </a:solidFill>
              </a:rPr>
              <a:t>SÁT</a:t>
            </a:r>
            <a:endParaRPr lang="en-US" b="1" dirty="0">
              <a:solidFill>
                <a:srgbClr val="EF9F38"/>
              </a:solidFill>
            </a:endParaRPr>
          </a:p>
        </p:txBody>
      </p:sp>
      <p:cxnSp>
        <p:nvCxnSpPr>
          <p:cNvPr id="53" name="Straight Arrow Connector 52"/>
          <p:cNvCxnSpPr/>
          <p:nvPr/>
        </p:nvCxnSpPr>
        <p:spPr>
          <a:xfrm>
            <a:off x="5449568" y="2195528"/>
            <a:ext cx="8187" cy="562576"/>
          </a:xfrm>
          <a:prstGeom prst="straightConnector1">
            <a:avLst/>
          </a:prstGeom>
          <a:ln w="28575">
            <a:solidFill>
              <a:srgbClr val="10924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Curved Down Arrow 56"/>
          <p:cNvSpPr/>
          <p:nvPr/>
        </p:nvSpPr>
        <p:spPr>
          <a:xfrm rot="10800000">
            <a:off x="1995441" y="5894937"/>
            <a:ext cx="7065217" cy="850900"/>
          </a:xfrm>
          <a:prstGeom prst="curvedDown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63" name="Picture 62"/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42A048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03111" y="1399417"/>
            <a:ext cx="861308" cy="711516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83058" y="4655701"/>
            <a:ext cx="43560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dirty="0"/>
              <a:t>Chung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dirty="0" err="1"/>
              <a:t>Hưởng</a:t>
            </a:r>
            <a:r>
              <a:rPr lang="en-US" dirty="0"/>
              <a:t> </a:t>
            </a:r>
            <a:r>
              <a:rPr lang="en-US" dirty="0" err="1"/>
              <a:t>lợi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tỷ</a:t>
            </a:r>
            <a:r>
              <a:rPr lang="en-US" dirty="0"/>
              <a:t> </a:t>
            </a:r>
            <a:r>
              <a:rPr lang="en-US" dirty="0" err="1"/>
              <a:t>lệ</a:t>
            </a:r>
            <a:r>
              <a:rPr lang="en-US" dirty="0"/>
              <a:t> </a:t>
            </a:r>
            <a:r>
              <a:rPr lang="en-US" dirty="0" err="1"/>
              <a:t>vốn</a:t>
            </a:r>
            <a:r>
              <a:rPr lang="en-US" dirty="0"/>
              <a:t> </a:t>
            </a:r>
            <a:r>
              <a:rPr lang="en-US" dirty="0" err="1"/>
              <a:t>góp</a:t>
            </a: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quyền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soát</a:t>
            </a:r>
            <a:r>
              <a:rPr lang="en-US" dirty="0"/>
              <a:t> </a:t>
            </a:r>
            <a:r>
              <a:rPr lang="en-US" dirty="0" err="1"/>
              <a:t>hằng</a:t>
            </a:r>
            <a:r>
              <a:rPr lang="en-US" dirty="0"/>
              <a:t> </a:t>
            </a:r>
            <a:r>
              <a:rPr lang="en-US" dirty="0" err="1"/>
              <a:t>ngày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ra </a:t>
            </a:r>
            <a:r>
              <a:rPr lang="en-US" dirty="0" err="1"/>
              <a:t>quyết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t</a:t>
            </a:r>
            <a:r>
              <a:rPr lang="vi-VN" dirty="0"/>
              <a:t>ư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quỹ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57364" y="2136053"/>
            <a:ext cx="543449" cy="461931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00201" y="2068901"/>
            <a:ext cx="543449" cy="461931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6851" y="6193228"/>
            <a:ext cx="543449" cy="461931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8899906" y="3811290"/>
            <a:ext cx="995436" cy="486874"/>
          </a:xfrm>
          <a:prstGeom prst="rect">
            <a:avLst/>
          </a:prstGeom>
          <a:solidFill>
            <a:srgbClr val="358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/>
              <a:t>BẤT</a:t>
            </a:r>
            <a:r>
              <a:rPr lang="en-US" sz="1400" b="1" dirty="0"/>
              <a:t> </a:t>
            </a:r>
            <a:r>
              <a:rPr lang="en-US" sz="1400" b="1" dirty="0" err="1"/>
              <a:t>ĐỘNG</a:t>
            </a:r>
            <a:r>
              <a:rPr lang="en-US" sz="1400" b="1" dirty="0"/>
              <a:t> </a:t>
            </a:r>
            <a:r>
              <a:rPr lang="en-US" sz="1400" b="1" dirty="0" err="1"/>
              <a:t>SẢN</a:t>
            </a:r>
            <a:endParaRPr lang="en-US" sz="1400" b="1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260082F-5D5A-4D89-886D-8738D4A335FE}"/>
              </a:ext>
            </a:extLst>
          </p:cNvPr>
          <p:cNvSpPr/>
          <p:nvPr/>
        </p:nvSpPr>
        <p:spPr>
          <a:xfrm>
            <a:off x="8746188" y="1520053"/>
            <a:ext cx="3353663" cy="877993"/>
          </a:xfrm>
          <a:prstGeom prst="roundRect">
            <a:avLst/>
          </a:prstGeom>
          <a:noFill/>
          <a:ln>
            <a:solidFill>
              <a:srgbClr val="35874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ysClr val="windowText" lastClr="000000"/>
                </a:solidFill>
              </a:rPr>
              <a:t>Quỹ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tiền</a:t>
            </a:r>
            <a:r>
              <a:rPr lang="en-US" dirty="0">
                <a:solidFill>
                  <a:sysClr val="windowText" lastClr="000000"/>
                </a:solidFill>
              </a:rPr>
              <a:t> l</a:t>
            </a:r>
            <a:r>
              <a:rPr lang="vi-VN" dirty="0">
                <a:solidFill>
                  <a:sysClr val="windowText" lastClr="000000"/>
                </a:solidFill>
              </a:rPr>
              <a:t>ư</a:t>
            </a:r>
            <a:r>
              <a:rPr lang="en-US" dirty="0" err="1">
                <a:solidFill>
                  <a:sysClr val="windowText" lastClr="000000"/>
                </a:solidFill>
              </a:rPr>
              <a:t>ơng</a:t>
            </a:r>
            <a:r>
              <a:rPr lang="en-US" dirty="0">
                <a:solidFill>
                  <a:sysClr val="windowText" lastClr="000000"/>
                </a:solidFill>
              </a:rPr>
              <a:t>, </a:t>
            </a:r>
            <a:r>
              <a:rPr lang="en-US" dirty="0" err="1">
                <a:solidFill>
                  <a:sysClr val="windowText" lastClr="000000"/>
                </a:solidFill>
              </a:rPr>
              <a:t>quỹ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phúc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lợi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của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xí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nghiệp</a:t>
            </a:r>
            <a:endParaRPr lang="en-US" dirty="0">
              <a:solidFill>
                <a:sysClr val="windowText" lastClr="000000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ysClr val="windowText" lastClr="000000"/>
                </a:solidFill>
              </a:rPr>
              <a:t>Quỹ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tiết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kiệm</a:t>
            </a:r>
            <a:r>
              <a:rPr lang="en-US" dirty="0">
                <a:solidFill>
                  <a:sysClr val="windowText" lastClr="000000"/>
                </a:solidFill>
              </a:rPr>
              <a:t>, </a:t>
            </a:r>
            <a:r>
              <a:rPr lang="en-US" dirty="0" err="1">
                <a:solidFill>
                  <a:sysClr val="windowText" lastClr="000000"/>
                </a:solidFill>
              </a:rPr>
              <a:t>quỹ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tín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dụng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75C0EFC-FE5F-44FD-AA18-E4AE3AC6A15B}"/>
              </a:ext>
            </a:extLst>
          </p:cNvPr>
          <p:cNvSpPr/>
          <p:nvPr/>
        </p:nvSpPr>
        <p:spPr>
          <a:xfrm>
            <a:off x="8481690" y="1650354"/>
            <a:ext cx="528996" cy="535458"/>
          </a:xfrm>
          <a:prstGeom prst="ellipse">
            <a:avLst/>
          </a:prstGeom>
          <a:solidFill>
            <a:srgbClr val="EF9F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≠</a:t>
            </a:r>
          </a:p>
        </p:txBody>
      </p:sp>
    </p:spTree>
    <p:extLst>
      <p:ext uri="{BB962C8B-B14F-4D97-AF65-F5344CB8AC3E}">
        <p14:creationId xmlns:p14="http://schemas.microsoft.com/office/powerpoint/2010/main" val="2663354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592000" y="744728"/>
            <a:ext cx="3600000" cy="0"/>
          </a:xfrm>
          <a:prstGeom prst="line">
            <a:avLst/>
          </a:prstGeom>
          <a:ln w="28575">
            <a:solidFill>
              <a:srgbClr val="35874C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740612"/>
            <a:ext cx="3600000" cy="0"/>
          </a:xfrm>
          <a:prstGeom prst="line">
            <a:avLst/>
          </a:prstGeom>
          <a:ln w="28575">
            <a:solidFill>
              <a:srgbClr val="35874C"/>
            </a:solidFill>
            <a:headEnd type="non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urved Up Ribbon 2"/>
          <p:cNvSpPr/>
          <p:nvPr/>
        </p:nvSpPr>
        <p:spPr>
          <a:xfrm>
            <a:off x="4889040" y="1013959"/>
            <a:ext cx="2176834" cy="613954"/>
          </a:xfrm>
          <a:prstGeom prst="ellipseRibbon2">
            <a:avLst/>
          </a:prstGeom>
          <a:solidFill>
            <a:srgbClr val="35874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LỢI</a:t>
            </a:r>
            <a:r>
              <a:rPr lang="en-US" b="1" dirty="0"/>
              <a:t> </a:t>
            </a:r>
            <a:r>
              <a:rPr lang="en-US" b="1" dirty="0" err="1"/>
              <a:t>ÍCH</a:t>
            </a:r>
            <a:endParaRPr lang="en-US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1053" y="1967267"/>
            <a:ext cx="905001" cy="781159"/>
          </a:xfrm>
          <a:prstGeom prst="ellipse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-56630" y="2753651"/>
            <a:ext cx="25025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 err="1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CUNG</a:t>
            </a:r>
            <a:r>
              <a:rPr lang="en-US" sz="15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CẤP</a:t>
            </a:r>
            <a:r>
              <a:rPr lang="en-US" sz="15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NGUỒN</a:t>
            </a:r>
            <a:r>
              <a:rPr lang="en-US" sz="15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VỐN</a:t>
            </a:r>
            <a:r>
              <a:rPr lang="en-US" sz="15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DÀI</a:t>
            </a:r>
            <a:r>
              <a:rPr lang="en-US" sz="15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HẠN</a:t>
            </a:r>
            <a:r>
              <a:rPr lang="en-US" sz="15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500" b="1" dirty="0" err="1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ỔN</a:t>
            </a:r>
            <a:r>
              <a:rPr lang="en-US" sz="15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endParaRPr lang="en-US" sz="1500" b="1" dirty="0">
              <a:solidFill>
                <a:srgbClr val="1092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860362" y="2014147"/>
            <a:ext cx="739637" cy="73427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2383303" y="2748426"/>
            <a:ext cx="161578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 err="1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ĐA</a:t>
            </a:r>
            <a:r>
              <a:rPr lang="en-US" sz="15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DẠNG</a:t>
            </a:r>
            <a:r>
              <a:rPr lang="en-US" sz="15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sz="15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DANH</a:t>
            </a:r>
            <a:r>
              <a:rPr lang="en-US" sz="15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MỤC</a:t>
            </a:r>
            <a:endParaRPr lang="en-US" sz="1500" b="1" dirty="0">
              <a:solidFill>
                <a:srgbClr val="1092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9040" y="1967267"/>
            <a:ext cx="767177" cy="824269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4356848" y="2791536"/>
            <a:ext cx="18315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 err="1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sz="15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15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CHUYÊN</a:t>
            </a:r>
            <a:r>
              <a:rPr lang="en-US" sz="15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NGHIỆP</a:t>
            </a:r>
            <a:endParaRPr lang="en-US" sz="1500" b="1" dirty="0">
              <a:solidFill>
                <a:srgbClr val="1092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5549" y="2014147"/>
            <a:ext cx="851035" cy="80393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8011719" y="2882976"/>
            <a:ext cx="183156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THANH </a:t>
            </a:r>
            <a:r>
              <a:rPr lang="en-US" sz="1500" b="1" dirty="0" err="1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KHOẢN</a:t>
            </a:r>
            <a:endParaRPr lang="en-US" sz="1500" b="1" dirty="0">
              <a:solidFill>
                <a:srgbClr val="1092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844850" y="1967266"/>
            <a:ext cx="838237" cy="850811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235656" y="2882976"/>
            <a:ext cx="183156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MINH </a:t>
            </a:r>
            <a:r>
              <a:rPr lang="en-US" sz="1500" b="1" dirty="0" err="1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BẠCH</a:t>
            </a:r>
            <a:endParaRPr lang="en-US" sz="1500" b="1" dirty="0">
              <a:solidFill>
                <a:srgbClr val="1092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92000" y="1967266"/>
            <a:ext cx="896930" cy="836463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9924685" y="2827223"/>
            <a:ext cx="183156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 err="1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ƯU</a:t>
            </a:r>
            <a:r>
              <a:rPr lang="en-US" sz="15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ĐÃI</a:t>
            </a:r>
            <a:r>
              <a:rPr lang="en-US" sz="15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THUẾ</a:t>
            </a:r>
            <a:endParaRPr lang="en-US" sz="1500" b="1" dirty="0">
              <a:solidFill>
                <a:srgbClr val="1092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Curved Up Ribbon 64"/>
          <p:cNvSpPr/>
          <p:nvPr/>
        </p:nvSpPr>
        <p:spPr>
          <a:xfrm>
            <a:off x="4758324" y="3739622"/>
            <a:ext cx="2307550" cy="613954"/>
          </a:xfrm>
          <a:prstGeom prst="ellipseRibbon2">
            <a:avLst/>
          </a:prstGeom>
          <a:solidFill>
            <a:srgbClr val="EF9F3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HẠN</a:t>
            </a:r>
            <a:r>
              <a:rPr lang="en-US" b="1" dirty="0"/>
              <a:t> </a:t>
            </a:r>
            <a:r>
              <a:rPr lang="en-US" b="1" dirty="0" err="1"/>
              <a:t>CHẾ</a:t>
            </a:r>
            <a:endParaRPr lang="en-US" b="1" dirty="0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18739" y="4607163"/>
            <a:ext cx="972870" cy="898034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2063931" y="5505197"/>
            <a:ext cx="184913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 </a:t>
            </a:r>
            <a:r>
              <a:rPr lang="en-US" sz="1500" b="1" dirty="0" err="1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PHÍ</a:t>
            </a:r>
            <a:r>
              <a:rPr lang="en-US" sz="15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ĐA</a:t>
            </a:r>
            <a:r>
              <a:rPr lang="en-US" sz="15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DẠNG</a:t>
            </a:r>
            <a:endParaRPr lang="en-US" sz="1500" b="1" dirty="0">
              <a:solidFill>
                <a:srgbClr val="1092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 rotWithShape="1">
          <a:blip r:embed="rId11">
            <a:duotone>
              <a:prstClr val="black"/>
              <a:schemeClr val="accent6">
                <a:tint val="45000"/>
                <a:satMod val="400000"/>
              </a:schemeClr>
            </a:duotone>
          </a:blip>
          <a:srcRect l="4335" t="579" r="3410" b="2224"/>
          <a:stretch/>
        </p:blipFill>
        <p:spPr>
          <a:xfrm>
            <a:off x="5286727" y="4604854"/>
            <a:ext cx="948929" cy="959301"/>
          </a:xfrm>
          <a:prstGeom prst="ellipse">
            <a:avLst/>
          </a:prstGeom>
          <a:noFill/>
          <a:ln>
            <a:noFill/>
          </a:ln>
        </p:spPr>
      </p:pic>
      <p:sp>
        <p:nvSpPr>
          <p:cNvPr id="68" name="TextBox 67"/>
          <p:cNvSpPr txBox="1"/>
          <p:nvPr/>
        </p:nvSpPr>
        <p:spPr>
          <a:xfrm>
            <a:off x="4607415" y="5549576"/>
            <a:ext cx="23075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 err="1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5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sz="15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</a:t>
            </a:r>
            <a:r>
              <a:rPr lang="en-US" sz="15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15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15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QUYỀN</a:t>
            </a:r>
            <a:r>
              <a:rPr lang="en-US" sz="15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KIỂM</a:t>
            </a:r>
            <a:r>
              <a:rPr lang="en-US" sz="15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SOÁT</a:t>
            </a:r>
            <a:r>
              <a:rPr lang="en-US" sz="15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CAN </a:t>
            </a:r>
            <a:r>
              <a:rPr lang="en-US" sz="1500" b="1" dirty="0" err="1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THIỆP</a:t>
            </a:r>
            <a:r>
              <a:rPr lang="en-US" sz="15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DMĐT</a:t>
            </a:r>
            <a:endParaRPr lang="en-US" sz="1500" b="1" dirty="0">
              <a:solidFill>
                <a:srgbClr val="1092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 rotWithShape="1">
          <a:blip r:embed="rId12">
            <a:duotone>
              <a:prstClr val="black"/>
              <a:schemeClr val="accent6">
                <a:tint val="45000"/>
                <a:satMod val="400000"/>
              </a:schemeClr>
            </a:duotone>
          </a:blip>
          <a:srcRect l="7225" r="7225"/>
          <a:stretch/>
        </p:blipFill>
        <p:spPr>
          <a:xfrm>
            <a:off x="8430278" y="4712678"/>
            <a:ext cx="783763" cy="836898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7386996" y="5549576"/>
            <a:ext cx="278093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 err="1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15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ĐẢM</a:t>
            </a:r>
            <a:r>
              <a:rPr lang="en-US" sz="15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BẢO</a:t>
            </a:r>
            <a:r>
              <a:rPr lang="en-US" sz="15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15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lang="en-US" sz="15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HOẠT</a:t>
            </a:r>
            <a:r>
              <a:rPr lang="en-US" sz="15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sz="15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15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QUỸ</a:t>
            </a:r>
            <a:r>
              <a:rPr lang="en-US" sz="15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sz="15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</a:t>
            </a:r>
            <a:r>
              <a:rPr lang="en-US" sz="15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LUÔN</a:t>
            </a:r>
            <a:r>
              <a:rPr lang="en-US" sz="15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TÍCH</a:t>
            </a:r>
            <a:r>
              <a:rPr lang="en-US" sz="15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CỰC</a:t>
            </a:r>
            <a:endParaRPr lang="en-US" sz="1500" b="1" dirty="0">
              <a:solidFill>
                <a:srgbClr val="1092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490FF382-8FE4-4AA5-BB7F-A5978A14908B}"/>
              </a:ext>
            </a:extLst>
          </p:cNvPr>
          <p:cNvSpPr txBox="1">
            <a:spLocks/>
          </p:cNvSpPr>
          <p:nvPr/>
        </p:nvSpPr>
        <p:spPr>
          <a:xfrm>
            <a:off x="-219522" y="501890"/>
            <a:ext cx="11734800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QUỸ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CHỨNG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KHOÁN</a:t>
            </a:r>
            <a:endParaRPr lang="en-US" sz="2400" b="1" dirty="0">
              <a:solidFill>
                <a:srgbClr val="3587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5705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592000" y="744728"/>
            <a:ext cx="3600000" cy="0"/>
          </a:xfrm>
          <a:prstGeom prst="line">
            <a:avLst/>
          </a:prstGeom>
          <a:ln w="28575">
            <a:solidFill>
              <a:srgbClr val="35874C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740612"/>
            <a:ext cx="3600000" cy="0"/>
          </a:xfrm>
          <a:prstGeom prst="line">
            <a:avLst/>
          </a:prstGeom>
          <a:ln w="28575">
            <a:solidFill>
              <a:srgbClr val="35874C"/>
            </a:solidFill>
            <a:headEnd type="non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3175259360"/>
              </p:ext>
            </p:extLst>
          </p:nvPr>
        </p:nvGraphicFramePr>
        <p:xfrm>
          <a:off x="1946366" y="1365960"/>
          <a:ext cx="9379132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/>
          <p:cNvSpPr/>
          <p:nvPr/>
        </p:nvSpPr>
        <p:spPr>
          <a:xfrm rot="19599820">
            <a:off x="1364849" y="1254852"/>
            <a:ext cx="2444195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/>
            </a:prstTxWarp>
            <a:spAutoFit/>
          </a:bodyPr>
          <a:lstStyle/>
          <a:p>
            <a:pPr algn="ctr"/>
            <a:r>
              <a:rPr lang="en-US" sz="3200" b="1" dirty="0" err="1">
                <a:ln w="0"/>
                <a:solidFill>
                  <a:srgbClr val="42A048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VAI</a:t>
            </a:r>
            <a:r>
              <a:rPr lang="en-US" sz="3200" b="1" dirty="0">
                <a:ln w="0"/>
                <a:solidFill>
                  <a:srgbClr val="42A048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3200" b="1" dirty="0" err="1">
                <a:ln w="0"/>
                <a:solidFill>
                  <a:srgbClr val="35874C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TRÒ</a:t>
            </a:r>
            <a:endParaRPr lang="en-US" sz="3200" b="1" cap="none" spc="0" dirty="0">
              <a:ln w="0"/>
              <a:solidFill>
                <a:srgbClr val="35874C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86947" y="1442915"/>
            <a:ext cx="816790" cy="66440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9376" y="1325717"/>
            <a:ext cx="787266" cy="781602"/>
          </a:xfrm>
          <a:prstGeom prst="ellipse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765193D-9C4F-4F3B-AA0C-41F57B9E567E}"/>
              </a:ext>
            </a:extLst>
          </p:cNvPr>
          <p:cNvSpPr txBox="1">
            <a:spLocks/>
          </p:cNvSpPr>
          <p:nvPr/>
        </p:nvSpPr>
        <p:spPr>
          <a:xfrm>
            <a:off x="-219522" y="501890"/>
            <a:ext cx="11734800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QUỸ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CHỨNG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KHOÁN</a:t>
            </a:r>
            <a:endParaRPr lang="en-US" sz="2400" b="1" dirty="0">
              <a:solidFill>
                <a:srgbClr val="3587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94044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592000" y="744728"/>
            <a:ext cx="3600000" cy="0"/>
          </a:xfrm>
          <a:prstGeom prst="line">
            <a:avLst/>
          </a:prstGeom>
          <a:ln w="28575">
            <a:solidFill>
              <a:srgbClr val="35874C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740612"/>
            <a:ext cx="3600000" cy="0"/>
          </a:xfrm>
          <a:prstGeom prst="line">
            <a:avLst/>
          </a:prstGeom>
          <a:ln w="28575">
            <a:solidFill>
              <a:srgbClr val="35874C"/>
            </a:solidFill>
            <a:headEnd type="non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688539563"/>
              </p:ext>
            </p:extLst>
          </p:nvPr>
        </p:nvGraphicFramePr>
        <p:xfrm>
          <a:off x="-2010221" y="979335"/>
          <a:ext cx="16546642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0" y="2995310"/>
            <a:ext cx="14605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>
                <a:solidFill>
                  <a:srgbClr val="35874C"/>
                </a:solidFill>
              </a:rPr>
              <a:t>PHÂN</a:t>
            </a:r>
            <a:r>
              <a:rPr lang="en-US" sz="2800" b="1" dirty="0">
                <a:solidFill>
                  <a:srgbClr val="35874C"/>
                </a:solidFill>
              </a:rPr>
              <a:t> </a:t>
            </a:r>
            <a:r>
              <a:rPr lang="en-US" sz="2800" b="1" dirty="0" err="1">
                <a:solidFill>
                  <a:srgbClr val="35874C"/>
                </a:solidFill>
              </a:rPr>
              <a:t>LOẠI</a:t>
            </a:r>
            <a:endParaRPr lang="en-US" sz="2800" b="1" dirty="0">
              <a:solidFill>
                <a:srgbClr val="35874C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BDA1778-D70D-4B92-8C6F-7F2726BEF8B1}"/>
              </a:ext>
            </a:extLst>
          </p:cNvPr>
          <p:cNvSpPr txBox="1">
            <a:spLocks/>
          </p:cNvSpPr>
          <p:nvPr/>
        </p:nvSpPr>
        <p:spPr>
          <a:xfrm>
            <a:off x="-219522" y="501890"/>
            <a:ext cx="11734800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QUỸ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CHỨNG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KHOÁN</a:t>
            </a:r>
            <a:endParaRPr lang="en-US" sz="2400" b="1" dirty="0">
              <a:solidFill>
                <a:srgbClr val="3587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26069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592000" y="744728"/>
            <a:ext cx="3600000" cy="0"/>
          </a:xfrm>
          <a:prstGeom prst="line">
            <a:avLst/>
          </a:prstGeom>
          <a:ln w="28575">
            <a:solidFill>
              <a:srgbClr val="35874C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740612"/>
            <a:ext cx="3600000" cy="0"/>
          </a:xfrm>
          <a:prstGeom prst="line">
            <a:avLst/>
          </a:prstGeom>
          <a:ln w="28575">
            <a:solidFill>
              <a:srgbClr val="35874C"/>
            </a:solidFill>
            <a:headEnd type="non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0" y="926887"/>
            <a:ext cx="4697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rgbClr val="35874C"/>
                </a:solidFill>
              </a:rPr>
              <a:t>MÔ</a:t>
            </a:r>
            <a:r>
              <a:rPr lang="en-US" sz="2400" b="1" dirty="0">
                <a:solidFill>
                  <a:srgbClr val="35874C"/>
                </a:solidFill>
              </a:rPr>
              <a:t> </a:t>
            </a:r>
            <a:r>
              <a:rPr lang="en-US" sz="2400" b="1" dirty="0" err="1">
                <a:solidFill>
                  <a:srgbClr val="35874C"/>
                </a:solidFill>
              </a:rPr>
              <a:t>HÌNH</a:t>
            </a:r>
            <a:r>
              <a:rPr lang="en-US" sz="2400" b="1" dirty="0">
                <a:solidFill>
                  <a:srgbClr val="35874C"/>
                </a:solidFill>
              </a:rPr>
              <a:t> </a:t>
            </a:r>
            <a:r>
              <a:rPr lang="en-US" sz="2400" b="1" dirty="0" err="1">
                <a:solidFill>
                  <a:srgbClr val="35874C"/>
                </a:solidFill>
              </a:rPr>
              <a:t>TỔ</a:t>
            </a:r>
            <a:r>
              <a:rPr lang="en-US" sz="2400" b="1" dirty="0">
                <a:solidFill>
                  <a:srgbClr val="35874C"/>
                </a:solidFill>
              </a:rPr>
              <a:t> </a:t>
            </a:r>
            <a:r>
              <a:rPr lang="en-US" sz="2400" b="1" dirty="0" err="1">
                <a:solidFill>
                  <a:srgbClr val="35874C"/>
                </a:solidFill>
              </a:rPr>
              <a:t>CHỨC</a:t>
            </a:r>
            <a:r>
              <a:rPr lang="en-US" sz="2400" b="1" dirty="0">
                <a:solidFill>
                  <a:srgbClr val="35874C"/>
                </a:solidFill>
              </a:rPr>
              <a:t> </a:t>
            </a:r>
            <a:r>
              <a:rPr lang="en-US" sz="2400" b="1" dirty="0" err="1">
                <a:solidFill>
                  <a:srgbClr val="35874C"/>
                </a:solidFill>
              </a:rPr>
              <a:t>VÀ</a:t>
            </a:r>
            <a:r>
              <a:rPr lang="en-US" sz="2400" b="1" dirty="0">
                <a:solidFill>
                  <a:srgbClr val="35874C"/>
                </a:solidFill>
              </a:rPr>
              <a:t> </a:t>
            </a:r>
            <a:r>
              <a:rPr lang="en-US" sz="2400" b="1" dirty="0" err="1">
                <a:solidFill>
                  <a:srgbClr val="35874C"/>
                </a:solidFill>
              </a:rPr>
              <a:t>HOẠT</a:t>
            </a:r>
            <a:r>
              <a:rPr lang="en-US" sz="2400" b="1" dirty="0">
                <a:solidFill>
                  <a:srgbClr val="35874C"/>
                </a:solidFill>
              </a:rPr>
              <a:t> </a:t>
            </a:r>
            <a:r>
              <a:rPr lang="en-US" sz="2400" b="1" dirty="0" err="1">
                <a:solidFill>
                  <a:srgbClr val="35874C"/>
                </a:solidFill>
              </a:rPr>
              <a:t>ĐỘNG</a:t>
            </a:r>
            <a:endParaRPr lang="en-US" sz="2400" b="1" dirty="0">
              <a:solidFill>
                <a:srgbClr val="35874C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0BF2A9B-D879-4DF8-804D-F78C6A94033F}"/>
              </a:ext>
            </a:extLst>
          </p:cNvPr>
          <p:cNvSpPr/>
          <p:nvPr/>
        </p:nvSpPr>
        <p:spPr>
          <a:xfrm>
            <a:off x="793844" y="3605373"/>
            <a:ext cx="1463041" cy="605132"/>
          </a:xfrm>
          <a:custGeom>
            <a:avLst/>
            <a:gdLst>
              <a:gd name="connsiteX0" fmla="*/ 0 w 1210265"/>
              <a:gd name="connsiteY0" fmla="*/ 60513 h 605132"/>
              <a:gd name="connsiteX1" fmla="*/ 60513 w 1210265"/>
              <a:gd name="connsiteY1" fmla="*/ 0 h 605132"/>
              <a:gd name="connsiteX2" fmla="*/ 1149752 w 1210265"/>
              <a:gd name="connsiteY2" fmla="*/ 0 h 605132"/>
              <a:gd name="connsiteX3" fmla="*/ 1210265 w 1210265"/>
              <a:gd name="connsiteY3" fmla="*/ 60513 h 605132"/>
              <a:gd name="connsiteX4" fmla="*/ 1210265 w 1210265"/>
              <a:gd name="connsiteY4" fmla="*/ 544619 h 605132"/>
              <a:gd name="connsiteX5" fmla="*/ 1149752 w 1210265"/>
              <a:gd name="connsiteY5" fmla="*/ 605132 h 605132"/>
              <a:gd name="connsiteX6" fmla="*/ 60513 w 1210265"/>
              <a:gd name="connsiteY6" fmla="*/ 605132 h 605132"/>
              <a:gd name="connsiteX7" fmla="*/ 0 w 1210265"/>
              <a:gd name="connsiteY7" fmla="*/ 544619 h 605132"/>
              <a:gd name="connsiteX8" fmla="*/ 0 w 1210265"/>
              <a:gd name="connsiteY8" fmla="*/ 60513 h 605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0265" h="605132">
                <a:moveTo>
                  <a:pt x="0" y="60513"/>
                </a:moveTo>
                <a:cubicBezTo>
                  <a:pt x="0" y="27093"/>
                  <a:pt x="27093" y="0"/>
                  <a:pt x="60513" y="0"/>
                </a:cubicBezTo>
                <a:lnTo>
                  <a:pt x="1149752" y="0"/>
                </a:lnTo>
                <a:cubicBezTo>
                  <a:pt x="1183172" y="0"/>
                  <a:pt x="1210265" y="27093"/>
                  <a:pt x="1210265" y="60513"/>
                </a:cubicBezTo>
                <a:lnTo>
                  <a:pt x="1210265" y="544619"/>
                </a:lnTo>
                <a:cubicBezTo>
                  <a:pt x="1210265" y="578039"/>
                  <a:pt x="1183172" y="605132"/>
                  <a:pt x="1149752" y="605132"/>
                </a:cubicBezTo>
                <a:lnTo>
                  <a:pt x="60513" y="605132"/>
                </a:lnTo>
                <a:cubicBezTo>
                  <a:pt x="27093" y="605132"/>
                  <a:pt x="0" y="578039"/>
                  <a:pt x="0" y="544619"/>
                </a:cubicBezTo>
                <a:lnTo>
                  <a:pt x="0" y="60513"/>
                </a:lnTo>
                <a:close/>
              </a:path>
            </a:pathLst>
          </a:custGeom>
          <a:solidFill>
            <a:srgbClr val="35874C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709" tIns="24709" rIns="24709" bIns="24709" numCol="1" spcCol="1270" anchor="ctr" anchorCtr="0">
            <a:noAutofit/>
          </a:bodyPr>
          <a:lstStyle/>
          <a:p>
            <a:pPr marL="0" lvl="0" indent="0"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800" b="1" kern="1200" dirty="0"/>
              <a:t>LUẬT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4599246-5093-404F-80D3-84F3D880A35C}"/>
              </a:ext>
            </a:extLst>
          </p:cNvPr>
          <p:cNvSpPr/>
          <p:nvPr/>
        </p:nvSpPr>
        <p:spPr>
          <a:xfrm>
            <a:off x="3289379" y="1648086"/>
            <a:ext cx="1828801" cy="605132"/>
          </a:xfrm>
          <a:custGeom>
            <a:avLst/>
            <a:gdLst>
              <a:gd name="connsiteX0" fmla="*/ 0 w 1210265"/>
              <a:gd name="connsiteY0" fmla="*/ 60513 h 605132"/>
              <a:gd name="connsiteX1" fmla="*/ 60513 w 1210265"/>
              <a:gd name="connsiteY1" fmla="*/ 0 h 605132"/>
              <a:gd name="connsiteX2" fmla="*/ 1149752 w 1210265"/>
              <a:gd name="connsiteY2" fmla="*/ 0 h 605132"/>
              <a:gd name="connsiteX3" fmla="*/ 1210265 w 1210265"/>
              <a:gd name="connsiteY3" fmla="*/ 60513 h 605132"/>
              <a:gd name="connsiteX4" fmla="*/ 1210265 w 1210265"/>
              <a:gd name="connsiteY4" fmla="*/ 544619 h 605132"/>
              <a:gd name="connsiteX5" fmla="*/ 1149752 w 1210265"/>
              <a:gd name="connsiteY5" fmla="*/ 605132 h 605132"/>
              <a:gd name="connsiteX6" fmla="*/ 60513 w 1210265"/>
              <a:gd name="connsiteY6" fmla="*/ 605132 h 605132"/>
              <a:gd name="connsiteX7" fmla="*/ 0 w 1210265"/>
              <a:gd name="connsiteY7" fmla="*/ 544619 h 605132"/>
              <a:gd name="connsiteX8" fmla="*/ 0 w 1210265"/>
              <a:gd name="connsiteY8" fmla="*/ 60513 h 605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0265" h="605132">
                <a:moveTo>
                  <a:pt x="0" y="60513"/>
                </a:moveTo>
                <a:cubicBezTo>
                  <a:pt x="0" y="27093"/>
                  <a:pt x="27093" y="0"/>
                  <a:pt x="60513" y="0"/>
                </a:cubicBezTo>
                <a:lnTo>
                  <a:pt x="1149752" y="0"/>
                </a:lnTo>
                <a:cubicBezTo>
                  <a:pt x="1183172" y="0"/>
                  <a:pt x="1210265" y="27093"/>
                  <a:pt x="1210265" y="60513"/>
                </a:cubicBezTo>
                <a:lnTo>
                  <a:pt x="1210265" y="544619"/>
                </a:lnTo>
                <a:cubicBezTo>
                  <a:pt x="1210265" y="578039"/>
                  <a:pt x="1183172" y="605132"/>
                  <a:pt x="1149752" y="605132"/>
                </a:cubicBezTo>
                <a:lnTo>
                  <a:pt x="60513" y="605132"/>
                </a:lnTo>
                <a:cubicBezTo>
                  <a:pt x="27093" y="605132"/>
                  <a:pt x="0" y="578039"/>
                  <a:pt x="0" y="544619"/>
                </a:cubicBezTo>
                <a:lnTo>
                  <a:pt x="0" y="60513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709" tIns="24709" rIns="24709" bIns="24709" numCol="1" spcCol="1270" anchor="ctr" anchorCtr="0">
            <a:noAutofit/>
          </a:bodyPr>
          <a:lstStyle/>
          <a:p>
            <a:pPr marL="0" lvl="0" indent="0"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b="1" kern="1200" dirty="0"/>
              <a:t>MỸ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A40930C-5895-4D82-A307-EDACB1FCA818}"/>
              </a:ext>
            </a:extLst>
          </p:cNvPr>
          <p:cNvSpPr/>
          <p:nvPr/>
        </p:nvSpPr>
        <p:spPr>
          <a:xfrm>
            <a:off x="6251659" y="1313281"/>
            <a:ext cx="2377441" cy="605132"/>
          </a:xfrm>
          <a:custGeom>
            <a:avLst/>
            <a:gdLst>
              <a:gd name="connsiteX0" fmla="*/ 0 w 1210265"/>
              <a:gd name="connsiteY0" fmla="*/ 60513 h 605132"/>
              <a:gd name="connsiteX1" fmla="*/ 60513 w 1210265"/>
              <a:gd name="connsiteY1" fmla="*/ 0 h 605132"/>
              <a:gd name="connsiteX2" fmla="*/ 1149752 w 1210265"/>
              <a:gd name="connsiteY2" fmla="*/ 0 h 605132"/>
              <a:gd name="connsiteX3" fmla="*/ 1210265 w 1210265"/>
              <a:gd name="connsiteY3" fmla="*/ 60513 h 605132"/>
              <a:gd name="connsiteX4" fmla="*/ 1210265 w 1210265"/>
              <a:gd name="connsiteY4" fmla="*/ 544619 h 605132"/>
              <a:gd name="connsiteX5" fmla="*/ 1149752 w 1210265"/>
              <a:gd name="connsiteY5" fmla="*/ 605132 h 605132"/>
              <a:gd name="connsiteX6" fmla="*/ 60513 w 1210265"/>
              <a:gd name="connsiteY6" fmla="*/ 605132 h 605132"/>
              <a:gd name="connsiteX7" fmla="*/ 0 w 1210265"/>
              <a:gd name="connsiteY7" fmla="*/ 544619 h 605132"/>
              <a:gd name="connsiteX8" fmla="*/ 0 w 1210265"/>
              <a:gd name="connsiteY8" fmla="*/ 60513 h 605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0265" h="605132">
                <a:moveTo>
                  <a:pt x="0" y="60513"/>
                </a:moveTo>
                <a:cubicBezTo>
                  <a:pt x="0" y="27093"/>
                  <a:pt x="27093" y="0"/>
                  <a:pt x="60513" y="0"/>
                </a:cubicBezTo>
                <a:lnTo>
                  <a:pt x="1149752" y="0"/>
                </a:lnTo>
                <a:cubicBezTo>
                  <a:pt x="1183172" y="0"/>
                  <a:pt x="1210265" y="27093"/>
                  <a:pt x="1210265" y="60513"/>
                </a:cubicBezTo>
                <a:lnTo>
                  <a:pt x="1210265" y="544619"/>
                </a:lnTo>
                <a:cubicBezTo>
                  <a:pt x="1210265" y="578039"/>
                  <a:pt x="1183172" y="605132"/>
                  <a:pt x="1149752" y="605132"/>
                </a:cubicBezTo>
                <a:lnTo>
                  <a:pt x="60513" y="605132"/>
                </a:lnTo>
                <a:cubicBezTo>
                  <a:pt x="27093" y="605132"/>
                  <a:pt x="0" y="578039"/>
                  <a:pt x="0" y="544619"/>
                </a:cubicBezTo>
                <a:lnTo>
                  <a:pt x="0" y="60513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709" tIns="24709" rIns="24709" bIns="24709" numCol="1" spcCol="1270" anchor="ctr" anchorCtr="0">
            <a:noAutofit/>
          </a:bodyPr>
          <a:lstStyle/>
          <a:p>
            <a:pPr marL="0" lvl="0" indent="0"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400" b="1" kern="1200" dirty="0" err="1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Luật</a:t>
            </a:r>
            <a:r>
              <a:rPr lang="en-US" sz="1400" b="1" kern="1200" dirty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b="1" kern="1200" dirty="0" err="1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Chứng</a:t>
            </a:r>
            <a:r>
              <a:rPr lang="en-US" sz="1400" b="1" kern="1200" dirty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b="1" kern="1200" dirty="0" err="1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khoán</a:t>
            </a:r>
            <a:r>
              <a:rPr lang="en-US" sz="1400" b="1" kern="1200" dirty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sz="1400" b="1" dirty="0">
              <a:solidFill>
                <a:schemeClr val="accent5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0" lvl="0" indent="0"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100" i="1" kern="1200" dirty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Securities Act 1933</a:t>
            </a:r>
            <a:endParaRPr lang="en-US" sz="1400" i="1" kern="12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18659FF-70C7-4E83-8DAA-BD06D392699D}"/>
              </a:ext>
            </a:extLst>
          </p:cNvPr>
          <p:cNvSpPr/>
          <p:nvPr/>
        </p:nvSpPr>
        <p:spPr>
          <a:xfrm>
            <a:off x="6251659" y="2009184"/>
            <a:ext cx="2377441" cy="605132"/>
          </a:xfrm>
          <a:custGeom>
            <a:avLst/>
            <a:gdLst>
              <a:gd name="connsiteX0" fmla="*/ 0 w 1210265"/>
              <a:gd name="connsiteY0" fmla="*/ 60513 h 605132"/>
              <a:gd name="connsiteX1" fmla="*/ 60513 w 1210265"/>
              <a:gd name="connsiteY1" fmla="*/ 0 h 605132"/>
              <a:gd name="connsiteX2" fmla="*/ 1149752 w 1210265"/>
              <a:gd name="connsiteY2" fmla="*/ 0 h 605132"/>
              <a:gd name="connsiteX3" fmla="*/ 1210265 w 1210265"/>
              <a:gd name="connsiteY3" fmla="*/ 60513 h 605132"/>
              <a:gd name="connsiteX4" fmla="*/ 1210265 w 1210265"/>
              <a:gd name="connsiteY4" fmla="*/ 544619 h 605132"/>
              <a:gd name="connsiteX5" fmla="*/ 1149752 w 1210265"/>
              <a:gd name="connsiteY5" fmla="*/ 605132 h 605132"/>
              <a:gd name="connsiteX6" fmla="*/ 60513 w 1210265"/>
              <a:gd name="connsiteY6" fmla="*/ 605132 h 605132"/>
              <a:gd name="connsiteX7" fmla="*/ 0 w 1210265"/>
              <a:gd name="connsiteY7" fmla="*/ 544619 h 605132"/>
              <a:gd name="connsiteX8" fmla="*/ 0 w 1210265"/>
              <a:gd name="connsiteY8" fmla="*/ 60513 h 605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0265" h="605132">
                <a:moveTo>
                  <a:pt x="0" y="60513"/>
                </a:moveTo>
                <a:cubicBezTo>
                  <a:pt x="0" y="27093"/>
                  <a:pt x="27093" y="0"/>
                  <a:pt x="60513" y="0"/>
                </a:cubicBezTo>
                <a:lnTo>
                  <a:pt x="1149752" y="0"/>
                </a:lnTo>
                <a:cubicBezTo>
                  <a:pt x="1183172" y="0"/>
                  <a:pt x="1210265" y="27093"/>
                  <a:pt x="1210265" y="60513"/>
                </a:cubicBezTo>
                <a:lnTo>
                  <a:pt x="1210265" y="544619"/>
                </a:lnTo>
                <a:cubicBezTo>
                  <a:pt x="1210265" y="578039"/>
                  <a:pt x="1183172" y="605132"/>
                  <a:pt x="1149752" y="605132"/>
                </a:cubicBezTo>
                <a:lnTo>
                  <a:pt x="60513" y="605132"/>
                </a:lnTo>
                <a:cubicBezTo>
                  <a:pt x="27093" y="605132"/>
                  <a:pt x="0" y="578039"/>
                  <a:pt x="0" y="544619"/>
                </a:cubicBezTo>
                <a:lnTo>
                  <a:pt x="0" y="60513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709" tIns="24709" rIns="24709" bIns="24709" numCol="1" spcCol="1270" anchor="ctr" anchorCtr="0">
            <a:noAutofit/>
          </a:bodyPr>
          <a:lstStyle/>
          <a:p>
            <a:pPr marL="0" lvl="0" indent="0" algn="ctr" defTabSz="466725">
              <a:spcBef>
                <a:spcPct val="0"/>
              </a:spcBef>
              <a:buNone/>
            </a:pPr>
            <a:r>
              <a:rPr lang="vi-VN" sz="1400" b="1" kern="1200" dirty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Luật về Chứng khoán và Sở giao dịch</a:t>
            </a:r>
            <a:endParaRPr lang="en-US" sz="1400" b="1" kern="1200" dirty="0">
              <a:solidFill>
                <a:schemeClr val="accent5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0" lvl="0" indent="0" algn="ctr" defTabSz="466725">
              <a:spcBef>
                <a:spcPct val="0"/>
              </a:spcBef>
              <a:buNone/>
            </a:pPr>
            <a:r>
              <a:rPr lang="vi-VN" sz="1100" i="1" kern="1200" dirty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Secutities Exchange Act 1934</a:t>
            </a:r>
            <a:endParaRPr lang="en-US" sz="1100" i="1" kern="12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270AFC96-B813-4993-A999-0C88CF5FF9AA}"/>
              </a:ext>
            </a:extLst>
          </p:cNvPr>
          <p:cNvSpPr/>
          <p:nvPr/>
        </p:nvSpPr>
        <p:spPr>
          <a:xfrm>
            <a:off x="8892788" y="1300498"/>
            <a:ext cx="2377441" cy="605132"/>
          </a:xfrm>
          <a:custGeom>
            <a:avLst/>
            <a:gdLst>
              <a:gd name="connsiteX0" fmla="*/ 0 w 1210265"/>
              <a:gd name="connsiteY0" fmla="*/ 60513 h 605132"/>
              <a:gd name="connsiteX1" fmla="*/ 60513 w 1210265"/>
              <a:gd name="connsiteY1" fmla="*/ 0 h 605132"/>
              <a:gd name="connsiteX2" fmla="*/ 1149752 w 1210265"/>
              <a:gd name="connsiteY2" fmla="*/ 0 h 605132"/>
              <a:gd name="connsiteX3" fmla="*/ 1210265 w 1210265"/>
              <a:gd name="connsiteY3" fmla="*/ 60513 h 605132"/>
              <a:gd name="connsiteX4" fmla="*/ 1210265 w 1210265"/>
              <a:gd name="connsiteY4" fmla="*/ 544619 h 605132"/>
              <a:gd name="connsiteX5" fmla="*/ 1149752 w 1210265"/>
              <a:gd name="connsiteY5" fmla="*/ 605132 h 605132"/>
              <a:gd name="connsiteX6" fmla="*/ 60513 w 1210265"/>
              <a:gd name="connsiteY6" fmla="*/ 605132 h 605132"/>
              <a:gd name="connsiteX7" fmla="*/ 0 w 1210265"/>
              <a:gd name="connsiteY7" fmla="*/ 544619 h 605132"/>
              <a:gd name="connsiteX8" fmla="*/ 0 w 1210265"/>
              <a:gd name="connsiteY8" fmla="*/ 60513 h 605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0265" h="605132">
                <a:moveTo>
                  <a:pt x="0" y="60513"/>
                </a:moveTo>
                <a:cubicBezTo>
                  <a:pt x="0" y="27093"/>
                  <a:pt x="27093" y="0"/>
                  <a:pt x="60513" y="0"/>
                </a:cubicBezTo>
                <a:lnTo>
                  <a:pt x="1149752" y="0"/>
                </a:lnTo>
                <a:cubicBezTo>
                  <a:pt x="1183172" y="0"/>
                  <a:pt x="1210265" y="27093"/>
                  <a:pt x="1210265" y="60513"/>
                </a:cubicBezTo>
                <a:lnTo>
                  <a:pt x="1210265" y="544619"/>
                </a:lnTo>
                <a:cubicBezTo>
                  <a:pt x="1210265" y="578039"/>
                  <a:pt x="1183172" y="605132"/>
                  <a:pt x="1149752" y="605132"/>
                </a:cubicBezTo>
                <a:lnTo>
                  <a:pt x="60513" y="605132"/>
                </a:lnTo>
                <a:cubicBezTo>
                  <a:pt x="27093" y="605132"/>
                  <a:pt x="0" y="578039"/>
                  <a:pt x="0" y="544619"/>
                </a:cubicBezTo>
                <a:lnTo>
                  <a:pt x="0" y="60513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709" tIns="24709" rIns="24709" bIns="24709" numCol="1" spcCol="1270" anchor="ctr" anchorCtr="0">
            <a:noAutofit/>
          </a:bodyPr>
          <a:lstStyle/>
          <a:p>
            <a:pPr marL="0" lvl="0" indent="0"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vi-VN" sz="1400" b="1" kern="1200" dirty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Luật Công ty đầu tư </a:t>
            </a:r>
            <a:endParaRPr lang="en-US" sz="1400" b="1" kern="1200" dirty="0">
              <a:solidFill>
                <a:schemeClr val="accent5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0" lvl="0" indent="0"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vi-VN" sz="1100" i="1" kern="1200" dirty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Investment Company Act 1940</a:t>
            </a:r>
            <a:endParaRPr lang="en-US" sz="1100" i="1" kern="12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B4F9244D-CA40-481E-AF62-230748D39B59}"/>
              </a:ext>
            </a:extLst>
          </p:cNvPr>
          <p:cNvSpPr/>
          <p:nvPr/>
        </p:nvSpPr>
        <p:spPr>
          <a:xfrm>
            <a:off x="8892788" y="2030450"/>
            <a:ext cx="2377441" cy="605132"/>
          </a:xfrm>
          <a:custGeom>
            <a:avLst/>
            <a:gdLst>
              <a:gd name="connsiteX0" fmla="*/ 0 w 1210265"/>
              <a:gd name="connsiteY0" fmla="*/ 60513 h 605132"/>
              <a:gd name="connsiteX1" fmla="*/ 60513 w 1210265"/>
              <a:gd name="connsiteY1" fmla="*/ 0 h 605132"/>
              <a:gd name="connsiteX2" fmla="*/ 1149752 w 1210265"/>
              <a:gd name="connsiteY2" fmla="*/ 0 h 605132"/>
              <a:gd name="connsiteX3" fmla="*/ 1210265 w 1210265"/>
              <a:gd name="connsiteY3" fmla="*/ 60513 h 605132"/>
              <a:gd name="connsiteX4" fmla="*/ 1210265 w 1210265"/>
              <a:gd name="connsiteY4" fmla="*/ 544619 h 605132"/>
              <a:gd name="connsiteX5" fmla="*/ 1149752 w 1210265"/>
              <a:gd name="connsiteY5" fmla="*/ 605132 h 605132"/>
              <a:gd name="connsiteX6" fmla="*/ 60513 w 1210265"/>
              <a:gd name="connsiteY6" fmla="*/ 605132 h 605132"/>
              <a:gd name="connsiteX7" fmla="*/ 0 w 1210265"/>
              <a:gd name="connsiteY7" fmla="*/ 544619 h 605132"/>
              <a:gd name="connsiteX8" fmla="*/ 0 w 1210265"/>
              <a:gd name="connsiteY8" fmla="*/ 60513 h 605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0265" h="605132">
                <a:moveTo>
                  <a:pt x="0" y="60513"/>
                </a:moveTo>
                <a:cubicBezTo>
                  <a:pt x="0" y="27093"/>
                  <a:pt x="27093" y="0"/>
                  <a:pt x="60513" y="0"/>
                </a:cubicBezTo>
                <a:lnTo>
                  <a:pt x="1149752" y="0"/>
                </a:lnTo>
                <a:cubicBezTo>
                  <a:pt x="1183172" y="0"/>
                  <a:pt x="1210265" y="27093"/>
                  <a:pt x="1210265" y="60513"/>
                </a:cubicBezTo>
                <a:lnTo>
                  <a:pt x="1210265" y="544619"/>
                </a:lnTo>
                <a:cubicBezTo>
                  <a:pt x="1210265" y="578039"/>
                  <a:pt x="1183172" y="605132"/>
                  <a:pt x="1149752" y="605132"/>
                </a:cubicBezTo>
                <a:lnTo>
                  <a:pt x="60513" y="605132"/>
                </a:lnTo>
                <a:cubicBezTo>
                  <a:pt x="27093" y="605132"/>
                  <a:pt x="0" y="578039"/>
                  <a:pt x="0" y="544619"/>
                </a:cubicBezTo>
                <a:lnTo>
                  <a:pt x="0" y="60513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709" tIns="24709" rIns="24709" bIns="24709" numCol="1" spcCol="1270" anchor="ctr" anchorCtr="0">
            <a:noAutofit/>
          </a:bodyPr>
          <a:lstStyle/>
          <a:p>
            <a:pPr marL="0" lvl="0" indent="0"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vi-VN" sz="1400" b="1" kern="1200" dirty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Luật Tư vấn đầu tư</a:t>
            </a:r>
            <a:endParaRPr lang="en-US" sz="1400" b="1" kern="1200" dirty="0">
              <a:solidFill>
                <a:schemeClr val="accent5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0" lvl="0" indent="0"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vi-VN" sz="1100" b="1" i="1" kern="1200" dirty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Investment Advisers Act 1940</a:t>
            </a:r>
            <a:endParaRPr lang="en-US" sz="1100" b="1" i="1" kern="12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AA1CA2D7-9A1B-43D7-A94D-901444EF2BFE}"/>
              </a:ext>
            </a:extLst>
          </p:cNvPr>
          <p:cNvSpPr/>
          <p:nvPr/>
        </p:nvSpPr>
        <p:spPr>
          <a:xfrm>
            <a:off x="3230363" y="3560880"/>
            <a:ext cx="1828801" cy="605132"/>
          </a:xfrm>
          <a:custGeom>
            <a:avLst/>
            <a:gdLst>
              <a:gd name="connsiteX0" fmla="*/ 0 w 1210265"/>
              <a:gd name="connsiteY0" fmla="*/ 60513 h 605132"/>
              <a:gd name="connsiteX1" fmla="*/ 60513 w 1210265"/>
              <a:gd name="connsiteY1" fmla="*/ 0 h 605132"/>
              <a:gd name="connsiteX2" fmla="*/ 1149752 w 1210265"/>
              <a:gd name="connsiteY2" fmla="*/ 0 h 605132"/>
              <a:gd name="connsiteX3" fmla="*/ 1210265 w 1210265"/>
              <a:gd name="connsiteY3" fmla="*/ 60513 h 605132"/>
              <a:gd name="connsiteX4" fmla="*/ 1210265 w 1210265"/>
              <a:gd name="connsiteY4" fmla="*/ 544619 h 605132"/>
              <a:gd name="connsiteX5" fmla="*/ 1149752 w 1210265"/>
              <a:gd name="connsiteY5" fmla="*/ 605132 h 605132"/>
              <a:gd name="connsiteX6" fmla="*/ 60513 w 1210265"/>
              <a:gd name="connsiteY6" fmla="*/ 605132 h 605132"/>
              <a:gd name="connsiteX7" fmla="*/ 0 w 1210265"/>
              <a:gd name="connsiteY7" fmla="*/ 544619 h 605132"/>
              <a:gd name="connsiteX8" fmla="*/ 0 w 1210265"/>
              <a:gd name="connsiteY8" fmla="*/ 60513 h 605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0265" h="605132">
                <a:moveTo>
                  <a:pt x="0" y="60513"/>
                </a:moveTo>
                <a:cubicBezTo>
                  <a:pt x="0" y="27093"/>
                  <a:pt x="27093" y="0"/>
                  <a:pt x="60513" y="0"/>
                </a:cubicBezTo>
                <a:lnTo>
                  <a:pt x="1149752" y="0"/>
                </a:lnTo>
                <a:cubicBezTo>
                  <a:pt x="1183172" y="0"/>
                  <a:pt x="1210265" y="27093"/>
                  <a:pt x="1210265" y="60513"/>
                </a:cubicBezTo>
                <a:lnTo>
                  <a:pt x="1210265" y="544619"/>
                </a:lnTo>
                <a:cubicBezTo>
                  <a:pt x="1210265" y="578039"/>
                  <a:pt x="1183172" y="605132"/>
                  <a:pt x="1149752" y="605132"/>
                </a:cubicBezTo>
                <a:lnTo>
                  <a:pt x="60513" y="605132"/>
                </a:lnTo>
                <a:cubicBezTo>
                  <a:pt x="27093" y="605132"/>
                  <a:pt x="0" y="578039"/>
                  <a:pt x="0" y="544619"/>
                </a:cubicBezTo>
                <a:lnTo>
                  <a:pt x="0" y="6051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709" tIns="24709" rIns="24709" bIns="24709" numCol="1" spcCol="1270" anchor="ctr" anchorCtr="0">
            <a:noAutofit/>
          </a:bodyPr>
          <a:lstStyle/>
          <a:p>
            <a:pPr marL="0" lvl="0" indent="0"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b="1" kern="1200" dirty="0"/>
              <a:t>CHÂU ÂU</a:t>
            </a: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97089C41-7F16-421A-83A7-A8F20F06683A}"/>
              </a:ext>
            </a:extLst>
          </p:cNvPr>
          <p:cNvSpPr/>
          <p:nvPr/>
        </p:nvSpPr>
        <p:spPr>
          <a:xfrm>
            <a:off x="6214559" y="2893911"/>
            <a:ext cx="2377441" cy="605132"/>
          </a:xfrm>
          <a:custGeom>
            <a:avLst/>
            <a:gdLst>
              <a:gd name="connsiteX0" fmla="*/ 0 w 1210265"/>
              <a:gd name="connsiteY0" fmla="*/ 60513 h 605132"/>
              <a:gd name="connsiteX1" fmla="*/ 60513 w 1210265"/>
              <a:gd name="connsiteY1" fmla="*/ 0 h 605132"/>
              <a:gd name="connsiteX2" fmla="*/ 1149752 w 1210265"/>
              <a:gd name="connsiteY2" fmla="*/ 0 h 605132"/>
              <a:gd name="connsiteX3" fmla="*/ 1210265 w 1210265"/>
              <a:gd name="connsiteY3" fmla="*/ 60513 h 605132"/>
              <a:gd name="connsiteX4" fmla="*/ 1210265 w 1210265"/>
              <a:gd name="connsiteY4" fmla="*/ 544619 h 605132"/>
              <a:gd name="connsiteX5" fmla="*/ 1149752 w 1210265"/>
              <a:gd name="connsiteY5" fmla="*/ 605132 h 605132"/>
              <a:gd name="connsiteX6" fmla="*/ 60513 w 1210265"/>
              <a:gd name="connsiteY6" fmla="*/ 605132 h 605132"/>
              <a:gd name="connsiteX7" fmla="*/ 0 w 1210265"/>
              <a:gd name="connsiteY7" fmla="*/ 544619 h 605132"/>
              <a:gd name="connsiteX8" fmla="*/ 0 w 1210265"/>
              <a:gd name="connsiteY8" fmla="*/ 60513 h 605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0265" h="605132">
                <a:moveTo>
                  <a:pt x="0" y="60513"/>
                </a:moveTo>
                <a:cubicBezTo>
                  <a:pt x="0" y="27093"/>
                  <a:pt x="27093" y="0"/>
                  <a:pt x="60513" y="0"/>
                </a:cubicBezTo>
                <a:lnTo>
                  <a:pt x="1149752" y="0"/>
                </a:lnTo>
                <a:cubicBezTo>
                  <a:pt x="1183172" y="0"/>
                  <a:pt x="1210265" y="27093"/>
                  <a:pt x="1210265" y="60513"/>
                </a:cubicBezTo>
                <a:lnTo>
                  <a:pt x="1210265" y="544619"/>
                </a:lnTo>
                <a:cubicBezTo>
                  <a:pt x="1210265" y="578039"/>
                  <a:pt x="1183172" y="605132"/>
                  <a:pt x="1149752" y="605132"/>
                </a:cubicBezTo>
                <a:lnTo>
                  <a:pt x="60513" y="605132"/>
                </a:lnTo>
                <a:cubicBezTo>
                  <a:pt x="27093" y="605132"/>
                  <a:pt x="0" y="578039"/>
                  <a:pt x="0" y="544619"/>
                </a:cubicBezTo>
                <a:lnTo>
                  <a:pt x="0" y="60513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709" tIns="24709" rIns="24709" bIns="24709" numCol="1" spcCol="1270" anchor="ctr" anchorCtr="0">
            <a:noAutofit/>
          </a:bodyPr>
          <a:lstStyle/>
          <a:p>
            <a:pPr marL="0" lvl="0" indent="0"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400" b="1" kern="1200" dirty="0" err="1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Hiệp</a:t>
            </a:r>
            <a:r>
              <a:rPr lang="en-US" sz="1400" b="1" kern="1200" dirty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b="1" kern="1200" dirty="0" err="1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sz="1400" b="1" kern="1200" dirty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b="1" kern="1200" dirty="0" err="1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chung</a:t>
            </a:r>
            <a:r>
              <a:rPr lang="en-US" sz="1400" b="1" kern="1200" dirty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b="1" kern="1200" dirty="0" err="1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châu</a:t>
            </a:r>
            <a:r>
              <a:rPr lang="en-US" sz="1400" b="1" kern="1200" dirty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b="1" kern="1200" dirty="0" err="1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Âu</a:t>
            </a:r>
            <a:endParaRPr lang="en-US" sz="1400" b="1" kern="12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24F0DDA9-DE21-4818-AE69-0085D1739E69}"/>
              </a:ext>
            </a:extLst>
          </p:cNvPr>
          <p:cNvSpPr/>
          <p:nvPr/>
        </p:nvSpPr>
        <p:spPr>
          <a:xfrm>
            <a:off x="6214559" y="3589814"/>
            <a:ext cx="2377441" cy="605132"/>
          </a:xfrm>
          <a:custGeom>
            <a:avLst/>
            <a:gdLst>
              <a:gd name="connsiteX0" fmla="*/ 0 w 1210265"/>
              <a:gd name="connsiteY0" fmla="*/ 60513 h 605132"/>
              <a:gd name="connsiteX1" fmla="*/ 60513 w 1210265"/>
              <a:gd name="connsiteY1" fmla="*/ 0 h 605132"/>
              <a:gd name="connsiteX2" fmla="*/ 1149752 w 1210265"/>
              <a:gd name="connsiteY2" fmla="*/ 0 h 605132"/>
              <a:gd name="connsiteX3" fmla="*/ 1210265 w 1210265"/>
              <a:gd name="connsiteY3" fmla="*/ 60513 h 605132"/>
              <a:gd name="connsiteX4" fmla="*/ 1210265 w 1210265"/>
              <a:gd name="connsiteY4" fmla="*/ 544619 h 605132"/>
              <a:gd name="connsiteX5" fmla="*/ 1149752 w 1210265"/>
              <a:gd name="connsiteY5" fmla="*/ 605132 h 605132"/>
              <a:gd name="connsiteX6" fmla="*/ 60513 w 1210265"/>
              <a:gd name="connsiteY6" fmla="*/ 605132 h 605132"/>
              <a:gd name="connsiteX7" fmla="*/ 0 w 1210265"/>
              <a:gd name="connsiteY7" fmla="*/ 544619 h 605132"/>
              <a:gd name="connsiteX8" fmla="*/ 0 w 1210265"/>
              <a:gd name="connsiteY8" fmla="*/ 60513 h 605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0265" h="605132">
                <a:moveTo>
                  <a:pt x="0" y="60513"/>
                </a:moveTo>
                <a:cubicBezTo>
                  <a:pt x="0" y="27093"/>
                  <a:pt x="27093" y="0"/>
                  <a:pt x="60513" y="0"/>
                </a:cubicBezTo>
                <a:lnTo>
                  <a:pt x="1149752" y="0"/>
                </a:lnTo>
                <a:cubicBezTo>
                  <a:pt x="1183172" y="0"/>
                  <a:pt x="1210265" y="27093"/>
                  <a:pt x="1210265" y="60513"/>
                </a:cubicBezTo>
                <a:lnTo>
                  <a:pt x="1210265" y="544619"/>
                </a:lnTo>
                <a:cubicBezTo>
                  <a:pt x="1210265" y="578039"/>
                  <a:pt x="1183172" y="605132"/>
                  <a:pt x="1149752" y="605132"/>
                </a:cubicBezTo>
                <a:lnTo>
                  <a:pt x="60513" y="605132"/>
                </a:lnTo>
                <a:cubicBezTo>
                  <a:pt x="27093" y="605132"/>
                  <a:pt x="0" y="578039"/>
                  <a:pt x="0" y="544619"/>
                </a:cubicBezTo>
                <a:lnTo>
                  <a:pt x="0" y="60513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709" tIns="24709" rIns="24709" bIns="24709" numCol="1" spcCol="1270" anchor="ctr" anchorCtr="0">
            <a:noAutofit/>
          </a:bodyPr>
          <a:lstStyle/>
          <a:p>
            <a:pPr marL="0" lvl="0" indent="0"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400" b="1" kern="1200" dirty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UCITS</a:t>
            </a:r>
          </a:p>
          <a:p>
            <a:pPr lvl="0"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050" i="1" dirty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Directive on Undertakings for Collective Investment in Transferable Securities</a:t>
            </a:r>
            <a:endParaRPr lang="en-US" sz="1050" i="1" kern="12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205C649D-91EE-4CB3-B018-657E7B3FB782}"/>
              </a:ext>
            </a:extLst>
          </p:cNvPr>
          <p:cNvSpPr/>
          <p:nvPr/>
        </p:nvSpPr>
        <p:spPr>
          <a:xfrm>
            <a:off x="6214559" y="4264081"/>
            <a:ext cx="2377441" cy="605132"/>
          </a:xfrm>
          <a:custGeom>
            <a:avLst/>
            <a:gdLst>
              <a:gd name="connsiteX0" fmla="*/ 0 w 1210265"/>
              <a:gd name="connsiteY0" fmla="*/ 60513 h 605132"/>
              <a:gd name="connsiteX1" fmla="*/ 60513 w 1210265"/>
              <a:gd name="connsiteY1" fmla="*/ 0 h 605132"/>
              <a:gd name="connsiteX2" fmla="*/ 1149752 w 1210265"/>
              <a:gd name="connsiteY2" fmla="*/ 0 h 605132"/>
              <a:gd name="connsiteX3" fmla="*/ 1210265 w 1210265"/>
              <a:gd name="connsiteY3" fmla="*/ 60513 h 605132"/>
              <a:gd name="connsiteX4" fmla="*/ 1210265 w 1210265"/>
              <a:gd name="connsiteY4" fmla="*/ 544619 h 605132"/>
              <a:gd name="connsiteX5" fmla="*/ 1149752 w 1210265"/>
              <a:gd name="connsiteY5" fmla="*/ 605132 h 605132"/>
              <a:gd name="connsiteX6" fmla="*/ 60513 w 1210265"/>
              <a:gd name="connsiteY6" fmla="*/ 605132 h 605132"/>
              <a:gd name="connsiteX7" fmla="*/ 0 w 1210265"/>
              <a:gd name="connsiteY7" fmla="*/ 544619 h 605132"/>
              <a:gd name="connsiteX8" fmla="*/ 0 w 1210265"/>
              <a:gd name="connsiteY8" fmla="*/ 60513 h 605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0265" h="605132">
                <a:moveTo>
                  <a:pt x="0" y="60513"/>
                </a:moveTo>
                <a:cubicBezTo>
                  <a:pt x="0" y="27093"/>
                  <a:pt x="27093" y="0"/>
                  <a:pt x="60513" y="0"/>
                </a:cubicBezTo>
                <a:lnTo>
                  <a:pt x="1149752" y="0"/>
                </a:lnTo>
                <a:cubicBezTo>
                  <a:pt x="1183172" y="0"/>
                  <a:pt x="1210265" y="27093"/>
                  <a:pt x="1210265" y="60513"/>
                </a:cubicBezTo>
                <a:lnTo>
                  <a:pt x="1210265" y="544619"/>
                </a:lnTo>
                <a:cubicBezTo>
                  <a:pt x="1210265" y="578039"/>
                  <a:pt x="1183172" y="605132"/>
                  <a:pt x="1149752" y="605132"/>
                </a:cubicBezTo>
                <a:lnTo>
                  <a:pt x="60513" y="605132"/>
                </a:lnTo>
                <a:cubicBezTo>
                  <a:pt x="27093" y="605132"/>
                  <a:pt x="0" y="578039"/>
                  <a:pt x="0" y="544619"/>
                </a:cubicBezTo>
                <a:lnTo>
                  <a:pt x="0" y="60513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709" tIns="24709" rIns="24709" bIns="24709" numCol="1" spcCol="1270" anchor="ctr" anchorCtr="0">
            <a:noAutofit/>
          </a:bodyPr>
          <a:lstStyle/>
          <a:p>
            <a:pPr marL="0" lvl="0" indent="0"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400" b="1" kern="1200" dirty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AIFMD</a:t>
            </a:r>
          </a:p>
          <a:p>
            <a:pPr lvl="0"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050" i="1" dirty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Alternative Investment Fund Managers Directive</a:t>
            </a:r>
            <a:endParaRPr lang="en-US" sz="1050" i="1" kern="12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4D12BFC9-C9C3-4AA3-A5B2-AC58E015D800}"/>
              </a:ext>
            </a:extLst>
          </p:cNvPr>
          <p:cNvSpPr/>
          <p:nvPr/>
        </p:nvSpPr>
        <p:spPr>
          <a:xfrm>
            <a:off x="3230363" y="5422415"/>
            <a:ext cx="1828801" cy="605132"/>
          </a:xfrm>
          <a:custGeom>
            <a:avLst/>
            <a:gdLst>
              <a:gd name="connsiteX0" fmla="*/ 0 w 1210265"/>
              <a:gd name="connsiteY0" fmla="*/ 60513 h 605132"/>
              <a:gd name="connsiteX1" fmla="*/ 60513 w 1210265"/>
              <a:gd name="connsiteY1" fmla="*/ 0 h 605132"/>
              <a:gd name="connsiteX2" fmla="*/ 1149752 w 1210265"/>
              <a:gd name="connsiteY2" fmla="*/ 0 h 605132"/>
              <a:gd name="connsiteX3" fmla="*/ 1210265 w 1210265"/>
              <a:gd name="connsiteY3" fmla="*/ 60513 h 605132"/>
              <a:gd name="connsiteX4" fmla="*/ 1210265 w 1210265"/>
              <a:gd name="connsiteY4" fmla="*/ 544619 h 605132"/>
              <a:gd name="connsiteX5" fmla="*/ 1149752 w 1210265"/>
              <a:gd name="connsiteY5" fmla="*/ 605132 h 605132"/>
              <a:gd name="connsiteX6" fmla="*/ 60513 w 1210265"/>
              <a:gd name="connsiteY6" fmla="*/ 605132 h 605132"/>
              <a:gd name="connsiteX7" fmla="*/ 0 w 1210265"/>
              <a:gd name="connsiteY7" fmla="*/ 544619 h 605132"/>
              <a:gd name="connsiteX8" fmla="*/ 0 w 1210265"/>
              <a:gd name="connsiteY8" fmla="*/ 60513 h 605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0265" h="605132">
                <a:moveTo>
                  <a:pt x="0" y="60513"/>
                </a:moveTo>
                <a:cubicBezTo>
                  <a:pt x="0" y="27093"/>
                  <a:pt x="27093" y="0"/>
                  <a:pt x="60513" y="0"/>
                </a:cubicBezTo>
                <a:lnTo>
                  <a:pt x="1149752" y="0"/>
                </a:lnTo>
                <a:cubicBezTo>
                  <a:pt x="1183172" y="0"/>
                  <a:pt x="1210265" y="27093"/>
                  <a:pt x="1210265" y="60513"/>
                </a:cubicBezTo>
                <a:lnTo>
                  <a:pt x="1210265" y="544619"/>
                </a:lnTo>
                <a:cubicBezTo>
                  <a:pt x="1210265" y="578039"/>
                  <a:pt x="1183172" y="605132"/>
                  <a:pt x="1149752" y="605132"/>
                </a:cubicBezTo>
                <a:lnTo>
                  <a:pt x="60513" y="605132"/>
                </a:lnTo>
                <a:cubicBezTo>
                  <a:pt x="27093" y="605132"/>
                  <a:pt x="0" y="578039"/>
                  <a:pt x="0" y="544619"/>
                </a:cubicBezTo>
                <a:lnTo>
                  <a:pt x="0" y="60513"/>
                </a:lnTo>
                <a:close/>
              </a:path>
            </a:pathLst>
          </a:custGeom>
          <a:solidFill>
            <a:srgbClr val="EF9F3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709" tIns="24709" rIns="24709" bIns="24709" numCol="1" spcCol="1270" anchor="ctr" anchorCtr="0">
            <a:noAutofit/>
          </a:bodyPr>
          <a:lstStyle/>
          <a:p>
            <a:pPr marL="0" lvl="0" indent="0"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b="1" kern="1200" dirty="0"/>
              <a:t>CHÂU Á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30E0069-7750-4260-B298-2F600BCE2F66}"/>
              </a:ext>
            </a:extLst>
          </p:cNvPr>
          <p:cNvCxnSpPr>
            <a:cxnSpLocks/>
          </p:cNvCxnSpPr>
          <p:nvPr/>
        </p:nvCxnSpPr>
        <p:spPr>
          <a:xfrm flipV="1">
            <a:off x="2246253" y="1948123"/>
            <a:ext cx="1043126" cy="1890235"/>
          </a:xfrm>
          <a:prstGeom prst="straightConnector1">
            <a:avLst/>
          </a:prstGeom>
          <a:ln>
            <a:solidFill>
              <a:srgbClr val="35874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A1BDED7-665B-4B1C-BA40-823DEC1AFEA5}"/>
              </a:ext>
            </a:extLst>
          </p:cNvPr>
          <p:cNvCxnSpPr>
            <a:cxnSpLocks/>
          </p:cNvCxnSpPr>
          <p:nvPr/>
        </p:nvCxnSpPr>
        <p:spPr>
          <a:xfrm>
            <a:off x="2246253" y="3838356"/>
            <a:ext cx="984110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026CA481-B2A4-4A71-BDD7-984B7AAC5C27}"/>
              </a:ext>
            </a:extLst>
          </p:cNvPr>
          <p:cNvCxnSpPr>
            <a:cxnSpLocks/>
          </p:cNvCxnSpPr>
          <p:nvPr/>
        </p:nvCxnSpPr>
        <p:spPr>
          <a:xfrm>
            <a:off x="2246253" y="3838356"/>
            <a:ext cx="984110" cy="1864945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5C89CDFD-A928-47EC-8E0C-F5B2A29216D2}"/>
              </a:ext>
            </a:extLst>
          </p:cNvPr>
          <p:cNvCxnSpPr/>
          <p:nvPr/>
        </p:nvCxnSpPr>
        <p:spPr>
          <a:xfrm flipV="1">
            <a:off x="5118180" y="1615847"/>
            <a:ext cx="1133479" cy="332276"/>
          </a:xfrm>
          <a:prstGeom prst="straightConnector1">
            <a:avLst/>
          </a:prstGeom>
          <a:ln>
            <a:solidFill>
              <a:srgbClr val="35874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36111820-732A-437A-B8D9-9D236E31C717}"/>
              </a:ext>
            </a:extLst>
          </p:cNvPr>
          <p:cNvCxnSpPr/>
          <p:nvPr/>
        </p:nvCxnSpPr>
        <p:spPr>
          <a:xfrm>
            <a:off x="5118180" y="1948123"/>
            <a:ext cx="1161100" cy="363627"/>
          </a:xfrm>
          <a:prstGeom prst="straightConnector1">
            <a:avLst/>
          </a:prstGeom>
          <a:ln>
            <a:solidFill>
              <a:srgbClr val="35874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BEC1F776-0890-4929-9847-D1E153DE73EF}"/>
              </a:ext>
            </a:extLst>
          </p:cNvPr>
          <p:cNvCxnSpPr/>
          <p:nvPr/>
        </p:nvCxnSpPr>
        <p:spPr>
          <a:xfrm flipV="1">
            <a:off x="5059164" y="3196477"/>
            <a:ext cx="1155395" cy="641879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F71E4B12-7CE8-4AE2-B6D1-7E8545519E1C}"/>
              </a:ext>
            </a:extLst>
          </p:cNvPr>
          <p:cNvCxnSpPr/>
          <p:nvPr/>
        </p:nvCxnSpPr>
        <p:spPr>
          <a:xfrm>
            <a:off x="5059164" y="3838356"/>
            <a:ext cx="1155395" cy="41284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6BDB041E-53A8-4E8B-BCC9-40BCFEA71F60}"/>
              </a:ext>
            </a:extLst>
          </p:cNvPr>
          <p:cNvCxnSpPr>
            <a:cxnSpLocks/>
          </p:cNvCxnSpPr>
          <p:nvPr/>
        </p:nvCxnSpPr>
        <p:spPr>
          <a:xfrm>
            <a:off x="5059164" y="3838356"/>
            <a:ext cx="1155395" cy="771387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itle 1">
            <a:extLst>
              <a:ext uri="{FF2B5EF4-FFF2-40B4-BE49-F238E27FC236}">
                <a16:creationId xmlns:a16="http://schemas.microsoft.com/office/drawing/2014/main" id="{44BA2F82-443A-4933-B650-8B0FE86555D9}"/>
              </a:ext>
            </a:extLst>
          </p:cNvPr>
          <p:cNvSpPr txBox="1">
            <a:spLocks/>
          </p:cNvSpPr>
          <p:nvPr/>
        </p:nvSpPr>
        <p:spPr>
          <a:xfrm>
            <a:off x="-219522" y="501890"/>
            <a:ext cx="11734800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QUỸ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CHỨNG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KHOÁN</a:t>
            </a:r>
            <a:endParaRPr lang="en-US" sz="2400" b="1" dirty="0">
              <a:solidFill>
                <a:srgbClr val="3587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AB83045-B21F-4408-8DAB-217AF0DE63CF}"/>
              </a:ext>
            </a:extLst>
          </p:cNvPr>
          <p:cNvSpPr/>
          <p:nvPr/>
        </p:nvSpPr>
        <p:spPr>
          <a:xfrm>
            <a:off x="545799" y="164743"/>
            <a:ext cx="1959130" cy="489098"/>
          </a:xfrm>
          <a:prstGeom prst="roundRect">
            <a:avLst/>
          </a:prstGeom>
          <a:solidFill>
            <a:srgbClr val="358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PHÂN LOẠI</a:t>
            </a:r>
          </a:p>
        </p:txBody>
      </p:sp>
    </p:spTree>
    <p:extLst>
      <p:ext uri="{BB962C8B-B14F-4D97-AF65-F5344CB8AC3E}">
        <p14:creationId xmlns:p14="http://schemas.microsoft.com/office/powerpoint/2010/main" val="9487701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592000" y="744728"/>
            <a:ext cx="3600000" cy="0"/>
          </a:xfrm>
          <a:prstGeom prst="line">
            <a:avLst/>
          </a:prstGeom>
          <a:ln w="28575">
            <a:solidFill>
              <a:srgbClr val="35874C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740612"/>
            <a:ext cx="3600000" cy="0"/>
          </a:xfrm>
          <a:prstGeom prst="line">
            <a:avLst/>
          </a:prstGeom>
          <a:ln w="28575">
            <a:solidFill>
              <a:srgbClr val="35874C"/>
            </a:solidFill>
            <a:headEnd type="non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01600" y="979335"/>
            <a:ext cx="4697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rgbClr val="35874C"/>
                </a:solidFill>
              </a:rPr>
              <a:t>MÔ</a:t>
            </a:r>
            <a:r>
              <a:rPr lang="en-US" sz="2400" b="1" dirty="0">
                <a:solidFill>
                  <a:srgbClr val="35874C"/>
                </a:solidFill>
              </a:rPr>
              <a:t> </a:t>
            </a:r>
            <a:r>
              <a:rPr lang="en-US" sz="2400" b="1" dirty="0" err="1">
                <a:solidFill>
                  <a:srgbClr val="35874C"/>
                </a:solidFill>
              </a:rPr>
              <a:t>HÌNH</a:t>
            </a:r>
            <a:r>
              <a:rPr lang="en-US" sz="2400" b="1" dirty="0">
                <a:solidFill>
                  <a:srgbClr val="35874C"/>
                </a:solidFill>
              </a:rPr>
              <a:t> </a:t>
            </a:r>
            <a:r>
              <a:rPr lang="en-US" sz="2400" b="1" dirty="0" err="1">
                <a:solidFill>
                  <a:srgbClr val="35874C"/>
                </a:solidFill>
              </a:rPr>
              <a:t>TỔ</a:t>
            </a:r>
            <a:r>
              <a:rPr lang="en-US" sz="2400" b="1" dirty="0">
                <a:solidFill>
                  <a:srgbClr val="35874C"/>
                </a:solidFill>
              </a:rPr>
              <a:t> </a:t>
            </a:r>
            <a:r>
              <a:rPr lang="en-US" sz="2400" b="1" dirty="0" err="1">
                <a:solidFill>
                  <a:srgbClr val="35874C"/>
                </a:solidFill>
              </a:rPr>
              <a:t>CHỨC</a:t>
            </a:r>
            <a:r>
              <a:rPr lang="en-US" sz="2400" b="1" dirty="0">
                <a:solidFill>
                  <a:srgbClr val="35874C"/>
                </a:solidFill>
              </a:rPr>
              <a:t> </a:t>
            </a:r>
            <a:r>
              <a:rPr lang="en-US" sz="2400" b="1" dirty="0" err="1">
                <a:solidFill>
                  <a:srgbClr val="35874C"/>
                </a:solidFill>
              </a:rPr>
              <a:t>VÀ</a:t>
            </a:r>
            <a:r>
              <a:rPr lang="en-US" sz="2400" b="1" dirty="0">
                <a:solidFill>
                  <a:srgbClr val="35874C"/>
                </a:solidFill>
              </a:rPr>
              <a:t> </a:t>
            </a:r>
            <a:r>
              <a:rPr lang="en-US" sz="2400" b="1" dirty="0" err="1">
                <a:solidFill>
                  <a:srgbClr val="35874C"/>
                </a:solidFill>
              </a:rPr>
              <a:t>HOẠT</a:t>
            </a:r>
            <a:r>
              <a:rPr lang="en-US" sz="2400" b="1" dirty="0">
                <a:solidFill>
                  <a:srgbClr val="35874C"/>
                </a:solidFill>
              </a:rPr>
              <a:t> </a:t>
            </a:r>
            <a:r>
              <a:rPr lang="en-US" sz="2400" b="1" dirty="0" err="1">
                <a:solidFill>
                  <a:srgbClr val="35874C"/>
                </a:solidFill>
              </a:rPr>
              <a:t>ĐỘNG</a:t>
            </a:r>
            <a:endParaRPr lang="en-US" sz="2400" b="1" dirty="0">
              <a:solidFill>
                <a:srgbClr val="35874C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101600" y="1381650"/>
            <a:ext cx="11544300" cy="0"/>
          </a:xfrm>
          <a:prstGeom prst="line">
            <a:avLst/>
          </a:prstGeom>
          <a:ln>
            <a:solidFill>
              <a:srgbClr val="0634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927100" y="1381650"/>
            <a:ext cx="0" cy="231250"/>
          </a:xfrm>
          <a:prstGeom prst="straightConnector1">
            <a:avLst/>
          </a:prstGeom>
          <a:ln w="28575">
            <a:solidFill>
              <a:srgbClr val="10924C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30200" y="1818567"/>
            <a:ext cx="1276800" cy="533400"/>
          </a:xfrm>
          <a:prstGeom prst="roundRect">
            <a:avLst/>
          </a:prstGeom>
          <a:solidFill>
            <a:srgbClr val="358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/>
              <a:t>DẠNG</a:t>
            </a:r>
            <a:r>
              <a:rPr lang="en-US" sz="1600" b="1" dirty="0"/>
              <a:t> </a:t>
            </a:r>
            <a:r>
              <a:rPr lang="en-US" sz="1600" b="1" dirty="0" err="1"/>
              <a:t>CÔNG</a:t>
            </a:r>
            <a:r>
              <a:rPr lang="en-US" sz="1600" b="1" dirty="0"/>
              <a:t> 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750" y="5044310"/>
            <a:ext cx="28236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063420"/>
                </a:solidFill>
              </a:rPr>
              <a:t>Luật</a:t>
            </a:r>
            <a:r>
              <a:rPr lang="en-US" sz="1600" dirty="0">
                <a:solidFill>
                  <a:srgbClr val="063420"/>
                </a:solidFill>
              </a:rPr>
              <a:t> </a:t>
            </a:r>
            <a:r>
              <a:rPr lang="en-US" sz="1600" dirty="0" err="1">
                <a:solidFill>
                  <a:srgbClr val="063420"/>
                </a:solidFill>
              </a:rPr>
              <a:t>công</a:t>
            </a:r>
            <a:r>
              <a:rPr lang="en-US" sz="1600" dirty="0">
                <a:solidFill>
                  <a:srgbClr val="063420"/>
                </a:solidFill>
              </a:rPr>
              <a:t> ty + </a:t>
            </a:r>
            <a:r>
              <a:rPr lang="en-US" sz="1600" dirty="0" err="1">
                <a:solidFill>
                  <a:srgbClr val="063420"/>
                </a:solidFill>
              </a:rPr>
              <a:t>Quy</a:t>
            </a:r>
            <a:r>
              <a:rPr lang="en-US" sz="1600" dirty="0">
                <a:solidFill>
                  <a:srgbClr val="063420"/>
                </a:solidFill>
              </a:rPr>
              <a:t> </a:t>
            </a:r>
            <a:r>
              <a:rPr lang="en-US" sz="1600" dirty="0" err="1">
                <a:solidFill>
                  <a:srgbClr val="063420"/>
                </a:solidFill>
              </a:rPr>
              <a:t>chế</a:t>
            </a:r>
            <a:r>
              <a:rPr lang="en-US" sz="1600" dirty="0">
                <a:solidFill>
                  <a:srgbClr val="063420"/>
                </a:solidFill>
              </a:rPr>
              <a:t> </a:t>
            </a:r>
            <a:r>
              <a:rPr lang="en-US" sz="1600" dirty="0" err="1">
                <a:solidFill>
                  <a:srgbClr val="063420"/>
                </a:solidFill>
              </a:rPr>
              <a:t>riêng</a:t>
            </a:r>
            <a:endParaRPr lang="en-US" sz="1600" dirty="0">
              <a:solidFill>
                <a:srgbClr val="06342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5400" y="5546864"/>
            <a:ext cx="2882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063420"/>
                </a:solidFill>
              </a:rPr>
              <a:t>CTCP</a:t>
            </a:r>
            <a:r>
              <a:rPr lang="en-US" sz="1600" dirty="0">
                <a:solidFill>
                  <a:srgbClr val="063420"/>
                </a:solidFill>
              </a:rPr>
              <a:t>/CT </a:t>
            </a:r>
            <a:r>
              <a:rPr lang="en-US" sz="1600" dirty="0" err="1">
                <a:solidFill>
                  <a:srgbClr val="063420"/>
                </a:solidFill>
              </a:rPr>
              <a:t>TNHH</a:t>
            </a:r>
            <a:r>
              <a:rPr lang="en-US" sz="1600" dirty="0">
                <a:solidFill>
                  <a:srgbClr val="063420"/>
                </a:solidFill>
              </a:rPr>
              <a:t>/CT </a:t>
            </a:r>
            <a:r>
              <a:rPr lang="en-US" sz="1600" dirty="0" err="1">
                <a:solidFill>
                  <a:srgbClr val="063420"/>
                </a:solidFill>
              </a:rPr>
              <a:t>hợp</a:t>
            </a:r>
            <a:r>
              <a:rPr lang="en-US" sz="1600" dirty="0">
                <a:solidFill>
                  <a:srgbClr val="063420"/>
                </a:solidFill>
              </a:rPr>
              <a:t> </a:t>
            </a:r>
            <a:r>
              <a:rPr lang="en-US" sz="1600" dirty="0" err="1">
                <a:solidFill>
                  <a:srgbClr val="063420"/>
                </a:solidFill>
              </a:rPr>
              <a:t>danh</a:t>
            </a:r>
            <a:r>
              <a:rPr lang="en-US" sz="1600" dirty="0">
                <a:solidFill>
                  <a:srgbClr val="063420"/>
                </a:solidFill>
              </a:rPr>
              <a:t>. </a:t>
            </a:r>
            <a:r>
              <a:rPr lang="en-US" sz="1600" dirty="0" err="1">
                <a:solidFill>
                  <a:srgbClr val="063420"/>
                </a:solidFill>
              </a:rPr>
              <a:t>Trách</a:t>
            </a:r>
            <a:r>
              <a:rPr lang="en-US" sz="1600" dirty="0">
                <a:solidFill>
                  <a:srgbClr val="063420"/>
                </a:solidFill>
              </a:rPr>
              <a:t> </a:t>
            </a:r>
            <a:r>
              <a:rPr lang="en-US" sz="1600" dirty="0" err="1">
                <a:solidFill>
                  <a:srgbClr val="063420"/>
                </a:solidFill>
              </a:rPr>
              <a:t>nhiệm</a:t>
            </a:r>
            <a:r>
              <a:rPr lang="en-US" sz="1600" dirty="0">
                <a:solidFill>
                  <a:srgbClr val="063420"/>
                </a:solidFill>
              </a:rPr>
              <a:t> </a:t>
            </a:r>
            <a:r>
              <a:rPr lang="en-US" sz="1600" dirty="0" err="1">
                <a:solidFill>
                  <a:srgbClr val="063420"/>
                </a:solidFill>
              </a:rPr>
              <a:t>giới</a:t>
            </a:r>
            <a:r>
              <a:rPr lang="en-US" sz="1600" dirty="0">
                <a:solidFill>
                  <a:srgbClr val="063420"/>
                </a:solidFill>
              </a:rPr>
              <a:t> </a:t>
            </a:r>
            <a:r>
              <a:rPr lang="en-US" sz="1600" dirty="0" err="1">
                <a:solidFill>
                  <a:srgbClr val="063420"/>
                </a:solidFill>
              </a:rPr>
              <a:t>hạn</a:t>
            </a:r>
            <a:r>
              <a:rPr lang="en-US" sz="1600" dirty="0">
                <a:solidFill>
                  <a:srgbClr val="063420"/>
                </a:solidFill>
              </a:rPr>
              <a:t> </a:t>
            </a:r>
            <a:r>
              <a:rPr lang="en-US" sz="1600" dirty="0" err="1">
                <a:solidFill>
                  <a:srgbClr val="063420"/>
                </a:solidFill>
              </a:rPr>
              <a:t>trong</a:t>
            </a:r>
            <a:r>
              <a:rPr lang="en-US" sz="1600" dirty="0">
                <a:solidFill>
                  <a:srgbClr val="063420"/>
                </a:solidFill>
              </a:rPr>
              <a:t> </a:t>
            </a:r>
            <a:r>
              <a:rPr lang="en-US" sz="1600" dirty="0" err="1">
                <a:solidFill>
                  <a:srgbClr val="063420"/>
                </a:solidFill>
              </a:rPr>
              <a:t>phạm</a:t>
            </a:r>
            <a:r>
              <a:rPr lang="en-US" sz="1600" dirty="0">
                <a:solidFill>
                  <a:srgbClr val="063420"/>
                </a:solidFill>
              </a:rPr>
              <a:t> vi </a:t>
            </a:r>
            <a:r>
              <a:rPr lang="en-US" sz="1600" dirty="0" err="1">
                <a:solidFill>
                  <a:srgbClr val="063420"/>
                </a:solidFill>
              </a:rPr>
              <a:t>vốn</a:t>
            </a:r>
            <a:r>
              <a:rPr lang="en-US" sz="1600" dirty="0">
                <a:solidFill>
                  <a:srgbClr val="063420"/>
                </a:solidFill>
              </a:rPr>
              <a:t> </a:t>
            </a:r>
            <a:r>
              <a:rPr lang="en-US" sz="1600" dirty="0" err="1">
                <a:solidFill>
                  <a:srgbClr val="063420"/>
                </a:solidFill>
              </a:rPr>
              <a:t>góp</a:t>
            </a:r>
            <a:endParaRPr lang="en-US" sz="1600" dirty="0">
              <a:solidFill>
                <a:srgbClr val="06342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171350" y="3530549"/>
            <a:ext cx="1202653" cy="368300"/>
          </a:xfrm>
          <a:prstGeom prst="rect">
            <a:avLst/>
          </a:prstGeom>
          <a:solidFill>
            <a:srgbClr val="358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HĐQT</a:t>
            </a:r>
            <a:r>
              <a:rPr lang="en-US" sz="1400" dirty="0"/>
              <a:t> </a:t>
            </a:r>
            <a:r>
              <a:rPr lang="en-US" sz="1400" dirty="0" err="1"/>
              <a:t>QUỸ</a:t>
            </a:r>
            <a:endParaRPr lang="en-US" sz="1400" dirty="0"/>
          </a:p>
        </p:txBody>
      </p:sp>
      <p:sp>
        <p:nvSpPr>
          <p:cNvPr id="18" name="Rectangle 17"/>
          <p:cNvSpPr/>
          <p:nvPr/>
        </p:nvSpPr>
        <p:spPr>
          <a:xfrm>
            <a:off x="76200" y="3360686"/>
            <a:ext cx="648948" cy="708025"/>
          </a:xfrm>
          <a:prstGeom prst="rect">
            <a:avLst/>
          </a:prstGeom>
          <a:solidFill>
            <a:srgbClr val="358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CỔ</a:t>
            </a:r>
            <a:r>
              <a:rPr lang="en-US" sz="1400" dirty="0"/>
              <a:t> </a:t>
            </a:r>
            <a:r>
              <a:rPr lang="en-US" sz="1400" dirty="0" err="1"/>
              <a:t>ĐÔNG</a:t>
            </a:r>
            <a:endParaRPr lang="en-US" sz="1400" dirty="0"/>
          </a:p>
        </p:txBody>
      </p:sp>
      <p:sp>
        <p:nvSpPr>
          <p:cNvPr id="19" name="Rectangle 18"/>
          <p:cNvSpPr/>
          <p:nvPr/>
        </p:nvSpPr>
        <p:spPr>
          <a:xfrm>
            <a:off x="1171350" y="4385065"/>
            <a:ext cx="1257300" cy="482400"/>
          </a:xfrm>
          <a:prstGeom prst="rect">
            <a:avLst/>
          </a:prstGeom>
          <a:solidFill>
            <a:srgbClr val="358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NH </a:t>
            </a:r>
            <a:r>
              <a:rPr lang="en-US" sz="1400" dirty="0" err="1"/>
              <a:t>LƯU</a:t>
            </a:r>
            <a:r>
              <a:rPr lang="en-US" sz="1400" dirty="0"/>
              <a:t> </a:t>
            </a:r>
            <a:r>
              <a:rPr lang="en-US" sz="1400" dirty="0" err="1"/>
              <a:t>KÝ</a:t>
            </a:r>
            <a:r>
              <a:rPr lang="en-US" sz="1400" dirty="0"/>
              <a:t> </a:t>
            </a:r>
            <a:r>
              <a:rPr lang="en-US" sz="1400" dirty="0" err="1"/>
              <a:t>GIÁM</a:t>
            </a:r>
            <a:r>
              <a:rPr lang="en-US" sz="1400" dirty="0"/>
              <a:t> </a:t>
            </a:r>
            <a:r>
              <a:rPr lang="en-US" sz="1400" dirty="0" err="1"/>
              <a:t>SÁT</a:t>
            </a:r>
            <a:endParaRPr lang="en-US" sz="1400" dirty="0"/>
          </a:p>
        </p:txBody>
      </p:sp>
      <p:sp>
        <p:nvSpPr>
          <p:cNvPr id="20" name="Rectangle 19"/>
          <p:cNvSpPr/>
          <p:nvPr/>
        </p:nvSpPr>
        <p:spPr>
          <a:xfrm>
            <a:off x="1171350" y="2733650"/>
            <a:ext cx="1257300" cy="368300"/>
          </a:xfrm>
          <a:prstGeom prst="rect">
            <a:avLst/>
          </a:prstGeom>
          <a:solidFill>
            <a:srgbClr val="358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CÔNG</a:t>
            </a:r>
            <a:r>
              <a:rPr lang="en-US" sz="1400" dirty="0"/>
              <a:t> TY </a:t>
            </a:r>
            <a:r>
              <a:rPr lang="en-US" sz="1400" dirty="0" err="1"/>
              <a:t>QLQ</a:t>
            </a:r>
            <a:endParaRPr lang="en-US" sz="1400" dirty="0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1572191" y="3103156"/>
            <a:ext cx="0" cy="427393"/>
          </a:xfrm>
          <a:prstGeom prst="straightConnector1">
            <a:avLst/>
          </a:prstGeom>
          <a:ln>
            <a:solidFill>
              <a:srgbClr val="10924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1572191" y="3906100"/>
            <a:ext cx="6799" cy="456415"/>
          </a:xfrm>
          <a:prstGeom prst="straightConnector1">
            <a:avLst/>
          </a:prstGeom>
          <a:ln>
            <a:solidFill>
              <a:srgbClr val="10924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749300" y="3590092"/>
            <a:ext cx="397898" cy="0"/>
          </a:xfrm>
          <a:prstGeom prst="straightConnector1">
            <a:avLst/>
          </a:prstGeom>
          <a:ln>
            <a:solidFill>
              <a:srgbClr val="10924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749300" y="3814582"/>
            <a:ext cx="397898" cy="0"/>
          </a:xfrm>
          <a:prstGeom prst="straightConnector1">
            <a:avLst/>
          </a:prstGeom>
          <a:ln>
            <a:solidFill>
              <a:srgbClr val="10924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848886" y="3198799"/>
            <a:ext cx="1019401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100" dirty="0" err="1">
                <a:solidFill>
                  <a:srgbClr val="063420"/>
                </a:solidFill>
              </a:rPr>
              <a:t>HỢP</a:t>
            </a:r>
            <a:r>
              <a:rPr lang="en-US" sz="1100" dirty="0">
                <a:solidFill>
                  <a:srgbClr val="063420"/>
                </a:solidFill>
              </a:rPr>
              <a:t> </a:t>
            </a:r>
            <a:r>
              <a:rPr lang="en-US" sz="1100" dirty="0" err="1">
                <a:solidFill>
                  <a:srgbClr val="063420"/>
                </a:solidFill>
              </a:rPr>
              <a:t>ĐỒNG</a:t>
            </a:r>
            <a:endParaRPr lang="en-US" sz="1100" dirty="0">
              <a:solidFill>
                <a:srgbClr val="063420"/>
              </a:solidFill>
            </a:endParaRPr>
          </a:p>
        </p:txBody>
      </p:sp>
      <p:cxnSp>
        <p:nvCxnSpPr>
          <p:cNvPr id="44" name="Straight Arrow Connector 43"/>
          <p:cNvCxnSpPr/>
          <p:nvPr/>
        </p:nvCxnSpPr>
        <p:spPr>
          <a:xfrm flipH="1">
            <a:off x="4170150" y="1381650"/>
            <a:ext cx="1800" cy="333358"/>
          </a:xfrm>
          <a:prstGeom prst="straightConnector1">
            <a:avLst/>
          </a:prstGeom>
          <a:ln w="28575">
            <a:solidFill>
              <a:srgbClr val="EF9F38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3573250" y="1806375"/>
            <a:ext cx="1276800" cy="533400"/>
          </a:xfrm>
          <a:prstGeom prst="roundRect">
            <a:avLst/>
          </a:prstGeom>
          <a:solidFill>
            <a:srgbClr val="EF9F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/>
              <a:t>DẠNG</a:t>
            </a:r>
            <a:r>
              <a:rPr lang="en-US" sz="1600" b="1" dirty="0"/>
              <a:t> </a:t>
            </a:r>
            <a:r>
              <a:rPr lang="en-US" sz="1600" b="1" dirty="0" err="1"/>
              <a:t>HỢP</a:t>
            </a:r>
            <a:r>
              <a:rPr lang="en-US" sz="1600" b="1" dirty="0"/>
              <a:t> </a:t>
            </a:r>
            <a:r>
              <a:rPr lang="en-US" sz="1600" b="1" dirty="0" err="1"/>
              <a:t>DANH</a:t>
            </a:r>
            <a:endParaRPr lang="en-US" sz="1600" b="1" dirty="0"/>
          </a:p>
        </p:txBody>
      </p:sp>
      <p:sp>
        <p:nvSpPr>
          <p:cNvPr id="46" name="TextBox 45"/>
          <p:cNvSpPr txBox="1"/>
          <p:nvPr/>
        </p:nvSpPr>
        <p:spPr>
          <a:xfrm>
            <a:off x="2679644" y="2618242"/>
            <a:ext cx="23319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8000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063420"/>
                </a:solidFill>
              </a:rPr>
              <a:t>Thông</a:t>
            </a:r>
            <a:r>
              <a:rPr lang="en-US" sz="1600" dirty="0">
                <a:solidFill>
                  <a:srgbClr val="063420"/>
                </a:solidFill>
              </a:rPr>
              <a:t> </a:t>
            </a:r>
            <a:r>
              <a:rPr lang="en-US" sz="1600" dirty="0" err="1">
                <a:solidFill>
                  <a:srgbClr val="063420"/>
                </a:solidFill>
              </a:rPr>
              <a:t>Luật</a:t>
            </a:r>
            <a:r>
              <a:rPr lang="en-US" sz="1600" dirty="0">
                <a:solidFill>
                  <a:srgbClr val="063420"/>
                </a:solidFill>
              </a:rPr>
              <a:t> (Common Law) </a:t>
            </a:r>
            <a:r>
              <a:rPr lang="en-US" sz="1600" dirty="0" err="1">
                <a:solidFill>
                  <a:srgbClr val="063420"/>
                </a:solidFill>
              </a:rPr>
              <a:t>hoặc</a:t>
            </a:r>
            <a:r>
              <a:rPr lang="en-US" sz="1600" dirty="0">
                <a:solidFill>
                  <a:srgbClr val="063420"/>
                </a:solidFill>
              </a:rPr>
              <a:t> </a:t>
            </a:r>
            <a:r>
              <a:rPr lang="en-US" sz="1600" dirty="0" err="1">
                <a:solidFill>
                  <a:srgbClr val="063420"/>
                </a:solidFill>
              </a:rPr>
              <a:t>Luật</a:t>
            </a:r>
            <a:r>
              <a:rPr lang="en-US" sz="1600" dirty="0">
                <a:solidFill>
                  <a:srgbClr val="063420"/>
                </a:solidFill>
              </a:rPr>
              <a:t> La </a:t>
            </a:r>
            <a:r>
              <a:rPr lang="en-US" sz="1600" dirty="0" err="1">
                <a:solidFill>
                  <a:srgbClr val="063420"/>
                </a:solidFill>
              </a:rPr>
              <a:t>Mã</a:t>
            </a:r>
            <a:r>
              <a:rPr lang="en-US" sz="1600" dirty="0">
                <a:solidFill>
                  <a:srgbClr val="063420"/>
                </a:solidFill>
              </a:rPr>
              <a:t> – </a:t>
            </a:r>
            <a:r>
              <a:rPr lang="en-US" sz="1600" dirty="0" err="1">
                <a:solidFill>
                  <a:srgbClr val="063420"/>
                </a:solidFill>
              </a:rPr>
              <a:t>Đức</a:t>
            </a:r>
            <a:endParaRPr lang="en-US" sz="1600" dirty="0">
              <a:solidFill>
                <a:srgbClr val="063420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646757" y="3588030"/>
            <a:ext cx="243234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80000" algn="just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063420"/>
                </a:solidFill>
              </a:rPr>
              <a:t>Công</a:t>
            </a:r>
            <a:r>
              <a:rPr lang="en-US" sz="1600" dirty="0">
                <a:solidFill>
                  <a:srgbClr val="063420"/>
                </a:solidFill>
              </a:rPr>
              <a:t> ty </a:t>
            </a:r>
            <a:r>
              <a:rPr lang="en-US" sz="1600" dirty="0" err="1">
                <a:solidFill>
                  <a:srgbClr val="063420"/>
                </a:solidFill>
              </a:rPr>
              <a:t>QLQ</a:t>
            </a:r>
            <a:r>
              <a:rPr lang="en-US" sz="1600" dirty="0">
                <a:solidFill>
                  <a:srgbClr val="063420"/>
                </a:solidFill>
              </a:rPr>
              <a:t> </a:t>
            </a:r>
            <a:r>
              <a:rPr lang="en-US" sz="1600" dirty="0" err="1">
                <a:solidFill>
                  <a:srgbClr val="063420"/>
                </a:solidFill>
              </a:rPr>
              <a:t>là</a:t>
            </a:r>
            <a:r>
              <a:rPr lang="en-US" sz="1600" dirty="0">
                <a:solidFill>
                  <a:srgbClr val="063420"/>
                </a:solidFill>
              </a:rPr>
              <a:t> </a:t>
            </a:r>
            <a:r>
              <a:rPr lang="en-US" sz="1600" dirty="0" err="1">
                <a:solidFill>
                  <a:srgbClr val="063420"/>
                </a:solidFill>
              </a:rPr>
              <a:t>thành</a:t>
            </a:r>
            <a:r>
              <a:rPr lang="en-US" sz="1600" dirty="0">
                <a:solidFill>
                  <a:srgbClr val="063420"/>
                </a:solidFill>
              </a:rPr>
              <a:t> </a:t>
            </a:r>
            <a:r>
              <a:rPr lang="en-US" sz="1600" dirty="0" err="1">
                <a:solidFill>
                  <a:srgbClr val="063420"/>
                </a:solidFill>
              </a:rPr>
              <a:t>viên</a:t>
            </a:r>
            <a:r>
              <a:rPr lang="en-US" sz="1600" dirty="0">
                <a:solidFill>
                  <a:srgbClr val="063420"/>
                </a:solidFill>
              </a:rPr>
              <a:t> </a:t>
            </a:r>
            <a:r>
              <a:rPr lang="en-US" sz="1600" dirty="0" err="1">
                <a:solidFill>
                  <a:srgbClr val="063420"/>
                </a:solidFill>
              </a:rPr>
              <a:t>chính</a:t>
            </a:r>
            <a:r>
              <a:rPr lang="en-US" sz="1600" dirty="0">
                <a:solidFill>
                  <a:srgbClr val="063420"/>
                </a:solidFill>
              </a:rPr>
              <a:t>. </a:t>
            </a:r>
            <a:r>
              <a:rPr lang="en-US" sz="1600" dirty="0" err="1">
                <a:solidFill>
                  <a:srgbClr val="063420"/>
                </a:solidFill>
              </a:rPr>
              <a:t>Các</a:t>
            </a:r>
            <a:r>
              <a:rPr lang="en-US" sz="1600" dirty="0">
                <a:solidFill>
                  <a:srgbClr val="063420"/>
                </a:solidFill>
              </a:rPr>
              <a:t> </a:t>
            </a:r>
            <a:r>
              <a:rPr lang="en-US" sz="1600" dirty="0" err="1">
                <a:solidFill>
                  <a:srgbClr val="063420"/>
                </a:solidFill>
              </a:rPr>
              <a:t>NĐT</a:t>
            </a:r>
            <a:r>
              <a:rPr lang="en-US" sz="1600" dirty="0">
                <a:solidFill>
                  <a:srgbClr val="063420"/>
                </a:solidFill>
              </a:rPr>
              <a:t> </a:t>
            </a:r>
            <a:r>
              <a:rPr lang="en-US" sz="1600" dirty="0" err="1">
                <a:solidFill>
                  <a:srgbClr val="063420"/>
                </a:solidFill>
              </a:rPr>
              <a:t>khác</a:t>
            </a:r>
            <a:r>
              <a:rPr lang="en-US" sz="1600" dirty="0">
                <a:solidFill>
                  <a:srgbClr val="063420"/>
                </a:solidFill>
              </a:rPr>
              <a:t> </a:t>
            </a:r>
            <a:r>
              <a:rPr lang="en-US" sz="1600" dirty="0" err="1">
                <a:solidFill>
                  <a:srgbClr val="063420"/>
                </a:solidFill>
              </a:rPr>
              <a:t>chịu</a:t>
            </a:r>
            <a:r>
              <a:rPr lang="en-US" sz="1600" dirty="0">
                <a:solidFill>
                  <a:srgbClr val="063420"/>
                </a:solidFill>
              </a:rPr>
              <a:t> </a:t>
            </a:r>
            <a:r>
              <a:rPr lang="en-US" sz="1600" dirty="0" err="1">
                <a:solidFill>
                  <a:srgbClr val="063420"/>
                </a:solidFill>
              </a:rPr>
              <a:t>trách</a:t>
            </a:r>
            <a:r>
              <a:rPr lang="en-US" sz="1600" dirty="0">
                <a:solidFill>
                  <a:srgbClr val="063420"/>
                </a:solidFill>
              </a:rPr>
              <a:t> </a:t>
            </a:r>
            <a:r>
              <a:rPr lang="en-US" sz="1600" dirty="0" err="1">
                <a:solidFill>
                  <a:srgbClr val="063420"/>
                </a:solidFill>
              </a:rPr>
              <a:t>nhiệm</a:t>
            </a:r>
            <a:r>
              <a:rPr lang="en-US" sz="1600" dirty="0">
                <a:solidFill>
                  <a:srgbClr val="063420"/>
                </a:solidFill>
              </a:rPr>
              <a:t> </a:t>
            </a:r>
            <a:r>
              <a:rPr lang="en-US" sz="1600" dirty="0" err="1">
                <a:solidFill>
                  <a:srgbClr val="063420"/>
                </a:solidFill>
              </a:rPr>
              <a:t>hữu</a:t>
            </a:r>
            <a:r>
              <a:rPr lang="en-US" sz="1600" dirty="0">
                <a:solidFill>
                  <a:srgbClr val="063420"/>
                </a:solidFill>
              </a:rPr>
              <a:t> </a:t>
            </a:r>
            <a:r>
              <a:rPr lang="en-US" sz="1600" dirty="0" err="1">
                <a:solidFill>
                  <a:srgbClr val="063420"/>
                </a:solidFill>
              </a:rPr>
              <a:t>hạn</a:t>
            </a:r>
            <a:r>
              <a:rPr lang="en-US" sz="1600" dirty="0">
                <a:solidFill>
                  <a:srgbClr val="063420"/>
                </a:solidFill>
              </a:rPr>
              <a:t> </a:t>
            </a:r>
            <a:r>
              <a:rPr lang="en-US" sz="1600" dirty="0" err="1">
                <a:solidFill>
                  <a:srgbClr val="063420"/>
                </a:solidFill>
              </a:rPr>
              <a:t>trong</a:t>
            </a:r>
            <a:r>
              <a:rPr lang="en-US" sz="1600" dirty="0">
                <a:solidFill>
                  <a:srgbClr val="063420"/>
                </a:solidFill>
              </a:rPr>
              <a:t> </a:t>
            </a:r>
            <a:r>
              <a:rPr lang="en-US" sz="1600" dirty="0" err="1">
                <a:solidFill>
                  <a:srgbClr val="063420"/>
                </a:solidFill>
              </a:rPr>
              <a:t>phạm</a:t>
            </a:r>
            <a:r>
              <a:rPr lang="en-US" sz="1600" dirty="0">
                <a:solidFill>
                  <a:srgbClr val="063420"/>
                </a:solidFill>
              </a:rPr>
              <a:t> vi </a:t>
            </a:r>
            <a:r>
              <a:rPr lang="en-US" sz="1600" dirty="0" err="1">
                <a:solidFill>
                  <a:srgbClr val="063420"/>
                </a:solidFill>
              </a:rPr>
              <a:t>vốn</a:t>
            </a:r>
            <a:r>
              <a:rPr lang="en-US" sz="1600" dirty="0">
                <a:solidFill>
                  <a:srgbClr val="063420"/>
                </a:solidFill>
              </a:rPr>
              <a:t> </a:t>
            </a:r>
            <a:r>
              <a:rPr lang="en-US" sz="1600" dirty="0" err="1">
                <a:solidFill>
                  <a:srgbClr val="063420"/>
                </a:solidFill>
              </a:rPr>
              <a:t>góp</a:t>
            </a:r>
            <a:endParaRPr lang="en-US" sz="1600" dirty="0">
              <a:solidFill>
                <a:srgbClr val="063420"/>
              </a:solidFill>
            </a:endParaRPr>
          </a:p>
        </p:txBody>
      </p:sp>
      <p:cxnSp>
        <p:nvCxnSpPr>
          <p:cNvPr id="48" name="Straight Arrow Connector 47"/>
          <p:cNvCxnSpPr/>
          <p:nvPr/>
        </p:nvCxnSpPr>
        <p:spPr>
          <a:xfrm>
            <a:off x="6929900" y="1381650"/>
            <a:ext cx="0" cy="264233"/>
          </a:xfrm>
          <a:prstGeom prst="straightConnector1">
            <a:avLst/>
          </a:prstGeom>
          <a:ln w="28575">
            <a:solidFill>
              <a:srgbClr val="10924C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6291500" y="1818567"/>
            <a:ext cx="1276800" cy="533400"/>
          </a:xfrm>
          <a:prstGeom prst="roundRect">
            <a:avLst/>
          </a:prstGeom>
          <a:solidFill>
            <a:srgbClr val="358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/>
              <a:t>DẠNG</a:t>
            </a:r>
            <a:r>
              <a:rPr lang="en-US" sz="1600" b="1" dirty="0"/>
              <a:t> </a:t>
            </a:r>
            <a:r>
              <a:rPr lang="en-US" sz="1600" b="1" dirty="0" err="1"/>
              <a:t>TÍN</a:t>
            </a:r>
            <a:r>
              <a:rPr lang="en-US" sz="1600" b="1" dirty="0"/>
              <a:t> </a:t>
            </a:r>
            <a:r>
              <a:rPr lang="en-US" sz="1600" b="1" dirty="0" err="1"/>
              <a:t>THÁC</a:t>
            </a:r>
            <a:endParaRPr lang="en-US" sz="1600" b="1" dirty="0"/>
          </a:p>
        </p:txBody>
      </p:sp>
      <p:sp>
        <p:nvSpPr>
          <p:cNvPr id="50" name="Rectangle 49"/>
          <p:cNvSpPr/>
          <p:nvPr/>
        </p:nvSpPr>
        <p:spPr>
          <a:xfrm>
            <a:off x="7219501" y="3463173"/>
            <a:ext cx="1257300" cy="368300"/>
          </a:xfrm>
          <a:prstGeom prst="rect">
            <a:avLst/>
          </a:prstGeom>
          <a:solidFill>
            <a:srgbClr val="EF9F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QUỸ</a:t>
            </a:r>
            <a:r>
              <a:rPr lang="en-US" sz="1400" dirty="0"/>
              <a:t> </a:t>
            </a:r>
            <a:r>
              <a:rPr lang="en-US" sz="1400" dirty="0" err="1"/>
              <a:t>TÍN</a:t>
            </a:r>
            <a:r>
              <a:rPr lang="en-US" sz="1400" dirty="0"/>
              <a:t> </a:t>
            </a:r>
            <a:r>
              <a:rPr lang="en-US" sz="1400" dirty="0" err="1"/>
              <a:t>THÁC</a:t>
            </a:r>
            <a:endParaRPr lang="en-US" sz="1400" dirty="0"/>
          </a:p>
        </p:txBody>
      </p:sp>
      <p:sp>
        <p:nvSpPr>
          <p:cNvPr id="52" name="Rectangle 51"/>
          <p:cNvSpPr/>
          <p:nvPr/>
        </p:nvSpPr>
        <p:spPr>
          <a:xfrm>
            <a:off x="6336400" y="4355264"/>
            <a:ext cx="1257300" cy="482400"/>
          </a:xfrm>
          <a:prstGeom prst="rect">
            <a:avLst/>
          </a:prstGeom>
          <a:solidFill>
            <a:srgbClr val="EF9F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NH </a:t>
            </a:r>
            <a:r>
              <a:rPr lang="en-US" sz="1400" dirty="0" err="1"/>
              <a:t>LƯU</a:t>
            </a:r>
            <a:r>
              <a:rPr lang="en-US" sz="1400" dirty="0"/>
              <a:t> </a:t>
            </a:r>
            <a:r>
              <a:rPr lang="en-US" sz="1400" dirty="0" err="1"/>
              <a:t>KÝ</a:t>
            </a:r>
            <a:r>
              <a:rPr lang="en-US" sz="1400" dirty="0"/>
              <a:t> </a:t>
            </a:r>
            <a:r>
              <a:rPr lang="en-US" sz="1400" dirty="0" err="1"/>
              <a:t>GIÁM</a:t>
            </a:r>
            <a:r>
              <a:rPr lang="en-US" sz="1400" dirty="0"/>
              <a:t> </a:t>
            </a:r>
            <a:r>
              <a:rPr lang="en-US" sz="1400" dirty="0" err="1"/>
              <a:t>SÁT</a:t>
            </a:r>
            <a:endParaRPr lang="en-US" sz="1400" dirty="0"/>
          </a:p>
        </p:txBody>
      </p:sp>
      <p:sp>
        <p:nvSpPr>
          <p:cNvPr id="53" name="Rectangle 52"/>
          <p:cNvSpPr/>
          <p:nvPr/>
        </p:nvSpPr>
        <p:spPr>
          <a:xfrm>
            <a:off x="6336400" y="2703849"/>
            <a:ext cx="1257300" cy="368300"/>
          </a:xfrm>
          <a:prstGeom prst="rect">
            <a:avLst/>
          </a:prstGeom>
          <a:solidFill>
            <a:srgbClr val="EF9F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CÔNG</a:t>
            </a:r>
            <a:r>
              <a:rPr lang="en-US" sz="1400" dirty="0"/>
              <a:t> TY </a:t>
            </a:r>
            <a:r>
              <a:rPr lang="en-US" sz="1400" dirty="0" err="1"/>
              <a:t>QLQ</a:t>
            </a:r>
            <a:endParaRPr lang="en-US" sz="1400" dirty="0"/>
          </a:p>
        </p:txBody>
      </p:sp>
      <p:cxnSp>
        <p:nvCxnSpPr>
          <p:cNvPr id="70" name="Straight Arrow Connector 69"/>
          <p:cNvCxnSpPr>
            <a:stCxn id="53" idx="2"/>
            <a:endCxn id="52" idx="0"/>
          </p:cNvCxnSpPr>
          <p:nvPr/>
        </p:nvCxnSpPr>
        <p:spPr>
          <a:xfrm>
            <a:off x="6965050" y="3072149"/>
            <a:ext cx="0" cy="1283115"/>
          </a:xfrm>
          <a:prstGeom prst="straightConnector1">
            <a:avLst/>
          </a:prstGeom>
          <a:ln>
            <a:solidFill>
              <a:srgbClr val="EF9F38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endCxn id="50" idx="1"/>
          </p:cNvCxnSpPr>
          <p:nvPr/>
        </p:nvCxnSpPr>
        <p:spPr>
          <a:xfrm>
            <a:off x="6965050" y="3647323"/>
            <a:ext cx="254451" cy="0"/>
          </a:xfrm>
          <a:prstGeom prst="straightConnector1">
            <a:avLst/>
          </a:prstGeom>
          <a:ln>
            <a:solidFill>
              <a:srgbClr val="EF9F3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 flipH="1">
            <a:off x="5958733" y="3463173"/>
            <a:ext cx="1006317" cy="0"/>
          </a:xfrm>
          <a:prstGeom prst="straightConnector1">
            <a:avLst/>
          </a:prstGeom>
          <a:ln>
            <a:solidFill>
              <a:srgbClr val="EF9F3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>
            <a:off x="5914350" y="3831473"/>
            <a:ext cx="1050700" cy="0"/>
          </a:xfrm>
          <a:prstGeom prst="straightConnector1">
            <a:avLst/>
          </a:prstGeom>
          <a:ln>
            <a:solidFill>
              <a:srgbClr val="EF9F3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5421550" y="3194671"/>
            <a:ext cx="1790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100" dirty="0" err="1">
                <a:solidFill>
                  <a:srgbClr val="063420"/>
                </a:solidFill>
              </a:rPr>
              <a:t>CHỨNG</a:t>
            </a:r>
            <a:r>
              <a:rPr lang="en-US" sz="1100" dirty="0">
                <a:solidFill>
                  <a:srgbClr val="063420"/>
                </a:solidFill>
              </a:rPr>
              <a:t> </a:t>
            </a:r>
            <a:r>
              <a:rPr lang="en-US" sz="1100" dirty="0" err="1">
                <a:solidFill>
                  <a:srgbClr val="063420"/>
                </a:solidFill>
              </a:rPr>
              <a:t>CHỈ</a:t>
            </a:r>
            <a:r>
              <a:rPr lang="en-US" sz="1100" dirty="0">
                <a:solidFill>
                  <a:srgbClr val="063420"/>
                </a:solidFill>
              </a:rPr>
              <a:t> </a:t>
            </a:r>
            <a:r>
              <a:rPr lang="en-US" sz="1100" dirty="0" err="1">
                <a:solidFill>
                  <a:srgbClr val="063420"/>
                </a:solidFill>
              </a:rPr>
              <a:t>QUỸ</a:t>
            </a:r>
            <a:endParaRPr lang="en-US" sz="1100" dirty="0">
              <a:solidFill>
                <a:srgbClr val="063420"/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5333550" y="3575857"/>
            <a:ext cx="1790700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1" algn="ctr"/>
            <a:r>
              <a:rPr lang="en-US" sz="1100" dirty="0" err="1">
                <a:solidFill>
                  <a:srgbClr val="063420"/>
                </a:solidFill>
              </a:rPr>
              <a:t>TIỀN</a:t>
            </a:r>
            <a:endParaRPr lang="en-US" sz="1100" dirty="0">
              <a:solidFill>
                <a:srgbClr val="063420"/>
              </a:solidFill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5720675" y="5076096"/>
            <a:ext cx="27431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8000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063420"/>
                </a:solidFill>
              </a:rPr>
              <a:t>Luật</a:t>
            </a:r>
            <a:r>
              <a:rPr lang="en-US" sz="1600" dirty="0">
                <a:solidFill>
                  <a:srgbClr val="063420"/>
                </a:solidFill>
              </a:rPr>
              <a:t> </a:t>
            </a:r>
            <a:r>
              <a:rPr lang="en-US" sz="1600" dirty="0" err="1">
                <a:solidFill>
                  <a:srgbClr val="063420"/>
                </a:solidFill>
              </a:rPr>
              <a:t>Tín</a:t>
            </a:r>
            <a:r>
              <a:rPr lang="en-US" sz="1600" dirty="0">
                <a:solidFill>
                  <a:srgbClr val="063420"/>
                </a:solidFill>
              </a:rPr>
              <a:t> </a:t>
            </a:r>
            <a:r>
              <a:rPr lang="en-US" sz="1600" dirty="0" err="1">
                <a:solidFill>
                  <a:srgbClr val="063420"/>
                </a:solidFill>
              </a:rPr>
              <a:t>thác</a:t>
            </a:r>
            <a:r>
              <a:rPr lang="en-US" sz="1600" dirty="0">
                <a:solidFill>
                  <a:srgbClr val="063420"/>
                </a:solidFill>
              </a:rPr>
              <a:t> (Trust Law)</a:t>
            </a:r>
          </a:p>
        </p:txBody>
      </p:sp>
      <p:cxnSp>
        <p:nvCxnSpPr>
          <p:cNvPr id="84" name="Straight Arrow Connector 83"/>
          <p:cNvCxnSpPr/>
          <p:nvPr/>
        </p:nvCxnSpPr>
        <p:spPr>
          <a:xfrm flipH="1">
            <a:off x="10380900" y="1381650"/>
            <a:ext cx="1350" cy="345550"/>
          </a:xfrm>
          <a:prstGeom prst="straightConnector1">
            <a:avLst/>
          </a:prstGeom>
          <a:ln w="28575">
            <a:solidFill>
              <a:srgbClr val="EF9F38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ounded Rectangle 84"/>
          <p:cNvSpPr/>
          <p:nvPr/>
        </p:nvSpPr>
        <p:spPr>
          <a:xfrm>
            <a:off x="9784000" y="1830034"/>
            <a:ext cx="1276800" cy="533400"/>
          </a:xfrm>
          <a:prstGeom prst="roundRect">
            <a:avLst/>
          </a:prstGeom>
          <a:solidFill>
            <a:srgbClr val="EF9F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/>
              <a:t>DẠNG</a:t>
            </a:r>
            <a:r>
              <a:rPr lang="en-US" sz="1600" b="1" dirty="0"/>
              <a:t> </a:t>
            </a:r>
            <a:r>
              <a:rPr lang="en-US" sz="1600" b="1" dirty="0" err="1"/>
              <a:t>HỢP</a:t>
            </a:r>
            <a:r>
              <a:rPr lang="en-US" sz="1600" b="1" dirty="0"/>
              <a:t> </a:t>
            </a:r>
            <a:r>
              <a:rPr lang="en-US" sz="1600" b="1" dirty="0" err="1"/>
              <a:t>ĐỒNG</a:t>
            </a:r>
            <a:endParaRPr lang="en-US" sz="1600" b="1" dirty="0"/>
          </a:p>
        </p:txBody>
      </p:sp>
      <p:sp>
        <p:nvSpPr>
          <p:cNvPr id="87" name="Rectangle 86"/>
          <p:cNvSpPr/>
          <p:nvPr/>
        </p:nvSpPr>
        <p:spPr>
          <a:xfrm>
            <a:off x="8946473" y="3278939"/>
            <a:ext cx="673100" cy="708025"/>
          </a:xfrm>
          <a:prstGeom prst="rect">
            <a:avLst/>
          </a:prstGeom>
          <a:solidFill>
            <a:srgbClr val="358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NĐT</a:t>
            </a:r>
            <a:endParaRPr lang="en-US" sz="1400" dirty="0"/>
          </a:p>
        </p:txBody>
      </p:sp>
      <p:sp>
        <p:nvSpPr>
          <p:cNvPr id="88" name="Rectangle 87"/>
          <p:cNvSpPr/>
          <p:nvPr/>
        </p:nvSpPr>
        <p:spPr>
          <a:xfrm>
            <a:off x="9892623" y="4348222"/>
            <a:ext cx="1257300" cy="482400"/>
          </a:xfrm>
          <a:prstGeom prst="rect">
            <a:avLst/>
          </a:prstGeom>
          <a:solidFill>
            <a:srgbClr val="358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NH </a:t>
            </a:r>
            <a:r>
              <a:rPr lang="en-US" sz="1400" dirty="0" err="1"/>
              <a:t>LƯU</a:t>
            </a:r>
            <a:r>
              <a:rPr lang="en-US" sz="1400" dirty="0"/>
              <a:t> </a:t>
            </a:r>
            <a:r>
              <a:rPr lang="en-US" sz="1400" dirty="0" err="1"/>
              <a:t>KÝ</a:t>
            </a:r>
            <a:r>
              <a:rPr lang="en-US" sz="1400" dirty="0"/>
              <a:t> </a:t>
            </a:r>
            <a:r>
              <a:rPr lang="en-US" sz="1400" dirty="0" err="1"/>
              <a:t>GIÁM</a:t>
            </a:r>
            <a:r>
              <a:rPr lang="en-US" sz="1400" dirty="0"/>
              <a:t> </a:t>
            </a:r>
            <a:r>
              <a:rPr lang="en-US" sz="1400" dirty="0" err="1"/>
              <a:t>SÁT</a:t>
            </a:r>
            <a:endParaRPr lang="en-US" sz="1400" dirty="0"/>
          </a:p>
        </p:txBody>
      </p:sp>
      <p:sp>
        <p:nvSpPr>
          <p:cNvPr id="89" name="Rectangle 88"/>
          <p:cNvSpPr/>
          <p:nvPr/>
        </p:nvSpPr>
        <p:spPr>
          <a:xfrm>
            <a:off x="9892623" y="2696807"/>
            <a:ext cx="1257300" cy="368300"/>
          </a:xfrm>
          <a:prstGeom prst="rect">
            <a:avLst/>
          </a:prstGeom>
          <a:solidFill>
            <a:srgbClr val="358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CÔNG</a:t>
            </a:r>
            <a:r>
              <a:rPr lang="en-US" sz="1400" dirty="0"/>
              <a:t> TY </a:t>
            </a:r>
            <a:r>
              <a:rPr lang="en-US" sz="1400" dirty="0" err="1"/>
              <a:t>QLQ</a:t>
            </a:r>
            <a:endParaRPr lang="en-US" sz="1400" dirty="0"/>
          </a:p>
        </p:txBody>
      </p:sp>
      <p:cxnSp>
        <p:nvCxnSpPr>
          <p:cNvPr id="90" name="Straight Arrow Connector 89"/>
          <p:cNvCxnSpPr>
            <a:stCxn id="89" idx="2"/>
            <a:endCxn id="88" idx="0"/>
          </p:cNvCxnSpPr>
          <p:nvPr/>
        </p:nvCxnSpPr>
        <p:spPr>
          <a:xfrm>
            <a:off x="10521273" y="3065107"/>
            <a:ext cx="0" cy="1283115"/>
          </a:xfrm>
          <a:prstGeom prst="straightConnector1">
            <a:avLst/>
          </a:prstGeom>
          <a:ln>
            <a:solidFill>
              <a:srgbClr val="10924C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endCxn id="86" idx="1"/>
          </p:cNvCxnSpPr>
          <p:nvPr/>
        </p:nvCxnSpPr>
        <p:spPr>
          <a:xfrm>
            <a:off x="10521273" y="3646962"/>
            <a:ext cx="254451" cy="1"/>
          </a:xfrm>
          <a:prstGeom prst="straightConnector1">
            <a:avLst/>
          </a:prstGeom>
          <a:ln>
            <a:solidFill>
              <a:srgbClr val="10924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 flipH="1">
            <a:off x="9588500" y="3456131"/>
            <a:ext cx="932774" cy="0"/>
          </a:xfrm>
          <a:prstGeom prst="straightConnector1">
            <a:avLst/>
          </a:prstGeom>
          <a:ln>
            <a:solidFill>
              <a:srgbClr val="10924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/>
          <p:nvPr/>
        </p:nvCxnSpPr>
        <p:spPr>
          <a:xfrm>
            <a:off x="9588500" y="3824431"/>
            <a:ext cx="932773" cy="0"/>
          </a:xfrm>
          <a:prstGeom prst="straightConnector1">
            <a:avLst/>
          </a:prstGeom>
          <a:ln>
            <a:solidFill>
              <a:srgbClr val="10924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9193673" y="3187629"/>
            <a:ext cx="1790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100" dirty="0" err="1">
                <a:solidFill>
                  <a:srgbClr val="063420"/>
                </a:solidFill>
              </a:rPr>
              <a:t>HỢP</a:t>
            </a:r>
            <a:r>
              <a:rPr lang="en-US" sz="1100" dirty="0">
                <a:solidFill>
                  <a:srgbClr val="063420"/>
                </a:solidFill>
              </a:rPr>
              <a:t> </a:t>
            </a:r>
            <a:r>
              <a:rPr lang="en-US" sz="1100" dirty="0" err="1">
                <a:solidFill>
                  <a:srgbClr val="063420"/>
                </a:solidFill>
              </a:rPr>
              <a:t>ĐỒNG</a:t>
            </a:r>
            <a:endParaRPr lang="en-US" sz="1100" dirty="0">
              <a:solidFill>
                <a:srgbClr val="063420"/>
              </a:solidFill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8939449" y="3814582"/>
            <a:ext cx="1790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1100" dirty="0" err="1">
                <a:solidFill>
                  <a:srgbClr val="063420"/>
                </a:solidFill>
              </a:rPr>
              <a:t>TIỀN</a:t>
            </a:r>
            <a:endParaRPr lang="en-US" sz="1100" dirty="0">
              <a:solidFill>
                <a:srgbClr val="063420"/>
              </a:solidFill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9193673" y="3590464"/>
            <a:ext cx="1790700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1"/>
            <a:r>
              <a:rPr lang="en-US" sz="1100" dirty="0" err="1">
                <a:solidFill>
                  <a:srgbClr val="063420"/>
                </a:solidFill>
              </a:rPr>
              <a:t>HỢP</a:t>
            </a:r>
            <a:r>
              <a:rPr lang="en-US" sz="1100" dirty="0">
                <a:solidFill>
                  <a:srgbClr val="063420"/>
                </a:solidFill>
              </a:rPr>
              <a:t> </a:t>
            </a:r>
            <a:r>
              <a:rPr lang="en-US" sz="1100" dirty="0" err="1">
                <a:solidFill>
                  <a:srgbClr val="063420"/>
                </a:solidFill>
              </a:rPr>
              <a:t>ĐỒNG</a:t>
            </a:r>
            <a:endParaRPr lang="en-US" sz="1100" dirty="0">
              <a:solidFill>
                <a:srgbClr val="063420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8785911" y="5050331"/>
            <a:ext cx="31899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8000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063420"/>
                </a:solidFill>
              </a:rPr>
              <a:t>Thành</a:t>
            </a:r>
            <a:r>
              <a:rPr lang="en-US" sz="1600" dirty="0">
                <a:solidFill>
                  <a:srgbClr val="063420"/>
                </a:solidFill>
              </a:rPr>
              <a:t> </a:t>
            </a:r>
            <a:r>
              <a:rPr lang="en-US" sz="1600" dirty="0" err="1">
                <a:solidFill>
                  <a:srgbClr val="063420"/>
                </a:solidFill>
              </a:rPr>
              <a:t>lập</a:t>
            </a:r>
            <a:r>
              <a:rPr lang="en-US" sz="1600" dirty="0">
                <a:solidFill>
                  <a:srgbClr val="063420"/>
                </a:solidFill>
              </a:rPr>
              <a:t> </a:t>
            </a:r>
            <a:r>
              <a:rPr lang="en-US" sz="1600" dirty="0" err="1">
                <a:solidFill>
                  <a:srgbClr val="063420"/>
                </a:solidFill>
              </a:rPr>
              <a:t>trên</a:t>
            </a:r>
            <a:r>
              <a:rPr lang="en-US" sz="1600" dirty="0">
                <a:solidFill>
                  <a:srgbClr val="063420"/>
                </a:solidFill>
              </a:rPr>
              <a:t> </a:t>
            </a:r>
            <a:r>
              <a:rPr lang="en-US" sz="1600" dirty="0" err="1">
                <a:solidFill>
                  <a:srgbClr val="063420"/>
                </a:solidFill>
              </a:rPr>
              <a:t>cơ</a:t>
            </a:r>
            <a:r>
              <a:rPr lang="en-US" sz="1600" dirty="0">
                <a:solidFill>
                  <a:srgbClr val="063420"/>
                </a:solidFill>
              </a:rPr>
              <a:t> </a:t>
            </a:r>
            <a:r>
              <a:rPr lang="en-US" sz="1600" dirty="0" err="1">
                <a:solidFill>
                  <a:srgbClr val="063420"/>
                </a:solidFill>
              </a:rPr>
              <a:t>sở</a:t>
            </a:r>
            <a:r>
              <a:rPr lang="en-US" sz="1600" dirty="0">
                <a:solidFill>
                  <a:srgbClr val="063420"/>
                </a:solidFill>
              </a:rPr>
              <a:t> </a:t>
            </a:r>
            <a:r>
              <a:rPr lang="en-US" sz="1600" dirty="0" err="1">
                <a:solidFill>
                  <a:srgbClr val="063420"/>
                </a:solidFill>
              </a:rPr>
              <a:t>hợp</a:t>
            </a:r>
            <a:r>
              <a:rPr lang="en-US" sz="1600" dirty="0">
                <a:solidFill>
                  <a:srgbClr val="063420"/>
                </a:solidFill>
              </a:rPr>
              <a:t> </a:t>
            </a:r>
            <a:r>
              <a:rPr lang="en-US" sz="1600" dirty="0" err="1">
                <a:solidFill>
                  <a:srgbClr val="063420"/>
                </a:solidFill>
              </a:rPr>
              <a:t>đồng</a:t>
            </a:r>
            <a:endParaRPr lang="en-US" sz="1600" dirty="0">
              <a:solidFill>
                <a:srgbClr val="063420"/>
              </a:solidFill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8780700" y="5471978"/>
            <a:ext cx="34113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80000" algn="just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063420"/>
                </a:solidFill>
              </a:rPr>
              <a:t>NĐT</a:t>
            </a:r>
            <a:r>
              <a:rPr lang="en-US" sz="1600" dirty="0">
                <a:solidFill>
                  <a:srgbClr val="063420"/>
                </a:solidFill>
              </a:rPr>
              <a:t> </a:t>
            </a:r>
            <a:r>
              <a:rPr lang="en-US" sz="1600" dirty="0" err="1">
                <a:solidFill>
                  <a:srgbClr val="063420"/>
                </a:solidFill>
              </a:rPr>
              <a:t>có</a:t>
            </a:r>
            <a:r>
              <a:rPr lang="en-US" sz="1600" dirty="0">
                <a:solidFill>
                  <a:srgbClr val="063420"/>
                </a:solidFill>
              </a:rPr>
              <a:t> </a:t>
            </a:r>
            <a:r>
              <a:rPr lang="en-US" sz="1600" dirty="0" err="1">
                <a:solidFill>
                  <a:srgbClr val="063420"/>
                </a:solidFill>
              </a:rPr>
              <a:t>quyền</a:t>
            </a:r>
            <a:r>
              <a:rPr lang="en-US" sz="1600" dirty="0">
                <a:solidFill>
                  <a:srgbClr val="063420"/>
                </a:solidFill>
              </a:rPr>
              <a:t> </a:t>
            </a:r>
            <a:r>
              <a:rPr lang="en-US" sz="1600" dirty="0" err="1">
                <a:solidFill>
                  <a:srgbClr val="063420"/>
                </a:solidFill>
              </a:rPr>
              <a:t>yếu</a:t>
            </a:r>
            <a:r>
              <a:rPr lang="en-US" sz="1600" dirty="0">
                <a:solidFill>
                  <a:srgbClr val="063420"/>
                </a:solidFill>
              </a:rPr>
              <a:t> </a:t>
            </a:r>
            <a:r>
              <a:rPr lang="en-US" sz="1600" dirty="0" err="1">
                <a:solidFill>
                  <a:srgbClr val="063420"/>
                </a:solidFill>
              </a:rPr>
              <a:t>hơn</a:t>
            </a:r>
            <a:r>
              <a:rPr lang="en-US" sz="1600" dirty="0">
                <a:solidFill>
                  <a:srgbClr val="063420"/>
                </a:solidFill>
              </a:rPr>
              <a:t> so </a:t>
            </a:r>
            <a:r>
              <a:rPr lang="en-US" sz="1600" dirty="0" err="1">
                <a:solidFill>
                  <a:srgbClr val="063420"/>
                </a:solidFill>
              </a:rPr>
              <a:t>với</a:t>
            </a:r>
            <a:r>
              <a:rPr lang="en-US" sz="1600" dirty="0">
                <a:solidFill>
                  <a:srgbClr val="063420"/>
                </a:solidFill>
              </a:rPr>
              <a:t> </a:t>
            </a:r>
            <a:r>
              <a:rPr lang="en-US" sz="1600" dirty="0" err="1">
                <a:solidFill>
                  <a:srgbClr val="063420"/>
                </a:solidFill>
              </a:rPr>
              <a:t>cổ</a:t>
            </a:r>
            <a:r>
              <a:rPr lang="en-US" sz="1600" dirty="0">
                <a:solidFill>
                  <a:srgbClr val="063420"/>
                </a:solidFill>
              </a:rPr>
              <a:t> </a:t>
            </a:r>
            <a:r>
              <a:rPr lang="en-US" sz="1600" dirty="0" err="1">
                <a:solidFill>
                  <a:srgbClr val="063420"/>
                </a:solidFill>
              </a:rPr>
              <a:t>đông</a:t>
            </a:r>
            <a:r>
              <a:rPr lang="en-US" sz="1600" dirty="0">
                <a:solidFill>
                  <a:srgbClr val="063420"/>
                </a:solidFill>
              </a:rPr>
              <a:t> </a:t>
            </a:r>
            <a:r>
              <a:rPr lang="en-US" sz="1600" dirty="0" err="1">
                <a:solidFill>
                  <a:srgbClr val="063420"/>
                </a:solidFill>
              </a:rPr>
              <a:t>quỹ</a:t>
            </a:r>
            <a:r>
              <a:rPr lang="en-US" sz="1600" dirty="0">
                <a:solidFill>
                  <a:srgbClr val="063420"/>
                </a:solidFill>
              </a:rPr>
              <a:t> </a:t>
            </a:r>
            <a:r>
              <a:rPr lang="en-US" sz="1600" dirty="0" err="1">
                <a:solidFill>
                  <a:srgbClr val="063420"/>
                </a:solidFill>
              </a:rPr>
              <a:t>dạng</a:t>
            </a:r>
            <a:r>
              <a:rPr lang="en-US" sz="1600" dirty="0">
                <a:solidFill>
                  <a:srgbClr val="063420"/>
                </a:solidFill>
              </a:rPr>
              <a:t> </a:t>
            </a:r>
            <a:r>
              <a:rPr lang="en-US" sz="1600" dirty="0" err="1">
                <a:solidFill>
                  <a:srgbClr val="063420"/>
                </a:solidFill>
              </a:rPr>
              <a:t>công</a:t>
            </a:r>
            <a:r>
              <a:rPr lang="en-US" sz="1600" dirty="0">
                <a:solidFill>
                  <a:srgbClr val="063420"/>
                </a:solidFill>
              </a:rPr>
              <a:t> ty/</a:t>
            </a:r>
            <a:r>
              <a:rPr lang="en-US" sz="1600" dirty="0" err="1">
                <a:solidFill>
                  <a:srgbClr val="063420"/>
                </a:solidFill>
              </a:rPr>
              <a:t>quỹ</a:t>
            </a:r>
            <a:r>
              <a:rPr lang="en-US" sz="1600" dirty="0">
                <a:solidFill>
                  <a:srgbClr val="063420"/>
                </a:solidFill>
              </a:rPr>
              <a:t> </a:t>
            </a:r>
            <a:r>
              <a:rPr lang="en-US" sz="1600" dirty="0" err="1">
                <a:solidFill>
                  <a:srgbClr val="063420"/>
                </a:solidFill>
              </a:rPr>
              <a:t>tín</a:t>
            </a:r>
            <a:r>
              <a:rPr lang="en-US" sz="1600" dirty="0">
                <a:solidFill>
                  <a:srgbClr val="063420"/>
                </a:solidFill>
              </a:rPr>
              <a:t> </a:t>
            </a:r>
            <a:r>
              <a:rPr lang="en-US" sz="1600" dirty="0" err="1">
                <a:solidFill>
                  <a:srgbClr val="063420"/>
                </a:solidFill>
              </a:rPr>
              <a:t>thác</a:t>
            </a:r>
            <a:r>
              <a:rPr lang="en-US" sz="1600" dirty="0">
                <a:solidFill>
                  <a:srgbClr val="063420"/>
                </a:solidFill>
              </a:rPr>
              <a:t>, </a:t>
            </a:r>
            <a:r>
              <a:rPr lang="en-US" sz="1600" dirty="0" err="1">
                <a:solidFill>
                  <a:srgbClr val="063420"/>
                </a:solidFill>
              </a:rPr>
              <a:t>thường</a:t>
            </a:r>
            <a:r>
              <a:rPr lang="en-US" sz="1600" dirty="0">
                <a:solidFill>
                  <a:srgbClr val="063420"/>
                </a:solidFill>
              </a:rPr>
              <a:t> </a:t>
            </a:r>
            <a:r>
              <a:rPr lang="en-US" sz="1600" dirty="0" err="1">
                <a:solidFill>
                  <a:srgbClr val="063420"/>
                </a:solidFill>
              </a:rPr>
              <a:t>không</a:t>
            </a:r>
            <a:r>
              <a:rPr lang="en-US" sz="1600" dirty="0">
                <a:solidFill>
                  <a:srgbClr val="063420"/>
                </a:solidFill>
              </a:rPr>
              <a:t> </a:t>
            </a:r>
            <a:r>
              <a:rPr lang="en-US" sz="1600" dirty="0" err="1">
                <a:solidFill>
                  <a:srgbClr val="063420"/>
                </a:solidFill>
              </a:rPr>
              <a:t>có</a:t>
            </a:r>
            <a:r>
              <a:rPr lang="en-US" sz="1600" dirty="0">
                <a:solidFill>
                  <a:srgbClr val="063420"/>
                </a:solidFill>
              </a:rPr>
              <a:t> </a:t>
            </a:r>
            <a:r>
              <a:rPr lang="en-US" sz="1600" dirty="0" err="1">
                <a:solidFill>
                  <a:srgbClr val="063420"/>
                </a:solidFill>
              </a:rPr>
              <a:t>quyền</a:t>
            </a:r>
            <a:r>
              <a:rPr lang="en-US" sz="1600" dirty="0">
                <a:solidFill>
                  <a:srgbClr val="063420"/>
                </a:solidFill>
              </a:rPr>
              <a:t>  </a:t>
            </a:r>
            <a:r>
              <a:rPr lang="en-US" sz="1600" dirty="0" err="1">
                <a:solidFill>
                  <a:srgbClr val="063420"/>
                </a:solidFill>
              </a:rPr>
              <a:t>biểu</a:t>
            </a:r>
            <a:r>
              <a:rPr lang="en-US" sz="1600" dirty="0">
                <a:solidFill>
                  <a:srgbClr val="063420"/>
                </a:solidFill>
              </a:rPr>
              <a:t> </a:t>
            </a:r>
            <a:r>
              <a:rPr lang="en-US" sz="1600" dirty="0" err="1">
                <a:solidFill>
                  <a:srgbClr val="063420"/>
                </a:solidFill>
              </a:rPr>
              <a:t>quyết</a:t>
            </a:r>
            <a:r>
              <a:rPr lang="en-US" sz="1600" dirty="0">
                <a:solidFill>
                  <a:srgbClr val="063420"/>
                </a:solidFill>
              </a:rPr>
              <a:t> </a:t>
            </a:r>
            <a:r>
              <a:rPr lang="en-US" sz="1600" dirty="0" err="1">
                <a:solidFill>
                  <a:srgbClr val="063420"/>
                </a:solidFill>
              </a:rPr>
              <a:t>những</a:t>
            </a:r>
            <a:r>
              <a:rPr lang="en-US" sz="1600" dirty="0">
                <a:solidFill>
                  <a:srgbClr val="063420"/>
                </a:solidFill>
              </a:rPr>
              <a:t> </a:t>
            </a:r>
            <a:r>
              <a:rPr lang="en-US" sz="1600" dirty="0" err="1">
                <a:solidFill>
                  <a:srgbClr val="063420"/>
                </a:solidFill>
              </a:rPr>
              <a:t>thay</a:t>
            </a:r>
            <a:r>
              <a:rPr lang="en-US" sz="1600" dirty="0">
                <a:solidFill>
                  <a:srgbClr val="063420"/>
                </a:solidFill>
              </a:rPr>
              <a:t> </a:t>
            </a:r>
            <a:r>
              <a:rPr lang="en-US" sz="1600" dirty="0" err="1">
                <a:solidFill>
                  <a:srgbClr val="063420"/>
                </a:solidFill>
              </a:rPr>
              <a:t>đổi</a:t>
            </a:r>
            <a:r>
              <a:rPr lang="en-US" sz="1600" dirty="0">
                <a:solidFill>
                  <a:srgbClr val="063420"/>
                </a:solidFill>
              </a:rPr>
              <a:t> </a:t>
            </a:r>
            <a:r>
              <a:rPr lang="en-US" sz="1600" dirty="0" err="1">
                <a:solidFill>
                  <a:srgbClr val="063420"/>
                </a:solidFill>
              </a:rPr>
              <a:t>của</a:t>
            </a:r>
            <a:r>
              <a:rPr lang="en-US" sz="1600" dirty="0">
                <a:solidFill>
                  <a:srgbClr val="063420"/>
                </a:solidFill>
              </a:rPr>
              <a:t> </a:t>
            </a:r>
            <a:r>
              <a:rPr lang="en-US" sz="1600" dirty="0" err="1">
                <a:solidFill>
                  <a:srgbClr val="063420"/>
                </a:solidFill>
              </a:rPr>
              <a:t>quỹ</a:t>
            </a:r>
            <a:endParaRPr lang="en-US" sz="1600" dirty="0">
              <a:solidFill>
                <a:srgbClr val="063420"/>
              </a:solidFill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7593700" y="4383308"/>
            <a:ext cx="7933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000" dirty="0" err="1">
                <a:solidFill>
                  <a:srgbClr val="063420"/>
                </a:solidFill>
              </a:rPr>
              <a:t>BÊN</a:t>
            </a:r>
            <a:r>
              <a:rPr lang="en-US" sz="1000" dirty="0">
                <a:solidFill>
                  <a:srgbClr val="063420"/>
                </a:solidFill>
              </a:rPr>
              <a:t> </a:t>
            </a:r>
            <a:r>
              <a:rPr lang="en-US" sz="1000" dirty="0" err="1">
                <a:solidFill>
                  <a:srgbClr val="063420"/>
                </a:solidFill>
              </a:rPr>
              <a:t>ĐƯỢC</a:t>
            </a:r>
            <a:r>
              <a:rPr lang="en-US" sz="1000" dirty="0">
                <a:solidFill>
                  <a:srgbClr val="063420"/>
                </a:solidFill>
              </a:rPr>
              <a:t> </a:t>
            </a:r>
            <a:r>
              <a:rPr lang="en-US" sz="1000" dirty="0" err="1">
                <a:solidFill>
                  <a:srgbClr val="063420"/>
                </a:solidFill>
              </a:rPr>
              <a:t>ỦY</a:t>
            </a:r>
            <a:r>
              <a:rPr lang="en-US" sz="1000" dirty="0">
                <a:solidFill>
                  <a:srgbClr val="063420"/>
                </a:solidFill>
              </a:rPr>
              <a:t> </a:t>
            </a:r>
            <a:r>
              <a:rPr lang="en-US" sz="1000" dirty="0" err="1">
                <a:solidFill>
                  <a:srgbClr val="063420"/>
                </a:solidFill>
              </a:rPr>
              <a:t>THÁC</a:t>
            </a:r>
            <a:endParaRPr lang="en-US" sz="1000" dirty="0">
              <a:solidFill>
                <a:srgbClr val="063420"/>
              </a:solidFill>
            </a:endParaRPr>
          </a:p>
        </p:txBody>
      </p:sp>
      <p:cxnSp>
        <p:nvCxnSpPr>
          <p:cNvPr id="134" name="Straight Arrow Connector 133"/>
          <p:cNvCxnSpPr/>
          <p:nvPr/>
        </p:nvCxnSpPr>
        <p:spPr>
          <a:xfrm flipV="1">
            <a:off x="1841861" y="3101950"/>
            <a:ext cx="0" cy="428599"/>
          </a:xfrm>
          <a:prstGeom prst="straightConnector1">
            <a:avLst/>
          </a:prstGeom>
          <a:ln>
            <a:solidFill>
              <a:srgbClr val="10924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/>
          <p:cNvCxnSpPr/>
          <p:nvPr/>
        </p:nvCxnSpPr>
        <p:spPr>
          <a:xfrm flipV="1">
            <a:off x="1841861" y="3888595"/>
            <a:ext cx="0" cy="494713"/>
          </a:xfrm>
          <a:prstGeom prst="straightConnector1">
            <a:avLst/>
          </a:prstGeom>
          <a:ln>
            <a:solidFill>
              <a:srgbClr val="10924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rc 2"/>
          <p:cNvSpPr/>
          <p:nvPr/>
        </p:nvSpPr>
        <p:spPr>
          <a:xfrm>
            <a:off x="1409991" y="1471824"/>
            <a:ext cx="1384300" cy="4371261"/>
          </a:xfrm>
          <a:prstGeom prst="arc">
            <a:avLst>
              <a:gd name="adj1" fmla="val 16722715"/>
              <a:gd name="adj2" fmla="val 4677956"/>
            </a:avLst>
          </a:prstGeom>
          <a:ln>
            <a:solidFill>
              <a:srgbClr val="10924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Arc 58"/>
          <p:cNvSpPr/>
          <p:nvPr/>
        </p:nvSpPr>
        <p:spPr>
          <a:xfrm>
            <a:off x="7275435" y="1548329"/>
            <a:ext cx="1384300" cy="4371261"/>
          </a:xfrm>
          <a:prstGeom prst="arc">
            <a:avLst>
              <a:gd name="adj1" fmla="val 16722715"/>
              <a:gd name="adj2" fmla="val 4677956"/>
            </a:avLst>
          </a:prstGeom>
          <a:ln>
            <a:solidFill>
              <a:srgbClr val="10924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Arc 59"/>
          <p:cNvSpPr/>
          <p:nvPr/>
        </p:nvSpPr>
        <p:spPr>
          <a:xfrm>
            <a:off x="10533925" y="1513765"/>
            <a:ext cx="1384300" cy="4371261"/>
          </a:xfrm>
          <a:prstGeom prst="arc">
            <a:avLst>
              <a:gd name="adj1" fmla="val 16722715"/>
              <a:gd name="adj2" fmla="val 4677956"/>
            </a:avLst>
          </a:prstGeom>
          <a:ln>
            <a:solidFill>
              <a:srgbClr val="10924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Arc 57"/>
          <p:cNvSpPr/>
          <p:nvPr/>
        </p:nvSpPr>
        <p:spPr>
          <a:xfrm>
            <a:off x="4204675" y="1513766"/>
            <a:ext cx="1384300" cy="4371261"/>
          </a:xfrm>
          <a:prstGeom prst="arc">
            <a:avLst>
              <a:gd name="adj1" fmla="val 16722715"/>
              <a:gd name="adj2" fmla="val 4677956"/>
            </a:avLst>
          </a:prstGeom>
          <a:ln>
            <a:solidFill>
              <a:srgbClr val="10924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5241250" y="3330885"/>
            <a:ext cx="673100" cy="708025"/>
          </a:xfrm>
          <a:prstGeom prst="rect">
            <a:avLst/>
          </a:prstGeom>
          <a:solidFill>
            <a:srgbClr val="EF9F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NĐT</a:t>
            </a:r>
            <a:endParaRPr lang="en-US" sz="1400" dirty="0"/>
          </a:p>
        </p:txBody>
      </p:sp>
      <p:sp>
        <p:nvSpPr>
          <p:cNvPr id="86" name="Rectangle 85"/>
          <p:cNvSpPr/>
          <p:nvPr/>
        </p:nvSpPr>
        <p:spPr>
          <a:xfrm>
            <a:off x="10775724" y="3405330"/>
            <a:ext cx="1257300" cy="483265"/>
          </a:xfrm>
          <a:prstGeom prst="rect">
            <a:avLst/>
          </a:prstGeom>
          <a:solidFill>
            <a:srgbClr val="358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QUỸ</a:t>
            </a:r>
            <a:r>
              <a:rPr lang="en-US" sz="1400" dirty="0"/>
              <a:t> </a:t>
            </a:r>
            <a:r>
              <a:rPr lang="en-US" sz="1400" dirty="0" err="1"/>
              <a:t>LẬP</a:t>
            </a:r>
            <a:r>
              <a:rPr lang="en-US" sz="1400" dirty="0"/>
              <a:t> THEO </a:t>
            </a:r>
            <a:r>
              <a:rPr lang="en-US" sz="1400" dirty="0" err="1"/>
              <a:t>HĐ</a:t>
            </a:r>
            <a:endParaRPr lang="en-US" sz="1400" dirty="0"/>
          </a:p>
        </p:txBody>
      </p:sp>
      <p:sp>
        <p:nvSpPr>
          <p:cNvPr id="61" name="Title 1">
            <a:extLst>
              <a:ext uri="{FF2B5EF4-FFF2-40B4-BE49-F238E27FC236}">
                <a16:creationId xmlns:a16="http://schemas.microsoft.com/office/drawing/2014/main" id="{0A7C618C-8E29-4136-AF6F-9F53A229CF34}"/>
              </a:ext>
            </a:extLst>
          </p:cNvPr>
          <p:cNvSpPr txBox="1">
            <a:spLocks/>
          </p:cNvSpPr>
          <p:nvPr/>
        </p:nvSpPr>
        <p:spPr>
          <a:xfrm>
            <a:off x="-219522" y="501890"/>
            <a:ext cx="11734800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QUỸ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CHỨNG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KHOÁN</a:t>
            </a:r>
            <a:endParaRPr lang="en-US" sz="2400" b="1" dirty="0">
              <a:solidFill>
                <a:srgbClr val="3587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7DD791D9-21F5-49FF-91A0-718F09BEBA4F}"/>
              </a:ext>
            </a:extLst>
          </p:cNvPr>
          <p:cNvSpPr/>
          <p:nvPr/>
        </p:nvSpPr>
        <p:spPr>
          <a:xfrm>
            <a:off x="545799" y="164743"/>
            <a:ext cx="1959130" cy="489098"/>
          </a:xfrm>
          <a:prstGeom prst="roundRect">
            <a:avLst/>
          </a:prstGeom>
          <a:solidFill>
            <a:srgbClr val="358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PHÂN LOẠI</a:t>
            </a:r>
          </a:p>
        </p:txBody>
      </p:sp>
    </p:spTree>
    <p:extLst>
      <p:ext uri="{BB962C8B-B14F-4D97-AF65-F5344CB8AC3E}">
        <p14:creationId xmlns:p14="http://schemas.microsoft.com/office/powerpoint/2010/main" val="4125390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592000" y="744728"/>
            <a:ext cx="3600000" cy="0"/>
          </a:xfrm>
          <a:prstGeom prst="line">
            <a:avLst/>
          </a:prstGeom>
          <a:ln w="28575">
            <a:solidFill>
              <a:srgbClr val="35874C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740612"/>
            <a:ext cx="3600000" cy="0"/>
          </a:xfrm>
          <a:prstGeom prst="line">
            <a:avLst/>
          </a:prstGeom>
          <a:ln w="28575">
            <a:solidFill>
              <a:srgbClr val="35874C"/>
            </a:solidFill>
            <a:headEnd type="non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511889" y="4857635"/>
            <a:ext cx="26517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 err="1">
                <a:solidFill>
                  <a:srgbClr val="10924C"/>
                </a:solidFill>
              </a:rPr>
              <a:t>Thường</a:t>
            </a:r>
            <a:r>
              <a:rPr lang="en-US" b="1" dirty="0">
                <a:solidFill>
                  <a:srgbClr val="10924C"/>
                </a:solidFill>
              </a:rPr>
              <a:t> </a:t>
            </a:r>
            <a:r>
              <a:rPr lang="en-US" b="1" dirty="0" err="1">
                <a:solidFill>
                  <a:srgbClr val="10924C"/>
                </a:solidFill>
              </a:rPr>
              <a:t>xuyên</a:t>
            </a:r>
            <a:r>
              <a:rPr lang="en-US" b="1" dirty="0">
                <a:solidFill>
                  <a:srgbClr val="10924C"/>
                </a:solidFill>
              </a:rPr>
              <a:t> </a:t>
            </a:r>
            <a:r>
              <a:rPr lang="en-US" b="1" dirty="0" err="1">
                <a:solidFill>
                  <a:srgbClr val="10924C"/>
                </a:solidFill>
              </a:rPr>
              <a:t>phát</a:t>
            </a:r>
            <a:r>
              <a:rPr lang="en-US" b="1" dirty="0">
                <a:solidFill>
                  <a:srgbClr val="10924C"/>
                </a:solidFill>
              </a:rPr>
              <a:t> </a:t>
            </a:r>
            <a:r>
              <a:rPr lang="en-US" b="1" dirty="0" err="1">
                <a:solidFill>
                  <a:srgbClr val="10924C"/>
                </a:solidFill>
              </a:rPr>
              <a:t>hành</a:t>
            </a:r>
            <a:r>
              <a:rPr lang="en-US" b="1" dirty="0">
                <a:solidFill>
                  <a:srgbClr val="10924C"/>
                </a:solidFill>
              </a:rPr>
              <a:t> (</a:t>
            </a:r>
            <a:r>
              <a:rPr lang="en-US" b="1" dirty="0" err="1">
                <a:solidFill>
                  <a:srgbClr val="10924C"/>
                </a:solidFill>
              </a:rPr>
              <a:t>bán</a:t>
            </a:r>
            <a:r>
              <a:rPr lang="en-US" b="1" dirty="0">
                <a:solidFill>
                  <a:srgbClr val="10924C"/>
                </a:solidFill>
              </a:rPr>
              <a:t>)  </a:t>
            </a:r>
            <a:r>
              <a:rPr lang="en-US" b="1" dirty="0" err="1">
                <a:solidFill>
                  <a:srgbClr val="10924C"/>
                </a:solidFill>
              </a:rPr>
              <a:t>và</a:t>
            </a:r>
            <a:r>
              <a:rPr lang="en-US" b="1" dirty="0">
                <a:solidFill>
                  <a:srgbClr val="10924C"/>
                </a:solidFill>
              </a:rPr>
              <a:t> </a:t>
            </a:r>
            <a:r>
              <a:rPr lang="en-US" b="1" dirty="0" err="1">
                <a:solidFill>
                  <a:srgbClr val="10924C"/>
                </a:solidFill>
              </a:rPr>
              <a:t>mua</a:t>
            </a:r>
            <a:r>
              <a:rPr lang="en-US" b="1" dirty="0">
                <a:solidFill>
                  <a:srgbClr val="10924C"/>
                </a:solidFill>
              </a:rPr>
              <a:t> </a:t>
            </a:r>
            <a:r>
              <a:rPr lang="en-US" b="1" dirty="0" err="1">
                <a:solidFill>
                  <a:srgbClr val="10924C"/>
                </a:solidFill>
              </a:rPr>
              <a:t>lại</a:t>
            </a:r>
            <a:r>
              <a:rPr lang="en-US" b="1" dirty="0">
                <a:solidFill>
                  <a:srgbClr val="10924C"/>
                </a:solidFill>
              </a:rPr>
              <a:t> </a:t>
            </a:r>
            <a:r>
              <a:rPr lang="en-US" b="1" dirty="0" err="1">
                <a:solidFill>
                  <a:srgbClr val="10924C"/>
                </a:solidFill>
              </a:rPr>
              <a:t>CP</a:t>
            </a:r>
            <a:r>
              <a:rPr lang="en-US" b="1" dirty="0">
                <a:solidFill>
                  <a:srgbClr val="10924C"/>
                </a:solidFill>
              </a:rPr>
              <a:t>/</a:t>
            </a:r>
            <a:r>
              <a:rPr lang="en-US" b="1" dirty="0" err="1">
                <a:solidFill>
                  <a:srgbClr val="10924C"/>
                </a:solidFill>
              </a:rPr>
              <a:t>CCQ</a:t>
            </a:r>
            <a:r>
              <a:rPr lang="en-US" b="1" dirty="0">
                <a:solidFill>
                  <a:srgbClr val="10924C"/>
                </a:solidFill>
              </a:rPr>
              <a:t> </a:t>
            </a:r>
            <a:r>
              <a:rPr lang="en-US" b="1" dirty="0" err="1">
                <a:solidFill>
                  <a:srgbClr val="10924C"/>
                </a:solidFill>
              </a:rPr>
              <a:t>theo</a:t>
            </a:r>
            <a:r>
              <a:rPr lang="en-US" b="1" dirty="0">
                <a:solidFill>
                  <a:srgbClr val="10924C"/>
                </a:solidFill>
              </a:rPr>
              <a:t> </a:t>
            </a:r>
            <a:r>
              <a:rPr lang="en-US" b="1" dirty="0" err="1">
                <a:solidFill>
                  <a:srgbClr val="10924C"/>
                </a:solidFill>
              </a:rPr>
              <a:t>yêu</a:t>
            </a:r>
            <a:r>
              <a:rPr lang="en-US" b="1" dirty="0">
                <a:solidFill>
                  <a:srgbClr val="10924C"/>
                </a:solidFill>
              </a:rPr>
              <a:t> </a:t>
            </a:r>
            <a:r>
              <a:rPr lang="en-US" b="1" dirty="0" err="1">
                <a:solidFill>
                  <a:srgbClr val="10924C"/>
                </a:solidFill>
              </a:rPr>
              <a:t>cầu</a:t>
            </a:r>
            <a:r>
              <a:rPr lang="en-US" b="1" dirty="0">
                <a:solidFill>
                  <a:srgbClr val="10924C"/>
                </a:solidFill>
              </a:rPr>
              <a:t> </a:t>
            </a:r>
            <a:r>
              <a:rPr lang="en-US" b="1" dirty="0" err="1">
                <a:solidFill>
                  <a:srgbClr val="10924C"/>
                </a:solidFill>
              </a:rPr>
              <a:t>của</a:t>
            </a:r>
            <a:r>
              <a:rPr lang="en-US" b="1" dirty="0">
                <a:solidFill>
                  <a:srgbClr val="10924C"/>
                </a:solidFill>
              </a:rPr>
              <a:t> </a:t>
            </a:r>
            <a:r>
              <a:rPr lang="en-US" b="1" dirty="0" err="1">
                <a:solidFill>
                  <a:srgbClr val="10924C"/>
                </a:solidFill>
              </a:rPr>
              <a:t>NĐT</a:t>
            </a:r>
            <a:endParaRPr lang="en-US" b="1" dirty="0">
              <a:solidFill>
                <a:srgbClr val="10924C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673712" y="1094462"/>
            <a:ext cx="265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 err="1">
                <a:solidFill>
                  <a:srgbClr val="ED7D31"/>
                </a:solidFill>
              </a:rPr>
              <a:t>Không</a:t>
            </a:r>
            <a:r>
              <a:rPr lang="en-US" b="1" dirty="0">
                <a:solidFill>
                  <a:srgbClr val="ED7D31"/>
                </a:solidFill>
              </a:rPr>
              <a:t> </a:t>
            </a:r>
            <a:r>
              <a:rPr lang="en-US" b="1" dirty="0" err="1">
                <a:solidFill>
                  <a:srgbClr val="ED7D31"/>
                </a:solidFill>
              </a:rPr>
              <a:t>mua</a:t>
            </a:r>
            <a:r>
              <a:rPr lang="en-US" b="1" dirty="0">
                <a:solidFill>
                  <a:srgbClr val="ED7D31"/>
                </a:solidFill>
              </a:rPr>
              <a:t> </a:t>
            </a:r>
            <a:r>
              <a:rPr lang="en-US" b="1" dirty="0" err="1">
                <a:solidFill>
                  <a:srgbClr val="ED7D31"/>
                </a:solidFill>
              </a:rPr>
              <a:t>lại</a:t>
            </a:r>
            <a:r>
              <a:rPr lang="en-US" b="1" dirty="0">
                <a:solidFill>
                  <a:srgbClr val="ED7D31"/>
                </a:solidFill>
              </a:rPr>
              <a:t> </a:t>
            </a:r>
            <a:r>
              <a:rPr lang="en-US" b="1" dirty="0" err="1">
                <a:solidFill>
                  <a:srgbClr val="ED7D31"/>
                </a:solidFill>
              </a:rPr>
              <a:t>CP</a:t>
            </a:r>
            <a:r>
              <a:rPr lang="en-US" b="1" dirty="0">
                <a:solidFill>
                  <a:srgbClr val="ED7D31"/>
                </a:solidFill>
              </a:rPr>
              <a:t>/</a:t>
            </a:r>
            <a:r>
              <a:rPr lang="en-US" b="1" dirty="0" err="1">
                <a:solidFill>
                  <a:srgbClr val="ED7D31"/>
                </a:solidFill>
              </a:rPr>
              <a:t>CCQ</a:t>
            </a:r>
            <a:r>
              <a:rPr lang="en-US" b="1" dirty="0">
                <a:solidFill>
                  <a:srgbClr val="ED7D31"/>
                </a:solidFill>
              </a:rPr>
              <a:t> </a:t>
            </a:r>
            <a:r>
              <a:rPr lang="en-US" b="1" dirty="0" err="1">
                <a:solidFill>
                  <a:srgbClr val="ED7D31"/>
                </a:solidFill>
              </a:rPr>
              <a:t>theo</a:t>
            </a:r>
            <a:r>
              <a:rPr lang="en-US" b="1" dirty="0">
                <a:solidFill>
                  <a:srgbClr val="ED7D31"/>
                </a:solidFill>
              </a:rPr>
              <a:t> </a:t>
            </a:r>
            <a:r>
              <a:rPr lang="en-US" b="1" dirty="0" err="1">
                <a:solidFill>
                  <a:srgbClr val="ED7D31"/>
                </a:solidFill>
              </a:rPr>
              <a:t>yêu</a:t>
            </a:r>
            <a:r>
              <a:rPr lang="en-US" b="1" dirty="0">
                <a:solidFill>
                  <a:srgbClr val="ED7D31"/>
                </a:solidFill>
              </a:rPr>
              <a:t> </a:t>
            </a:r>
            <a:r>
              <a:rPr lang="en-US" b="1" dirty="0" err="1">
                <a:solidFill>
                  <a:srgbClr val="ED7D31"/>
                </a:solidFill>
              </a:rPr>
              <a:t>cầu</a:t>
            </a:r>
            <a:r>
              <a:rPr lang="en-US" b="1" dirty="0">
                <a:solidFill>
                  <a:srgbClr val="ED7D31"/>
                </a:solidFill>
              </a:rPr>
              <a:t> </a:t>
            </a:r>
            <a:r>
              <a:rPr lang="en-US" b="1" dirty="0" err="1">
                <a:solidFill>
                  <a:srgbClr val="ED7D31"/>
                </a:solidFill>
              </a:rPr>
              <a:t>của</a:t>
            </a:r>
            <a:r>
              <a:rPr lang="en-US" b="1" dirty="0">
                <a:solidFill>
                  <a:srgbClr val="ED7D31"/>
                </a:solidFill>
              </a:rPr>
              <a:t> </a:t>
            </a:r>
            <a:r>
              <a:rPr lang="en-US" b="1" dirty="0" err="1">
                <a:solidFill>
                  <a:srgbClr val="ED7D31"/>
                </a:solidFill>
              </a:rPr>
              <a:t>NĐT</a:t>
            </a:r>
            <a:endParaRPr lang="en-US" b="1" dirty="0">
              <a:solidFill>
                <a:srgbClr val="ED7D31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28967" y="5074985"/>
            <a:ext cx="2653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just">
              <a:defRPr b="1">
                <a:solidFill>
                  <a:srgbClr val="10924C"/>
                </a:solidFill>
              </a:defRPr>
            </a:lvl1pPr>
          </a:lstStyle>
          <a:p>
            <a:r>
              <a:rPr lang="en-US" dirty="0" err="1">
                <a:solidFill>
                  <a:srgbClr val="FFC000"/>
                </a:solidFill>
              </a:rPr>
              <a:t>Nền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 err="1">
                <a:solidFill>
                  <a:srgbClr val="FFC000"/>
                </a:solidFill>
              </a:rPr>
              <a:t>tảng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 err="1">
                <a:solidFill>
                  <a:srgbClr val="FFC000"/>
                </a:solidFill>
              </a:rPr>
              <a:t>của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 err="1">
                <a:solidFill>
                  <a:srgbClr val="FFC000"/>
                </a:solidFill>
              </a:rPr>
              <a:t>quỹ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 err="1">
                <a:solidFill>
                  <a:srgbClr val="FFC000"/>
                </a:solidFill>
              </a:rPr>
              <a:t>đóng</a:t>
            </a:r>
            <a:r>
              <a:rPr lang="en-US" dirty="0">
                <a:solidFill>
                  <a:srgbClr val="FFC000"/>
                </a:solidFill>
              </a:rPr>
              <a:t>, </a:t>
            </a:r>
            <a:r>
              <a:rPr lang="en-US" dirty="0" err="1">
                <a:solidFill>
                  <a:srgbClr val="FFC000"/>
                </a:solidFill>
              </a:rPr>
              <a:t>mua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 err="1">
                <a:solidFill>
                  <a:srgbClr val="FFC000"/>
                </a:solidFill>
              </a:rPr>
              <a:t>lại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 err="1">
                <a:solidFill>
                  <a:srgbClr val="FFC000"/>
                </a:solidFill>
              </a:rPr>
              <a:t>CP</a:t>
            </a:r>
            <a:r>
              <a:rPr lang="en-US" dirty="0">
                <a:solidFill>
                  <a:srgbClr val="FFC000"/>
                </a:solidFill>
              </a:rPr>
              <a:t>/</a:t>
            </a:r>
            <a:r>
              <a:rPr lang="en-US" dirty="0" err="1">
                <a:solidFill>
                  <a:srgbClr val="FFC000"/>
                </a:solidFill>
              </a:rPr>
              <a:t>CCQ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 err="1">
                <a:solidFill>
                  <a:srgbClr val="FFC000"/>
                </a:solidFill>
              </a:rPr>
              <a:t>theo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 err="1">
                <a:solidFill>
                  <a:srgbClr val="FFC000"/>
                </a:solidFill>
              </a:rPr>
              <a:t>thời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 err="1">
                <a:solidFill>
                  <a:srgbClr val="FFC000"/>
                </a:solidFill>
              </a:rPr>
              <a:t>kỳ</a:t>
            </a:r>
            <a:r>
              <a:rPr lang="en-US" dirty="0">
                <a:solidFill>
                  <a:srgbClr val="FFC000"/>
                </a:solidFill>
              </a:rPr>
              <a:t> (</a:t>
            </a:r>
            <a:r>
              <a:rPr lang="en-US" dirty="0" err="1">
                <a:solidFill>
                  <a:srgbClr val="FFC000"/>
                </a:solidFill>
              </a:rPr>
              <a:t>định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 err="1">
                <a:solidFill>
                  <a:srgbClr val="FFC000"/>
                </a:solidFill>
              </a:rPr>
              <a:t>kỳ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 err="1">
                <a:solidFill>
                  <a:srgbClr val="FFC000"/>
                </a:solidFill>
              </a:rPr>
              <a:t>tháng</a:t>
            </a:r>
            <a:r>
              <a:rPr lang="en-US" dirty="0">
                <a:solidFill>
                  <a:srgbClr val="FFC000"/>
                </a:solidFill>
              </a:rPr>
              <a:t>/</a:t>
            </a:r>
            <a:r>
              <a:rPr lang="en-US" dirty="0" err="1">
                <a:solidFill>
                  <a:srgbClr val="FFC000"/>
                </a:solidFill>
              </a:rPr>
              <a:t>quý</a:t>
            </a:r>
            <a:r>
              <a:rPr lang="en-US" dirty="0">
                <a:solidFill>
                  <a:srgbClr val="FFC000"/>
                </a:solidFill>
              </a:rPr>
              <a:t>/</a:t>
            </a:r>
            <a:r>
              <a:rPr lang="en-US" dirty="0" err="1">
                <a:solidFill>
                  <a:srgbClr val="FFC000"/>
                </a:solidFill>
              </a:rPr>
              <a:t>năm</a:t>
            </a:r>
            <a:r>
              <a:rPr lang="en-US" dirty="0">
                <a:solidFill>
                  <a:srgbClr val="FFC000"/>
                </a:solidFill>
              </a:rPr>
              <a:t>)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3282167" y="1165430"/>
            <a:ext cx="5209652" cy="5126954"/>
            <a:chOff x="3282167" y="1165430"/>
            <a:chExt cx="5209652" cy="5126954"/>
          </a:xfrm>
        </p:grpSpPr>
        <p:grpSp>
          <p:nvGrpSpPr>
            <p:cNvPr id="29" name="Group 28"/>
            <p:cNvGrpSpPr/>
            <p:nvPr/>
          </p:nvGrpSpPr>
          <p:grpSpPr>
            <a:xfrm>
              <a:off x="3282167" y="1165430"/>
              <a:ext cx="4835084" cy="5126954"/>
              <a:chOff x="3282167" y="1165430"/>
              <a:chExt cx="4835084" cy="5126954"/>
            </a:xfrm>
          </p:grpSpPr>
          <p:sp>
            <p:nvSpPr>
              <p:cNvPr id="16" name="Block Arc 15"/>
              <p:cNvSpPr/>
              <p:nvPr/>
            </p:nvSpPr>
            <p:spPr>
              <a:xfrm>
                <a:off x="3656736" y="1831869"/>
                <a:ext cx="4460515" cy="4460515"/>
              </a:xfrm>
              <a:prstGeom prst="blockArc">
                <a:avLst>
                  <a:gd name="adj1" fmla="val 9000000"/>
                  <a:gd name="adj2" fmla="val 16200000"/>
                  <a:gd name="adj3" fmla="val 4637"/>
                </a:avLst>
              </a:prstGeom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1" name="Block Arc 20"/>
              <p:cNvSpPr/>
              <p:nvPr/>
            </p:nvSpPr>
            <p:spPr>
              <a:xfrm>
                <a:off x="3656736" y="1831869"/>
                <a:ext cx="4460515" cy="4460515"/>
              </a:xfrm>
              <a:prstGeom prst="blockArc">
                <a:avLst>
                  <a:gd name="adj1" fmla="val 1800000"/>
                  <a:gd name="adj2" fmla="val 9000000"/>
                  <a:gd name="adj3" fmla="val 4637"/>
                </a:avLst>
              </a:prstGeom>
              <a:solidFill>
                <a:srgbClr val="35874C"/>
              </a:solidFill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3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3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2" name="Block Arc 21"/>
              <p:cNvSpPr/>
              <p:nvPr/>
            </p:nvSpPr>
            <p:spPr>
              <a:xfrm>
                <a:off x="3656736" y="1831869"/>
                <a:ext cx="4460515" cy="4460515"/>
              </a:xfrm>
              <a:prstGeom prst="blockArc">
                <a:avLst>
                  <a:gd name="adj1" fmla="val 16200000"/>
                  <a:gd name="adj2" fmla="val 1800000"/>
                  <a:gd name="adj3" fmla="val 4637"/>
                </a:avLst>
              </a:prstGeom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3" name="Freeform 22"/>
              <p:cNvSpPr/>
              <p:nvPr/>
            </p:nvSpPr>
            <p:spPr>
              <a:xfrm>
                <a:off x="4861072" y="3036205"/>
                <a:ext cx="2051843" cy="2051843"/>
              </a:xfrm>
              <a:custGeom>
                <a:avLst/>
                <a:gdLst>
                  <a:gd name="connsiteX0" fmla="*/ 0 w 2051843"/>
                  <a:gd name="connsiteY0" fmla="*/ 1025922 h 2051843"/>
                  <a:gd name="connsiteX1" fmla="*/ 1025922 w 2051843"/>
                  <a:gd name="connsiteY1" fmla="*/ 0 h 2051843"/>
                  <a:gd name="connsiteX2" fmla="*/ 2051844 w 2051843"/>
                  <a:gd name="connsiteY2" fmla="*/ 1025922 h 2051843"/>
                  <a:gd name="connsiteX3" fmla="*/ 1025922 w 2051843"/>
                  <a:gd name="connsiteY3" fmla="*/ 2051844 h 2051843"/>
                  <a:gd name="connsiteX4" fmla="*/ 0 w 2051843"/>
                  <a:gd name="connsiteY4" fmla="*/ 1025922 h 2051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51843" h="2051843">
                    <a:moveTo>
                      <a:pt x="0" y="1025922"/>
                    </a:moveTo>
                    <a:cubicBezTo>
                      <a:pt x="0" y="459321"/>
                      <a:pt x="459321" y="0"/>
                      <a:pt x="1025922" y="0"/>
                    </a:cubicBezTo>
                    <a:cubicBezTo>
                      <a:pt x="1592523" y="0"/>
                      <a:pt x="2051844" y="459321"/>
                      <a:pt x="2051844" y="1025922"/>
                    </a:cubicBezTo>
                    <a:cubicBezTo>
                      <a:pt x="2051844" y="1592523"/>
                      <a:pt x="1592523" y="2051844"/>
                      <a:pt x="1025922" y="2051844"/>
                    </a:cubicBezTo>
                    <a:cubicBezTo>
                      <a:pt x="459321" y="2051844"/>
                      <a:pt x="0" y="1592523"/>
                      <a:pt x="0" y="1025922"/>
                    </a:cubicBezTo>
                    <a:close/>
                  </a:path>
                </a:pathLst>
              </a:custGeom>
              <a:solidFill>
                <a:srgbClr val="10924C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330965" tIns="330965" rIns="330965" bIns="330965" numCol="1" spcCol="1270" anchor="ctr" anchorCtr="0">
                <a:noAutofit/>
              </a:bodyPr>
              <a:lstStyle/>
              <a:p>
                <a:pPr lvl="0" algn="ctr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2400" b="1" kern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  <a:r>
                  <a:rPr lang="vi-VN" sz="2400" b="1" kern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Ơ</a:t>
                </a:r>
                <a:r>
                  <a:rPr lang="en-US" sz="2400" b="1" kern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CHẾ HOẠT ĐỘNG</a:t>
                </a:r>
              </a:p>
            </p:txBody>
          </p:sp>
          <p:sp>
            <p:nvSpPr>
              <p:cNvPr id="25" name="Freeform 24"/>
              <p:cNvSpPr/>
              <p:nvPr/>
            </p:nvSpPr>
            <p:spPr>
              <a:xfrm>
                <a:off x="5168848" y="1165430"/>
                <a:ext cx="1436290" cy="1436290"/>
              </a:xfrm>
              <a:custGeom>
                <a:avLst/>
                <a:gdLst>
                  <a:gd name="connsiteX0" fmla="*/ 0 w 1436290"/>
                  <a:gd name="connsiteY0" fmla="*/ 718145 h 1436290"/>
                  <a:gd name="connsiteX1" fmla="*/ 718145 w 1436290"/>
                  <a:gd name="connsiteY1" fmla="*/ 0 h 1436290"/>
                  <a:gd name="connsiteX2" fmla="*/ 1436290 w 1436290"/>
                  <a:gd name="connsiteY2" fmla="*/ 718145 h 1436290"/>
                  <a:gd name="connsiteX3" fmla="*/ 718145 w 1436290"/>
                  <a:gd name="connsiteY3" fmla="*/ 1436290 h 1436290"/>
                  <a:gd name="connsiteX4" fmla="*/ 0 w 1436290"/>
                  <a:gd name="connsiteY4" fmla="*/ 718145 h 1436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36290" h="1436290">
                    <a:moveTo>
                      <a:pt x="0" y="718145"/>
                    </a:moveTo>
                    <a:cubicBezTo>
                      <a:pt x="0" y="321524"/>
                      <a:pt x="321524" y="0"/>
                      <a:pt x="718145" y="0"/>
                    </a:cubicBezTo>
                    <a:cubicBezTo>
                      <a:pt x="1114766" y="0"/>
                      <a:pt x="1436290" y="321524"/>
                      <a:pt x="1436290" y="718145"/>
                    </a:cubicBezTo>
                    <a:cubicBezTo>
                      <a:pt x="1436290" y="1114766"/>
                      <a:pt x="1114766" y="1436290"/>
                      <a:pt x="718145" y="1436290"/>
                    </a:cubicBezTo>
                    <a:cubicBezTo>
                      <a:pt x="321524" y="1436290"/>
                      <a:pt x="0" y="1114766"/>
                      <a:pt x="0" y="718145"/>
                    </a:cubicBezTo>
                    <a:close/>
                  </a:path>
                </a:pathLst>
              </a:custGeom>
              <a:solidFill>
                <a:srgbClr val="ED7D31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31930" tIns="231930" rIns="231930" bIns="231930" numCol="1" spcCol="1270" anchor="ctr" anchorCtr="0">
                <a:noAutofit/>
              </a:bodyPr>
              <a:lstStyle/>
              <a:p>
                <a:pPr lvl="0" algn="ctr" defTabSz="7556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700" kern="1200" dirty="0" err="1"/>
                  <a:t>QUỸ</a:t>
                </a:r>
                <a:r>
                  <a:rPr lang="en-US" sz="1700" kern="1200" dirty="0"/>
                  <a:t> </a:t>
                </a:r>
                <a:r>
                  <a:rPr lang="en-US" sz="1700" kern="1200" dirty="0" err="1"/>
                  <a:t>ĐÓNG</a:t>
                </a:r>
                <a:endParaRPr lang="en-US" sz="1700" kern="1200" dirty="0"/>
              </a:p>
            </p:txBody>
          </p:sp>
          <p:sp>
            <p:nvSpPr>
              <p:cNvPr id="28" name="Freeform 27"/>
              <p:cNvSpPr/>
              <p:nvPr/>
            </p:nvSpPr>
            <p:spPr>
              <a:xfrm>
                <a:off x="3282167" y="4433257"/>
                <a:ext cx="1436290" cy="1436290"/>
              </a:xfrm>
              <a:custGeom>
                <a:avLst/>
                <a:gdLst>
                  <a:gd name="connsiteX0" fmla="*/ 0 w 1436290"/>
                  <a:gd name="connsiteY0" fmla="*/ 718145 h 1436290"/>
                  <a:gd name="connsiteX1" fmla="*/ 718145 w 1436290"/>
                  <a:gd name="connsiteY1" fmla="*/ 0 h 1436290"/>
                  <a:gd name="connsiteX2" fmla="*/ 1436290 w 1436290"/>
                  <a:gd name="connsiteY2" fmla="*/ 718145 h 1436290"/>
                  <a:gd name="connsiteX3" fmla="*/ 718145 w 1436290"/>
                  <a:gd name="connsiteY3" fmla="*/ 1436290 h 1436290"/>
                  <a:gd name="connsiteX4" fmla="*/ 0 w 1436290"/>
                  <a:gd name="connsiteY4" fmla="*/ 718145 h 1436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36290" h="1436290">
                    <a:moveTo>
                      <a:pt x="0" y="718145"/>
                    </a:moveTo>
                    <a:cubicBezTo>
                      <a:pt x="0" y="321524"/>
                      <a:pt x="321524" y="0"/>
                      <a:pt x="718145" y="0"/>
                    </a:cubicBezTo>
                    <a:cubicBezTo>
                      <a:pt x="1114766" y="0"/>
                      <a:pt x="1436290" y="321524"/>
                      <a:pt x="1436290" y="718145"/>
                    </a:cubicBezTo>
                    <a:cubicBezTo>
                      <a:pt x="1436290" y="1114766"/>
                      <a:pt x="1114766" y="1436290"/>
                      <a:pt x="718145" y="1436290"/>
                    </a:cubicBezTo>
                    <a:cubicBezTo>
                      <a:pt x="321524" y="1436290"/>
                      <a:pt x="0" y="1114766"/>
                      <a:pt x="0" y="718145"/>
                    </a:cubicBez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31930" tIns="231930" rIns="231930" bIns="231930" numCol="1" spcCol="1270" anchor="ctr" anchorCtr="0">
                <a:noAutofit/>
              </a:bodyPr>
              <a:lstStyle/>
              <a:p>
                <a:pPr lvl="0" algn="ctr" defTabSz="7556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700" kern="1200" dirty="0" err="1"/>
                  <a:t>QŨY</a:t>
                </a:r>
                <a:r>
                  <a:rPr lang="en-US" sz="1700" kern="1200" dirty="0"/>
                  <a:t> </a:t>
                </a:r>
                <a:r>
                  <a:rPr lang="en-US" sz="1700" kern="1200" dirty="0" err="1"/>
                  <a:t>KẾT</a:t>
                </a:r>
                <a:r>
                  <a:rPr lang="en-US" sz="1700" kern="1200" dirty="0"/>
                  <a:t> </a:t>
                </a:r>
                <a:r>
                  <a:rPr lang="en-US" sz="1700" kern="1200" dirty="0" err="1"/>
                  <a:t>HỢP</a:t>
                </a:r>
                <a:r>
                  <a:rPr lang="en-US" sz="1700" kern="1200" dirty="0"/>
                  <a:t> </a:t>
                </a:r>
                <a:r>
                  <a:rPr lang="en-US" sz="1700" kern="1200" dirty="0" err="1"/>
                  <a:t>VỪA</a:t>
                </a:r>
                <a:r>
                  <a:rPr lang="en-US" sz="1700" kern="1200" dirty="0"/>
                  <a:t> ‘’</a:t>
                </a:r>
                <a:r>
                  <a:rPr lang="en-US" sz="1700" kern="1200" dirty="0" err="1"/>
                  <a:t>ĐÓNG</a:t>
                </a:r>
                <a:r>
                  <a:rPr lang="en-US" sz="1700" kern="1200" dirty="0"/>
                  <a:t>’’ </a:t>
                </a:r>
                <a:r>
                  <a:rPr lang="en-US" sz="1700" kern="1200" dirty="0" err="1"/>
                  <a:t>VỪA</a:t>
                </a:r>
                <a:r>
                  <a:rPr lang="en-US" sz="1700" kern="1200" dirty="0"/>
                  <a:t> ‘’</a:t>
                </a:r>
                <a:r>
                  <a:rPr lang="en-US" sz="1700" kern="1200" dirty="0" err="1"/>
                  <a:t>MỞ</a:t>
                </a:r>
                <a:r>
                  <a:rPr lang="en-US" sz="1700" kern="1200" dirty="0"/>
                  <a:t>’</a:t>
                </a:r>
              </a:p>
            </p:txBody>
          </p:sp>
        </p:grpSp>
        <p:sp>
          <p:nvSpPr>
            <p:cNvPr id="27" name="Freeform 26"/>
            <p:cNvSpPr/>
            <p:nvPr/>
          </p:nvSpPr>
          <p:spPr>
            <a:xfrm>
              <a:off x="7055529" y="4433257"/>
              <a:ext cx="1436290" cy="1436290"/>
            </a:xfrm>
            <a:custGeom>
              <a:avLst/>
              <a:gdLst>
                <a:gd name="connsiteX0" fmla="*/ 0 w 1436290"/>
                <a:gd name="connsiteY0" fmla="*/ 718145 h 1436290"/>
                <a:gd name="connsiteX1" fmla="*/ 718145 w 1436290"/>
                <a:gd name="connsiteY1" fmla="*/ 0 h 1436290"/>
                <a:gd name="connsiteX2" fmla="*/ 1436290 w 1436290"/>
                <a:gd name="connsiteY2" fmla="*/ 718145 h 1436290"/>
                <a:gd name="connsiteX3" fmla="*/ 718145 w 1436290"/>
                <a:gd name="connsiteY3" fmla="*/ 1436290 h 1436290"/>
                <a:gd name="connsiteX4" fmla="*/ 0 w 1436290"/>
                <a:gd name="connsiteY4" fmla="*/ 718145 h 1436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36290" h="1436290">
                  <a:moveTo>
                    <a:pt x="0" y="718145"/>
                  </a:moveTo>
                  <a:cubicBezTo>
                    <a:pt x="0" y="321524"/>
                    <a:pt x="321524" y="0"/>
                    <a:pt x="718145" y="0"/>
                  </a:cubicBezTo>
                  <a:cubicBezTo>
                    <a:pt x="1114766" y="0"/>
                    <a:pt x="1436290" y="321524"/>
                    <a:pt x="1436290" y="718145"/>
                  </a:cubicBezTo>
                  <a:cubicBezTo>
                    <a:pt x="1436290" y="1114766"/>
                    <a:pt x="1114766" y="1436290"/>
                    <a:pt x="718145" y="1436290"/>
                  </a:cubicBezTo>
                  <a:cubicBezTo>
                    <a:pt x="321524" y="1436290"/>
                    <a:pt x="0" y="1114766"/>
                    <a:pt x="0" y="718145"/>
                  </a:cubicBezTo>
                  <a:close/>
                </a:path>
              </a:pathLst>
            </a:custGeom>
            <a:solidFill>
              <a:srgbClr val="35874C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31930" tIns="231930" rIns="231930" bIns="23193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700" kern="1200" dirty="0" err="1"/>
                <a:t>QUỸ</a:t>
              </a:r>
              <a:r>
                <a:rPr lang="en-US" sz="1700" kern="1200" dirty="0"/>
                <a:t> </a:t>
              </a:r>
              <a:r>
                <a:rPr lang="en-US" sz="1700" kern="1200" dirty="0" err="1"/>
                <a:t>MỞ</a:t>
              </a:r>
              <a:endParaRPr lang="en-US" sz="1700" kern="1200" dirty="0"/>
            </a:p>
          </p:txBody>
        </p:sp>
      </p:grpSp>
      <p:sp>
        <p:nvSpPr>
          <p:cNvPr id="17" name="Title 1">
            <a:extLst>
              <a:ext uri="{FF2B5EF4-FFF2-40B4-BE49-F238E27FC236}">
                <a16:creationId xmlns:a16="http://schemas.microsoft.com/office/drawing/2014/main" id="{A0437AE0-C0A5-4C9F-8427-3FB6F8177BDC}"/>
              </a:ext>
            </a:extLst>
          </p:cNvPr>
          <p:cNvSpPr txBox="1">
            <a:spLocks/>
          </p:cNvSpPr>
          <p:nvPr/>
        </p:nvSpPr>
        <p:spPr>
          <a:xfrm>
            <a:off x="-219522" y="501890"/>
            <a:ext cx="11734800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QUỸ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CHỨNG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KHOÁN</a:t>
            </a:r>
            <a:endParaRPr lang="en-US" sz="2400" b="1" dirty="0">
              <a:solidFill>
                <a:srgbClr val="3587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4EE8B02-2647-42E4-B21F-E0F0328DFC49}"/>
              </a:ext>
            </a:extLst>
          </p:cNvPr>
          <p:cNvSpPr/>
          <p:nvPr/>
        </p:nvSpPr>
        <p:spPr>
          <a:xfrm>
            <a:off x="545799" y="164743"/>
            <a:ext cx="1959130" cy="489098"/>
          </a:xfrm>
          <a:prstGeom prst="roundRect">
            <a:avLst/>
          </a:prstGeom>
          <a:solidFill>
            <a:srgbClr val="358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PHÂN LOẠI</a:t>
            </a:r>
          </a:p>
        </p:txBody>
      </p:sp>
    </p:spTree>
    <p:extLst>
      <p:ext uri="{BB962C8B-B14F-4D97-AF65-F5344CB8AC3E}">
        <p14:creationId xmlns:p14="http://schemas.microsoft.com/office/powerpoint/2010/main" val="9626965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592000" y="744728"/>
            <a:ext cx="3600000" cy="0"/>
          </a:xfrm>
          <a:prstGeom prst="line">
            <a:avLst/>
          </a:prstGeom>
          <a:ln w="28575">
            <a:solidFill>
              <a:srgbClr val="35874C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742390"/>
            <a:ext cx="3600000" cy="0"/>
          </a:xfrm>
          <a:prstGeom prst="line">
            <a:avLst/>
          </a:prstGeom>
          <a:ln w="28575">
            <a:solidFill>
              <a:srgbClr val="35874C"/>
            </a:solidFill>
            <a:headEnd type="non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429FF3B-37A2-43BB-8E3D-D1BB9DA4503B}"/>
              </a:ext>
            </a:extLst>
          </p:cNvPr>
          <p:cNvSpPr/>
          <p:nvPr/>
        </p:nvSpPr>
        <p:spPr>
          <a:xfrm>
            <a:off x="1640870" y="1238694"/>
            <a:ext cx="3636334" cy="489098"/>
          </a:xfrm>
          <a:prstGeom prst="roundRect">
            <a:avLst/>
          </a:prstGeom>
          <a:solidFill>
            <a:srgbClr val="358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CƠ CHẾ HOẠT ĐỘNG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D91942D-7D5F-4B14-A5F8-39688EB8D5B0}"/>
              </a:ext>
            </a:extLst>
          </p:cNvPr>
          <p:cNvCxnSpPr>
            <a:cxnSpLocks/>
            <a:stCxn id="2" idx="2"/>
          </p:cNvCxnSpPr>
          <p:nvPr/>
        </p:nvCxnSpPr>
        <p:spPr>
          <a:xfrm flipH="1">
            <a:off x="2446021" y="1727792"/>
            <a:ext cx="1013016" cy="1218709"/>
          </a:xfrm>
          <a:prstGeom prst="straightConnector1">
            <a:avLst/>
          </a:prstGeom>
          <a:ln w="19050">
            <a:solidFill>
              <a:srgbClr val="35874C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reeform 26">
            <a:extLst>
              <a:ext uri="{FF2B5EF4-FFF2-40B4-BE49-F238E27FC236}">
                <a16:creationId xmlns:a16="http://schemas.microsoft.com/office/drawing/2014/main" id="{44DFB10B-193A-4595-9715-FE56D2F942B5}"/>
              </a:ext>
            </a:extLst>
          </p:cNvPr>
          <p:cNvSpPr/>
          <p:nvPr/>
        </p:nvSpPr>
        <p:spPr>
          <a:xfrm>
            <a:off x="1515308" y="3164527"/>
            <a:ext cx="1436290" cy="1436290"/>
          </a:xfrm>
          <a:custGeom>
            <a:avLst/>
            <a:gdLst>
              <a:gd name="connsiteX0" fmla="*/ 0 w 1436290"/>
              <a:gd name="connsiteY0" fmla="*/ 718145 h 1436290"/>
              <a:gd name="connsiteX1" fmla="*/ 718145 w 1436290"/>
              <a:gd name="connsiteY1" fmla="*/ 0 h 1436290"/>
              <a:gd name="connsiteX2" fmla="*/ 1436290 w 1436290"/>
              <a:gd name="connsiteY2" fmla="*/ 718145 h 1436290"/>
              <a:gd name="connsiteX3" fmla="*/ 718145 w 1436290"/>
              <a:gd name="connsiteY3" fmla="*/ 1436290 h 1436290"/>
              <a:gd name="connsiteX4" fmla="*/ 0 w 1436290"/>
              <a:gd name="connsiteY4" fmla="*/ 718145 h 1436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35874C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1930" tIns="231930" rIns="231930" bIns="231930" numCol="1" spcCol="1270" anchor="ctr" anchorCtr="0">
            <a:noAutofit/>
          </a:bodyPr>
          <a:lstStyle/>
          <a:p>
            <a:pPr lvl="0" algn="ctr"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700" b="1" kern="1200" dirty="0" err="1"/>
              <a:t>QUỸ</a:t>
            </a:r>
            <a:r>
              <a:rPr lang="en-US" sz="1700" b="1" kern="1200" dirty="0"/>
              <a:t> </a:t>
            </a:r>
            <a:r>
              <a:rPr lang="en-US" sz="1700" b="1" kern="1200" dirty="0" err="1"/>
              <a:t>MỞ</a:t>
            </a:r>
            <a:endParaRPr lang="en-US" sz="1700" b="1" kern="12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940B706-0D27-4455-ACE0-6C4477D1625F}"/>
              </a:ext>
            </a:extLst>
          </p:cNvPr>
          <p:cNvSpPr/>
          <p:nvPr/>
        </p:nvSpPr>
        <p:spPr>
          <a:xfrm>
            <a:off x="3596197" y="2558703"/>
            <a:ext cx="5399213" cy="387798"/>
          </a:xfrm>
          <a:prstGeom prst="roundRect">
            <a:avLst/>
          </a:prstGeom>
          <a:solidFill>
            <a:srgbClr val="358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endParaRPr lang="en-US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42FDC89-F8EE-4468-9990-258352F9B09A}"/>
              </a:ext>
            </a:extLst>
          </p:cNvPr>
          <p:cNvSpPr/>
          <p:nvPr/>
        </p:nvSpPr>
        <p:spPr>
          <a:xfrm>
            <a:off x="3957813" y="3735726"/>
            <a:ext cx="5399213" cy="387798"/>
          </a:xfrm>
          <a:prstGeom prst="roundRect">
            <a:avLst/>
          </a:prstGeom>
          <a:solidFill>
            <a:srgbClr val="358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NAV/CCQ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9D695C9-2613-412D-9F95-AEF73BAA8CA9}"/>
              </a:ext>
            </a:extLst>
          </p:cNvPr>
          <p:cNvSpPr/>
          <p:nvPr/>
        </p:nvSpPr>
        <p:spPr>
          <a:xfrm>
            <a:off x="3837793" y="4839330"/>
            <a:ext cx="5399213" cy="387798"/>
          </a:xfrm>
          <a:prstGeom prst="roundRect">
            <a:avLst/>
          </a:prstGeom>
          <a:solidFill>
            <a:srgbClr val="358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Thanh </a:t>
            </a:r>
            <a:r>
              <a:rPr lang="en-US" dirty="0" err="1"/>
              <a:t>khoản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, NĐT </a:t>
            </a:r>
            <a:r>
              <a:rPr lang="en-US" dirty="0" err="1"/>
              <a:t>mua</a:t>
            </a:r>
            <a:r>
              <a:rPr lang="en-US" dirty="0"/>
              <a:t>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dàng</a:t>
            </a:r>
            <a:endParaRPr lang="en-US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F1207A2-212B-4E12-943A-0863395DA893}"/>
              </a:ext>
            </a:extLst>
          </p:cNvPr>
          <p:cNvSpPr/>
          <p:nvPr/>
        </p:nvSpPr>
        <p:spPr>
          <a:xfrm>
            <a:off x="3596196" y="5405908"/>
            <a:ext cx="5399213" cy="387798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Minh </a:t>
            </a:r>
            <a:r>
              <a:rPr lang="en-US" dirty="0" err="1"/>
              <a:t>bạch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2AC9F9A-93A8-4D9C-950A-3A19D4464888}"/>
              </a:ext>
            </a:extLst>
          </p:cNvPr>
          <p:cNvSpPr/>
          <p:nvPr/>
        </p:nvSpPr>
        <p:spPr>
          <a:xfrm>
            <a:off x="3229107" y="5970347"/>
            <a:ext cx="5399213" cy="387798"/>
          </a:xfrm>
          <a:prstGeom prst="roundRect">
            <a:avLst/>
          </a:prstGeom>
          <a:solidFill>
            <a:srgbClr val="358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TTCK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tr</a:t>
            </a:r>
            <a:r>
              <a:rPr lang="vi-VN" dirty="0"/>
              <a:t>ư</a:t>
            </a:r>
            <a:r>
              <a:rPr lang="en-US" dirty="0" err="1"/>
              <a:t>ờng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,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phổ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cao</a:t>
            </a:r>
            <a:endParaRPr lang="en-US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6359755-C186-428F-9DF7-64B8E35D9D96}"/>
              </a:ext>
            </a:extLst>
          </p:cNvPr>
          <p:cNvSpPr/>
          <p:nvPr/>
        </p:nvSpPr>
        <p:spPr>
          <a:xfrm>
            <a:off x="3356166" y="1982694"/>
            <a:ext cx="5399213" cy="387798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</a:t>
            </a:r>
            <a:r>
              <a:rPr lang="vi-VN" dirty="0"/>
              <a:t>ư</a:t>
            </a:r>
            <a:r>
              <a:rPr lang="en-US" dirty="0" err="1"/>
              <a:t>ờng</a:t>
            </a:r>
            <a:r>
              <a:rPr lang="en-US" dirty="0"/>
              <a:t> </a:t>
            </a:r>
            <a:r>
              <a:rPr lang="en-US" dirty="0" err="1"/>
              <a:t>xuyên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/</a:t>
            </a:r>
            <a:r>
              <a:rPr lang="en-US" dirty="0" err="1"/>
              <a:t>mua</a:t>
            </a:r>
            <a:r>
              <a:rPr lang="en-US" dirty="0"/>
              <a:t> </a:t>
            </a:r>
            <a:r>
              <a:rPr lang="en-US" dirty="0" err="1"/>
              <a:t>lại</a:t>
            </a:r>
            <a:endParaRPr lang="en-US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E74FEF98-2190-48AD-BE02-783A608D62B7}"/>
              </a:ext>
            </a:extLst>
          </p:cNvPr>
          <p:cNvSpPr/>
          <p:nvPr/>
        </p:nvSpPr>
        <p:spPr>
          <a:xfrm>
            <a:off x="3957812" y="4274737"/>
            <a:ext cx="5399213" cy="387798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qua </a:t>
            </a:r>
            <a:r>
              <a:rPr lang="en-US" dirty="0" err="1"/>
              <a:t>công</a:t>
            </a:r>
            <a:r>
              <a:rPr lang="en-US" dirty="0"/>
              <a:t> ty QLQ/ĐLPP, ko NY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7BA13AFF-A22B-4767-990C-3DCAC69809C9}"/>
              </a:ext>
            </a:extLst>
          </p:cNvPr>
          <p:cNvSpPr/>
          <p:nvPr/>
        </p:nvSpPr>
        <p:spPr>
          <a:xfrm>
            <a:off x="3837794" y="3162359"/>
            <a:ext cx="5399213" cy="387798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Đầu</a:t>
            </a:r>
            <a:r>
              <a:rPr lang="en-US" dirty="0"/>
              <a:t> t</a:t>
            </a:r>
            <a:r>
              <a:rPr lang="vi-VN" dirty="0"/>
              <a:t>ư</a:t>
            </a:r>
            <a:r>
              <a:rPr lang="en-US" dirty="0"/>
              <a:t> TS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khoản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tiền</a:t>
            </a:r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D4001ABF-1222-467C-96B2-E54BABD13F3A}"/>
              </a:ext>
            </a:extLst>
          </p:cNvPr>
          <p:cNvSpPr txBox="1">
            <a:spLocks/>
          </p:cNvSpPr>
          <p:nvPr/>
        </p:nvSpPr>
        <p:spPr>
          <a:xfrm>
            <a:off x="-219522" y="501890"/>
            <a:ext cx="11734800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QUỸ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CHỨNG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KHOÁN</a:t>
            </a:r>
            <a:endParaRPr lang="en-US" sz="2400" b="1" dirty="0">
              <a:solidFill>
                <a:srgbClr val="3587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65D2691-F79B-43D6-BA97-558E023FDE1E}"/>
              </a:ext>
            </a:extLst>
          </p:cNvPr>
          <p:cNvSpPr/>
          <p:nvPr/>
        </p:nvSpPr>
        <p:spPr>
          <a:xfrm>
            <a:off x="545799" y="164743"/>
            <a:ext cx="1959130" cy="489098"/>
          </a:xfrm>
          <a:prstGeom prst="roundRect">
            <a:avLst/>
          </a:prstGeom>
          <a:solidFill>
            <a:srgbClr val="358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PHÂN LOẠI</a:t>
            </a:r>
          </a:p>
        </p:txBody>
      </p:sp>
    </p:spTree>
    <p:extLst>
      <p:ext uri="{BB962C8B-B14F-4D97-AF65-F5344CB8AC3E}">
        <p14:creationId xmlns:p14="http://schemas.microsoft.com/office/powerpoint/2010/main" val="13791917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592000" y="744728"/>
            <a:ext cx="3600000" cy="0"/>
          </a:xfrm>
          <a:prstGeom prst="line">
            <a:avLst/>
          </a:prstGeom>
          <a:ln w="28575">
            <a:solidFill>
              <a:srgbClr val="35874C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740612"/>
            <a:ext cx="3600000" cy="0"/>
          </a:xfrm>
          <a:prstGeom prst="line">
            <a:avLst/>
          </a:prstGeom>
          <a:ln w="28575">
            <a:solidFill>
              <a:srgbClr val="35874C"/>
            </a:solidFill>
            <a:headEnd type="non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D91942D-7D5F-4B14-A5F8-39688EB8D5B0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3459037" y="1727792"/>
            <a:ext cx="712913" cy="969688"/>
          </a:xfrm>
          <a:prstGeom prst="straightConnector1">
            <a:avLst/>
          </a:prstGeom>
          <a:ln w="19050">
            <a:solidFill>
              <a:srgbClr val="35874C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6359755-C186-428F-9DF7-64B8E35D9D96}"/>
              </a:ext>
            </a:extLst>
          </p:cNvPr>
          <p:cNvSpPr/>
          <p:nvPr/>
        </p:nvSpPr>
        <p:spPr>
          <a:xfrm>
            <a:off x="4870266" y="2399054"/>
            <a:ext cx="5399213" cy="387798"/>
          </a:xfrm>
          <a:prstGeom prst="roundRect">
            <a:avLst/>
          </a:prstGeom>
          <a:solidFill>
            <a:srgbClr val="358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lần</a:t>
            </a:r>
            <a:r>
              <a:rPr lang="en-US" dirty="0"/>
              <a:t>,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mua</a:t>
            </a:r>
            <a:r>
              <a:rPr lang="en-US" dirty="0"/>
              <a:t> </a:t>
            </a:r>
            <a:r>
              <a:rPr lang="en-US" dirty="0" err="1"/>
              <a:t>lại</a:t>
            </a:r>
            <a:endParaRPr lang="en-US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8F22555-7C8C-43E2-975B-9D75FD245ADB}"/>
              </a:ext>
            </a:extLst>
          </p:cNvPr>
          <p:cNvSpPr/>
          <p:nvPr/>
        </p:nvSpPr>
        <p:spPr>
          <a:xfrm>
            <a:off x="5277479" y="2968407"/>
            <a:ext cx="5399213" cy="387798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Niêm</a:t>
            </a:r>
            <a:r>
              <a:rPr lang="en-US" dirty="0"/>
              <a:t> </a:t>
            </a:r>
            <a:r>
              <a:rPr lang="en-US" dirty="0" err="1"/>
              <a:t>yết</a:t>
            </a:r>
            <a:r>
              <a:rPr lang="en-US" dirty="0"/>
              <a:t>,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TTCK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cấp</a:t>
            </a:r>
            <a:endParaRPr lang="en-US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06FAC45-F5F7-4BFE-BF0A-8321AAC15FC0}"/>
              </a:ext>
            </a:extLst>
          </p:cNvPr>
          <p:cNvSpPr/>
          <p:nvPr/>
        </p:nvSpPr>
        <p:spPr>
          <a:xfrm>
            <a:off x="5277478" y="3527355"/>
            <a:ext cx="5399213" cy="387798"/>
          </a:xfrm>
          <a:prstGeom prst="roundRect">
            <a:avLst/>
          </a:prstGeom>
          <a:solidFill>
            <a:srgbClr val="358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Chi </a:t>
            </a:r>
            <a:r>
              <a:rPr lang="en-US" dirty="0" err="1"/>
              <a:t>phí</a:t>
            </a:r>
            <a:r>
              <a:rPr lang="en-US" dirty="0"/>
              <a:t> </a:t>
            </a:r>
            <a:r>
              <a:rPr lang="en-US" dirty="0" err="1"/>
              <a:t>thấp</a:t>
            </a:r>
            <a:r>
              <a:rPr lang="en-US" dirty="0"/>
              <a:t> h</a:t>
            </a:r>
            <a:r>
              <a:rPr lang="vi-VN" dirty="0"/>
              <a:t>ơ</a:t>
            </a:r>
            <a:r>
              <a:rPr lang="en-US" dirty="0"/>
              <a:t>n </a:t>
            </a:r>
            <a:r>
              <a:rPr lang="en-US" dirty="0" err="1"/>
              <a:t>quỹ</a:t>
            </a:r>
            <a:r>
              <a:rPr lang="en-US" dirty="0"/>
              <a:t> </a:t>
            </a:r>
            <a:r>
              <a:rPr lang="en-US" dirty="0" err="1"/>
              <a:t>mở</a:t>
            </a:r>
            <a:endParaRPr lang="en-US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FECEB53-4342-4A32-AA72-835632516425}"/>
              </a:ext>
            </a:extLst>
          </p:cNvPr>
          <p:cNvSpPr/>
          <p:nvPr/>
        </p:nvSpPr>
        <p:spPr>
          <a:xfrm>
            <a:off x="4870265" y="4124496"/>
            <a:ext cx="5399213" cy="387798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cung</a:t>
            </a:r>
            <a:r>
              <a:rPr lang="en-US" dirty="0"/>
              <a:t> –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tr</a:t>
            </a:r>
            <a:r>
              <a:rPr lang="vi-VN" dirty="0"/>
              <a:t>ư</a:t>
            </a:r>
            <a:r>
              <a:rPr lang="en-US" dirty="0" err="1"/>
              <a:t>ờng</a:t>
            </a:r>
            <a:endParaRPr lang="en-US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2AA309A-A944-4A8C-9D29-986F2A250F44}"/>
              </a:ext>
            </a:extLst>
          </p:cNvPr>
          <p:cNvSpPr/>
          <p:nvPr/>
        </p:nvSpPr>
        <p:spPr>
          <a:xfrm>
            <a:off x="1640870" y="1238694"/>
            <a:ext cx="3636334" cy="489098"/>
          </a:xfrm>
          <a:prstGeom prst="roundRect">
            <a:avLst/>
          </a:prstGeom>
          <a:solidFill>
            <a:srgbClr val="358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CƠ CHẾ HOẠT ĐỘNG</a:t>
            </a:r>
          </a:p>
        </p:txBody>
      </p:sp>
      <p:sp>
        <p:nvSpPr>
          <p:cNvPr id="25" name="Freeform 26">
            <a:extLst>
              <a:ext uri="{FF2B5EF4-FFF2-40B4-BE49-F238E27FC236}">
                <a16:creationId xmlns:a16="http://schemas.microsoft.com/office/drawing/2014/main" id="{DC6D7525-C83F-4CCC-ADD4-7E2DB7F3B47E}"/>
              </a:ext>
            </a:extLst>
          </p:cNvPr>
          <p:cNvSpPr/>
          <p:nvPr/>
        </p:nvSpPr>
        <p:spPr>
          <a:xfrm>
            <a:off x="3543906" y="2836998"/>
            <a:ext cx="1436290" cy="1436290"/>
          </a:xfrm>
          <a:custGeom>
            <a:avLst/>
            <a:gdLst>
              <a:gd name="connsiteX0" fmla="*/ 0 w 1436290"/>
              <a:gd name="connsiteY0" fmla="*/ 718145 h 1436290"/>
              <a:gd name="connsiteX1" fmla="*/ 718145 w 1436290"/>
              <a:gd name="connsiteY1" fmla="*/ 0 h 1436290"/>
              <a:gd name="connsiteX2" fmla="*/ 1436290 w 1436290"/>
              <a:gd name="connsiteY2" fmla="*/ 718145 h 1436290"/>
              <a:gd name="connsiteX3" fmla="*/ 718145 w 1436290"/>
              <a:gd name="connsiteY3" fmla="*/ 1436290 h 1436290"/>
              <a:gd name="connsiteX4" fmla="*/ 0 w 1436290"/>
              <a:gd name="connsiteY4" fmla="*/ 718145 h 1436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ED7D31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1930" tIns="231930" rIns="231930" bIns="231930" numCol="1" spcCol="1270" anchor="ctr" anchorCtr="0">
            <a:noAutofit/>
          </a:bodyPr>
          <a:lstStyle/>
          <a:p>
            <a:pPr lvl="0" algn="ctr"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700" b="1" kern="1200" dirty="0"/>
              <a:t>QUỸ </a:t>
            </a:r>
            <a:r>
              <a:rPr lang="en-US" sz="1700" b="1" dirty="0"/>
              <a:t>ĐÓNG</a:t>
            </a:r>
            <a:endParaRPr lang="en-US" sz="1700" b="1" kern="1200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59E6D6F-019A-4DB3-A955-650576DFE138}"/>
              </a:ext>
            </a:extLst>
          </p:cNvPr>
          <p:cNvSpPr txBox="1">
            <a:spLocks/>
          </p:cNvSpPr>
          <p:nvPr/>
        </p:nvSpPr>
        <p:spPr>
          <a:xfrm>
            <a:off x="-219522" y="501890"/>
            <a:ext cx="11734800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QUỸ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CHỨNG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KHOÁN</a:t>
            </a:r>
            <a:endParaRPr lang="en-US" sz="2400" b="1" dirty="0">
              <a:solidFill>
                <a:srgbClr val="3587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D8C69F9-82E4-41DF-A2B9-CBDE99A5325F}"/>
              </a:ext>
            </a:extLst>
          </p:cNvPr>
          <p:cNvSpPr/>
          <p:nvPr/>
        </p:nvSpPr>
        <p:spPr>
          <a:xfrm>
            <a:off x="545799" y="164743"/>
            <a:ext cx="1959130" cy="489098"/>
          </a:xfrm>
          <a:prstGeom prst="roundRect">
            <a:avLst/>
          </a:prstGeom>
          <a:solidFill>
            <a:srgbClr val="358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PHÂN LOẠI</a:t>
            </a:r>
          </a:p>
        </p:txBody>
      </p:sp>
    </p:spTree>
    <p:extLst>
      <p:ext uri="{BB962C8B-B14F-4D97-AF65-F5344CB8AC3E}">
        <p14:creationId xmlns:p14="http://schemas.microsoft.com/office/powerpoint/2010/main" val="16185914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592000" y="744728"/>
            <a:ext cx="3600000" cy="0"/>
          </a:xfrm>
          <a:prstGeom prst="line">
            <a:avLst/>
          </a:prstGeom>
          <a:ln w="28575">
            <a:solidFill>
              <a:srgbClr val="35874C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804800"/>
            <a:ext cx="3600000" cy="0"/>
          </a:xfrm>
          <a:prstGeom prst="line">
            <a:avLst/>
          </a:prstGeom>
          <a:ln w="28575">
            <a:solidFill>
              <a:srgbClr val="35874C"/>
            </a:solidFill>
            <a:headEnd type="non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8932890"/>
              </p:ext>
            </p:extLst>
          </p:nvPr>
        </p:nvGraphicFramePr>
        <p:xfrm>
          <a:off x="597263" y="1218203"/>
          <a:ext cx="11045015" cy="5326502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5493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76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80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037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1" marR="91451" marT="45725" marB="45725">
                    <a:lnT w="12700" cap="flat" cmpd="sng" algn="ctr">
                      <a:solidFill>
                        <a:srgbClr val="109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A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653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800" b="1" kern="1200" dirty="0">
                          <a:solidFill>
                            <a:srgbClr val="35874C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Times New Roman"/>
                        </a:rPr>
                        <a:t>QUỸ MỞ</a:t>
                      </a:r>
                      <a:endParaRPr sz="1800" b="1" kern="1200" dirty="0">
                        <a:solidFill>
                          <a:srgbClr val="35874C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Times New Roman"/>
                      </a:endParaRPr>
                    </a:p>
                  </a:txBody>
                  <a:tcPr marL="46000" marR="46000" marT="0" marB="0">
                    <a:lnT w="12700" cap="flat" cmpd="sng" algn="ctr">
                      <a:solidFill>
                        <a:srgbClr val="109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A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653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800" b="1" kern="1200" dirty="0">
                          <a:solidFill>
                            <a:srgbClr val="35874C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Times New Roman"/>
                        </a:rPr>
                        <a:t>QUỸ ĐÓNG</a:t>
                      </a:r>
                      <a:endParaRPr sz="1800" b="1" kern="1200" dirty="0">
                        <a:solidFill>
                          <a:srgbClr val="35874C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Times New Roman"/>
                      </a:endParaRPr>
                    </a:p>
                  </a:txBody>
                  <a:tcPr marL="46000" marR="46000" marT="0" marB="0">
                    <a:lnT w="12700" cap="flat" cmpd="sng" algn="ctr">
                      <a:solidFill>
                        <a:srgbClr val="109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A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4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653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vi-VN" sz="1600" b="1" kern="1200" dirty="0">
                          <a:solidFill>
                            <a:srgbClr val="ED7D3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QUY MÔ VỐN CỦA QUỸ</a:t>
                      </a:r>
                      <a:endParaRPr lang="vi-VN" sz="1600" b="1" kern="1200" dirty="0">
                        <a:solidFill>
                          <a:srgbClr val="ED7D31"/>
                        </a:solidFill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  <a:sym typeface="Times New Roman"/>
                      </a:endParaRPr>
                    </a:p>
                  </a:txBody>
                  <a:tcPr marL="46000" marR="46000" marT="0" marB="0">
                    <a:lnT w="12700" cap="flat" cmpd="sng" algn="ctr">
                      <a:solidFill>
                        <a:srgbClr val="42A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67E607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defTabSz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65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b="1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Th</a:t>
                      </a:r>
                      <a:r>
                        <a:rPr lang="vi-VN" sz="1600" b="1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ư</a:t>
                      </a:r>
                      <a:r>
                        <a:rPr lang="en-US" sz="1600" b="1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ờng</a:t>
                      </a:r>
                      <a:r>
                        <a:rPr lang="en-US" sz="1600" b="1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xuyên</a:t>
                      </a:r>
                      <a:r>
                        <a:rPr lang="en-US" sz="1600" b="1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thay</a:t>
                      </a:r>
                      <a:r>
                        <a:rPr lang="en-US" sz="1600" b="1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đổi</a:t>
                      </a:r>
                      <a:r>
                        <a:rPr lang="en-US" sz="1600" b="1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(variable capital)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tùy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thuộc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vào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quy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mô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các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lệnh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mua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hay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bán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CCQ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của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NĐT</a:t>
                      </a:r>
                      <a:endParaRPr sz="1600" kern="1200" dirty="0">
                        <a:solidFill>
                          <a:srgbClr val="063420"/>
                        </a:solidFill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  <a:sym typeface="Times New Roman"/>
                      </a:endParaRPr>
                    </a:p>
                  </a:txBody>
                  <a:tcPr marL="46000" marR="46000" marT="0" marB="0">
                    <a:lnT w="12700" cap="flat" cmpd="sng" algn="ctr">
                      <a:solidFill>
                        <a:srgbClr val="42A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67E607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defTabSz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65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b="1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Không</a:t>
                      </a:r>
                      <a:r>
                        <a:rPr lang="en-US" sz="1600" b="1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thay</a:t>
                      </a:r>
                      <a:r>
                        <a:rPr lang="en-US" sz="1600" b="1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đổi</a:t>
                      </a:r>
                      <a:r>
                        <a:rPr lang="en-US" sz="1600" b="1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trong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quá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trình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hoạt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động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(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trừ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TH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Quy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̃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thực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hiện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phát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hành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tăng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vốn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)</a:t>
                      </a:r>
                      <a:endParaRPr sz="1600" kern="1200" dirty="0">
                        <a:solidFill>
                          <a:srgbClr val="063420"/>
                        </a:solidFill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  <a:sym typeface="Times New Roman"/>
                      </a:endParaRPr>
                    </a:p>
                  </a:txBody>
                  <a:tcPr marL="46000" marR="46000" marT="0" marB="0">
                    <a:lnT w="12700" cap="flat" cmpd="sng" algn="ctr">
                      <a:solidFill>
                        <a:srgbClr val="42A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C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4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653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vi-VN" sz="1600" b="1" kern="1200" dirty="0">
                          <a:solidFill>
                            <a:srgbClr val="ED7D3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TÍNH THANH KHOẢN</a:t>
                      </a:r>
                      <a:endParaRPr lang="vi-VN" sz="1600" b="1" kern="1200" dirty="0">
                        <a:solidFill>
                          <a:srgbClr val="ED7D31"/>
                        </a:solidFill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  <a:sym typeface="Times New Roman"/>
                      </a:endParaRPr>
                    </a:p>
                  </a:txBody>
                  <a:tcPr marL="46000" marR="46000" marT="0" marB="0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defTabSz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65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b="1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Cao </a:t>
                      </a:r>
                      <a:r>
                        <a:rPr lang="en-US" sz="1600" b="1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hơn</a:t>
                      </a:r>
                      <a:r>
                        <a:rPr lang="en-US" sz="1600" b="1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do NĐT có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thê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̉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mua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,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bán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định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ky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̀ CCQ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với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công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ty QLQ</a:t>
                      </a:r>
                      <a:endParaRPr sz="1600" kern="1200" dirty="0">
                        <a:solidFill>
                          <a:srgbClr val="063420"/>
                        </a:solidFill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  <a:sym typeface="Times New Roman"/>
                      </a:endParaRPr>
                    </a:p>
                  </a:txBody>
                  <a:tcPr marL="46000" marR="46000" marT="0" marB="0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defTabSz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65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b="1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Bị</a:t>
                      </a:r>
                      <a:r>
                        <a:rPr lang="en-US" sz="1600" b="1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chi </a:t>
                      </a:r>
                      <a:r>
                        <a:rPr lang="en-US" sz="1600" b="1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phối</a:t>
                      </a:r>
                      <a:r>
                        <a:rPr lang="en-US" sz="1600" b="1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bởi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các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yếu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tô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́ vĩ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mô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,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xu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hướng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thị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trường</a:t>
                      </a:r>
                      <a:endParaRPr sz="1600" kern="1200" dirty="0">
                        <a:solidFill>
                          <a:srgbClr val="063420"/>
                        </a:solidFill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  <a:sym typeface="Times New Roman"/>
                      </a:endParaRPr>
                    </a:p>
                  </a:txBody>
                  <a:tcPr marL="46000" marR="4600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457">
                <a:tc>
                  <a:txBody>
                    <a:bodyPr/>
                    <a:lstStyle/>
                    <a:p>
                      <a:pPr marL="0" marR="0" lvl="0" indent="0" algn="ctr" defTabSz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653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600" b="1" kern="1200" dirty="0" err="1">
                          <a:solidFill>
                            <a:srgbClr val="ED7D3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TÀI</a:t>
                      </a:r>
                      <a:r>
                        <a:rPr lang="en-US" sz="1600" b="1" kern="1200" baseline="0" dirty="0">
                          <a:solidFill>
                            <a:srgbClr val="ED7D3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b="1" kern="1200" baseline="0" dirty="0" err="1">
                          <a:solidFill>
                            <a:srgbClr val="ED7D3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SẢN</a:t>
                      </a:r>
                      <a:r>
                        <a:rPr lang="en-US" sz="1600" b="1" kern="1200" baseline="0" dirty="0">
                          <a:solidFill>
                            <a:srgbClr val="ED7D3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b="1" kern="1200" baseline="0" dirty="0" err="1">
                          <a:solidFill>
                            <a:srgbClr val="ED7D3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ĐẦU</a:t>
                      </a:r>
                      <a:r>
                        <a:rPr lang="en-US" sz="1600" b="1" kern="1200" baseline="0" dirty="0">
                          <a:solidFill>
                            <a:srgbClr val="ED7D3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b="1" kern="1200" baseline="0" dirty="0" err="1">
                          <a:solidFill>
                            <a:srgbClr val="ED7D3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TƯ</a:t>
                      </a:r>
                      <a:endParaRPr lang="vi-VN" sz="1600" b="1" kern="1200" dirty="0">
                        <a:solidFill>
                          <a:srgbClr val="ED7D31"/>
                        </a:solidFill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  <a:sym typeface="Times New Roman"/>
                      </a:endParaRPr>
                    </a:p>
                  </a:txBody>
                  <a:tcPr marL="46000" marR="46000" marT="0" marB="0">
                    <a:solidFill>
                      <a:srgbClr val="67E607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65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Đòi</a:t>
                      </a:r>
                      <a:r>
                        <a:rPr lang="en-US" sz="1600" kern="1200" baseline="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baseline="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hỏi</a:t>
                      </a:r>
                      <a:r>
                        <a:rPr lang="en-US" sz="1600" kern="1200" baseline="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baseline="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đầu</a:t>
                      </a:r>
                      <a:r>
                        <a:rPr lang="en-US" sz="1600" kern="1200" baseline="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baseline="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tư</a:t>
                      </a:r>
                      <a:r>
                        <a:rPr lang="en-US" sz="1600" kern="1200" baseline="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baseline="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chủ</a:t>
                      </a:r>
                      <a:r>
                        <a:rPr lang="en-US" sz="1600" kern="1200" baseline="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baseline="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yếu</a:t>
                      </a:r>
                      <a:r>
                        <a:rPr lang="en-US" sz="1600" kern="1200" baseline="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baseline="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vào</a:t>
                      </a:r>
                      <a:r>
                        <a:rPr lang="en-US" sz="1600" kern="1200" baseline="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baseline="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tài</a:t>
                      </a:r>
                      <a:r>
                        <a:rPr lang="en-US" sz="1600" kern="1200" baseline="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baseline="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sản</a:t>
                      </a:r>
                      <a:r>
                        <a:rPr lang="en-US" sz="1600" kern="1200" baseline="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baseline="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có</a:t>
                      </a:r>
                      <a:r>
                        <a:rPr lang="en-US" sz="1600" kern="1200" baseline="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baseline="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tính</a:t>
                      </a:r>
                      <a:r>
                        <a:rPr lang="en-US" sz="1600" kern="1200" baseline="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baseline="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thanh</a:t>
                      </a:r>
                      <a:r>
                        <a:rPr lang="en-US" sz="1600" kern="1200" baseline="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baseline="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khoản</a:t>
                      </a:r>
                      <a:r>
                        <a:rPr lang="en-US" sz="1600" kern="1200" baseline="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baseline="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cao</a:t>
                      </a:r>
                      <a:endParaRPr sz="1600" kern="1200" dirty="0">
                        <a:solidFill>
                          <a:srgbClr val="063420"/>
                        </a:solidFill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  <a:sym typeface="Times New Roman"/>
                      </a:endParaRPr>
                    </a:p>
                  </a:txBody>
                  <a:tcPr marL="46000" marR="46000" marT="0" marB="0">
                    <a:solidFill>
                      <a:srgbClr val="67E607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65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Có</a:t>
                      </a:r>
                      <a:r>
                        <a:rPr lang="en-US" sz="1600" kern="1200" baseline="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baseline="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thể</a:t>
                      </a:r>
                      <a:r>
                        <a:rPr lang="en-US" sz="1600" kern="1200" baseline="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baseline="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đầu</a:t>
                      </a:r>
                      <a:r>
                        <a:rPr lang="en-US" sz="1600" kern="1200" baseline="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baseline="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tư</a:t>
                      </a:r>
                      <a:r>
                        <a:rPr lang="en-US" sz="1600" kern="1200" baseline="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baseline="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vào</a:t>
                      </a:r>
                      <a:r>
                        <a:rPr lang="en-US" sz="1600" kern="1200" baseline="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baseline="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cả</a:t>
                      </a:r>
                      <a:r>
                        <a:rPr lang="en-US" sz="1600" kern="1200" baseline="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baseline="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tài</a:t>
                      </a:r>
                      <a:r>
                        <a:rPr lang="en-US" sz="1600" kern="1200" baseline="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baseline="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sản</a:t>
                      </a:r>
                      <a:r>
                        <a:rPr lang="en-US" sz="1600" kern="1200" baseline="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baseline="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có</a:t>
                      </a:r>
                      <a:r>
                        <a:rPr lang="en-US" sz="1600" kern="1200" baseline="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baseline="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tính</a:t>
                      </a:r>
                      <a:r>
                        <a:rPr lang="en-US" sz="1600" kern="1200" baseline="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baseline="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thanh</a:t>
                      </a:r>
                      <a:r>
                        <a:rPr lang="en-US" sz="1600" kern="1200" baseline="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baseline="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khoản</a:t>
                      </a:r>
                      <a:r>
                        <a:rPr lang="en-US" sz="1600" kern="1200" baseline="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baseline="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cao</a:t>
                      </a:r>
                      <a:r>
                        <a:rPr lang="en-US" sz="1600" kern="1200" baseline="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/</a:t>
                      </a:r>
                      <a:r>
                        <a:rPr lang="en-US" sz="1600" kern="1200" baseline="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tài</a:t>
                      </a:r>
                      <a:r>
                        <a:rPr lang="en-US" sz="1600" kern="1200" baseline="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baseline="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sản</a:t>
                      </a:r>
                      <a:r>
                        <a:rPr lang="en-US" sz="1600" kern="1200" baseline="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baseline="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kém</a:t>
                      </a:r>
                      <a:r>
                        <a:rPr lang="en-US" sz="1600" kern="1200" baseline="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baseline="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thanh</a:t>
                      </a:r>
                      <a:r>
                        <a:rPr lang="en-US" sz="1600" kern="1200" baseline="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baseline="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khoản</a:t>
                      </a:r>
                      <a:endParaRPr sz="1600" kern="1200" dirty="0">
                        <a:solidFill>
                          <a:srgbClr val="063420"/>
                        </a:solidFill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  <a:sym typeface="Times New Roman"/>
                      </a:endParaRPr>
                    </a:p>
                  </a:txBody>
                  <a:tcPr marL="46000" marR="46000" marT="0" marB="0">
                    <a:solidFill>
                      <a:srgbClr val="FFC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4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653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vi-VN" sz="1600" b="1" kern="1200" dirty="0">
                          <a:solidFill>
                            <a:srgbClr val="ED7D3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QUẢN LÝ TIỀN MẶT</a:t>
                      </a:r>
                      <a:endParaRPr lang="vi-VN" sz="1600" b="1" kern="1200" dirty="0">
                        <a:solidFill>
                          <a:srgbClr val="ED7D31"/>
                        </a:solidFill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  <a:sym typeface="Times New Roman"/>
                      </a:endParaRPr>
                    </a:p>
                  </a:txBody>
                  <a:tcPr marL="46000" marR="46000" marT="0" marB="0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defTabSz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65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Phải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đảm</a:t>
                      </a:r>
                      <a:r>
                        <a:rPr lang="en-US" sz="1600" b="1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bảo</a:t>
                      </a:r>
                      <a:r>
                        <a:rPr lang="en-US" sz="1600" b="1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tiền</a:t>
                      </a:r>
                      <a:r>
                        <a:rPr lang="en-US" sz="1600" b="1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mặt</a:t>
                      </a:r>
                      <a:r>
                        <a:rPr lang="en-US" sz="1600" b="1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đáp</a:t>
                      </a:r>
                      <a:r>
                        <a:rPr lang="en-US" sz="1600" b="1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ứng</a:t>
                      </a:r>
                      <a:r>
                        <a:rPr lang="en-US" sz="1600" b="1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nhu</a:t>
                      </a:r>
                      <a:r>
                        <a:rPr lang="en-US" sz="1600" b="1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cầu</a:t>
                      </a:r>
                      <a:r>
                        <a:rPr lang="en-US" sz="1600" b="1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mua</a:t>
                      </a:r>
                      <a:r>
                        <a:rPr lang="en-US" sz="1600" b="1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lại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CCQ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của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NĐT</a:t>
                      </a:r>
                      <a:endParaRPr sz="1600" kern="1200" dirty="0">
                        <a:solidFill>
                          <a:srgbClr val="063420"/>
                        </a:solidFill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  <a:sym typeface="Times New Roman"/>
                      </a:endParaRPr>
                    </a:p>
                  </a:txBody>
                  <a:tcPr marL="46000" marR="46000" marT="0" marB="0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defTabSz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65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Không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có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ràng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buộc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cụ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thê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̉, có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thê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̉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đầu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tư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toàn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bô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̣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vốn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vào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tài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sản</a:t>
                      </a:r>
                      <a:endParaRPr sz="1600" kern="1200" dirty="0">
                        <a:solidFill>
                          <a:srgbClr val="063420"/>
                        </a:solidFill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  <a:sym typeface="Times New Roman"/>
                      </a:endParaRPr>
                    </a:p>
                  </a:txBody>
                  <a:tcPr marL="46000" marR="4600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062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653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600" b="1" kern="1200" dirty="0">
                          <a:solidFill>
                            <a:srgbClr val="ED7D3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GIÁ CCQ</a:t>
                      </a:r>
                      <a:endParaRPr lang="en-US" sz="1600" b="1" kern="1200" dirty="0">
                        <a:solidFill>
                          <a:srgbClr val="ED7D31"/>
                        </a:solidFill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  <a:sym typeface="Times New Roman"/>
                      </a:endParaRPr>
                    </a:p>
                  </a:txBody>
                  <a:tcPr marL="46000" marR="46000" marT="0" marB="0">
                    <a:solidFill>
                      <a:srgbClr val="67E607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defTabSz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65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NAV/CCQ</a:t>
                      </a:r>
                      <a:endParaRPr sz="1600" kern="1200" dirty="0">
                        <a:solidFill>
                          <a:srgbClr val="06342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just" defTabSz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65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b="1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Phản</a:t>
                      </a:r>
                      <a:r>
                        <a:rPr lang="en-US" sz="1600" b="1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ánh</a:t>
                      </a:r>
                      <a:r>
                        <a:rPr lang="en-US" sz="1600" b="1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hiệu</a:t>
                      </a:r>
                      <a:r>
                        <a:rPr lang="en-US" sz="1600" b="1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quả </a:t>
                      </a:r>
                      <a:r>
                        <a:rPr lang="en-US" sz="1600" b="1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của</a:t>
                      </a:r>
                      <a:r>
                        <a:rPr lang="en-US" sz="1600" b="1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hoạt</a:t>
                      </a:r>
                      <a:r>
                        <a:rPr lang="en-US" sz="1600" b="1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động</a:t>
                      </a:r>
                      <a:r>
                        <a:rPr lang="en-US" sz="1600" b="1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đầu</a:t>
                      </a:r>
                      <a:r>
                        <a:rPr lang="en-US" sz="1600" b="1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tư</a:t>
                      </a:r>
                      <a:endParaRPr sz="1600" b="1" kern="1200" dirty="0">
                        <a:solidFill>
                          <a:srgbClr val="063420"/>
                        </a:solidFill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  <a:sym typeface="Times New Roman"/>
                      </a:endParaRPr>
                    </a:p>
                  </a:txBody>
                  <a:tcPr marL="46000" marR="46000" marT="0" marB="0">
                    <a:solidFill>
                      <a:srgbClr val="67E607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defTabSz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65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b="1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Giá</a:t>
                      </a:r>
                      <a:r>
                        <a:rPr lang="en-US" sz="1600" b="1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thị</a:t>
                      </a:r>
                      <a:r>
                        <a:rPr lang="en-US" sz="1600" b="1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trường</a:t>
                      </a:r>
                      <a:r>
                        <a:rPr lang="en-US" sz="1600" b="1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(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xác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định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theo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nguyên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tắc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cung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–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cầu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) có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mối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tương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quan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thấp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với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NAV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của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quy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̃</a:t>
                      </a:r>
                      <a:endParaRPr sz="1600" kern="1200" dirty="0">
                        <a:solidFill>
                          <a:srgbClr val="063420"/>
                        </a:solidFill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  <a:sym typeface="Times New Roman"/>
                      </a:endParaRPr>
                    </a:p>
                  </a:txBody>
                  <a:tcPr marL="46000" marR="46000" marT="0" marB="0">
                    <a:solidFill>
                      <a:srgbClr val="FFC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30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653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600" b="1" kern="1200" dirty="0">
                          <a:solidFill>
                            <a:srgbClr val="ED7D3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MUA/BÁN CCQ</a:t>
                      </a:r>
                      <a:endParaRPr lang="en-US" sz="1600" b="1" kern="1200" dirty="0">
                        <a:solidFill>
                          <a:srgbClr val="ED7D31"/>
                        </a:solidFill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  <a:sym typeface="Times New Roman"/>
                      </a:endParaRPr>
                    </a:p>
                  </a:txBody>
                  <a:tcPr marL="46000" marR="46000" marT="0" marB="0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defTabSz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65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b="1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Trực</a:t>
                      </a:r>
                      <a:r>
                        <a:rPr lang="en-US" sz="1600" b="1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tiếp</a:t>
                      </a:r>
                      <a:r>
                        <a:rPr lang="en-US" sz="1600" b="1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với</a:t>
                      </a:r>
                      <a:r>
                        <a:rPr lang="en-US" sz="1600" b="1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quỹ</a:t>
                      </a:r>
                      <a:r>
                        <a:rPr lang="en-US" sz="1600" b="1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t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hông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qua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mạng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lưới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các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đại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ly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́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phân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phối</a:t>
                      </a:r>
                      <a:endParaRPr sz="1600" kern="1200" dirty="0">
                        <a:solidFill>
                          <a:srgbClr val="063420"/>
                        </a:solidFill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  <a:sym typeface="Times New Roman"/>
                      </a:endParaRPr>
                    </a:p>
                  </a:txBody>
                  <a:tcPr marL="46000" marR="46000" marT="0" marB="0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defTabSz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65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b="1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Giữa</a:t>
                      </a:r>
                      <a:r>
                        <a:rPr lang="en-US" sz="1600" b="1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các</a:t>
                      </a:r>
                      <a:r>
                        <a:rPr lang="en-US" sz="1600" b="1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NĐT </a:t>
                      </a:r>
                      <a:r>
                        <a:rPr lang="en-US" sz="1600" b="1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với</a:t>
                      </a:r>
                      <a:r>
                        <a:rPr lang="en-US" sz="1600" b="1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nhau</a:t>
                      </a:r>
                      <a:r>
                        <a:rPr lang="en-US" sz="1600" b="1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t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rên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thi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̣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trường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giao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dịch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tập</a:t>
                      </a:r>
                      <a:r>
                        <a:rPr lang="en-US" sz="1600" kern="120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Times New Roman"/>
                        </a:rPr>
                        <a:t>trung</a:t>
                      </a:r>
                      <a:endParaRPr sz="1600" kern="1200" dirty="0">
                        <a:solidFill>
                          <a:srgbClr val="063420"/>
                        </a:solidFill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  <a:sym typeface="Times New Roman"/>
                      </a:endParaRPr>
                    </a:p>
                  </a:txBody>
                  <a:tcPr marL="46000" marR="4600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3030">
                <a:tc>
                  <a:txBody>
                    <a:bodyPr/>
                    <a:lstStyle/>
                    <a:p>
                      <a:pPr marL="0" marR="0" lvl="0" indent="0" algn="ctr" defTabSz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653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600" b="1" kern="1200" dirty="0" err="1">
                          <a:solidFill>
                            <a:srgbClr val="ED7D3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VAY</a:t>
                      </a:r>
                      <a:endParaRPr lang="en-US" sz="1600" b="1" kern="1200" dirty="0">
                        <a:solidFill>
                          <a:srgbClr val="ED7D31"/>
                        </a:solidFill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  <a:sym typeface="Times New Roman"/>
                      </a:endParaRPr>
                    </a:p>
                  </a:txBody>
                  <a:tcPr marL="46000" marR="46000" marT="0" marB="0">
                    <a:lnB w="12700" cap="flat" cmpd="sng" algn="ctr">
                      <a:solidFill>
                        <a:srgbClr val="109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E607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65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Rất</a:t>
                      </a:r>
                      <a:r>
                        <a:rPr lang="en-US" sz="1600" kern="1200" baseline="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baseline="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hạn</a:t>
                      </a:r>
                      <a:r>
                        <a:rPr lang="en-US" sz="1600" kern="1200" baseline="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baseline="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chế</a:t>
                      </a:r>
                      <a:r>
                        <a:rPr lang="en-US" sz="1600" kern="1200" baseline="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/</a:t>
                      </a:r>
                      <a:r>
                        <a:rPr lang="en-US" sz="1600" kern="1200" baseline="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không</a:t>
                      </a:r>
                      <a:r>
                        <a:rPr lang="en-US" sz="1600" kern="1200" baseline="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baseline="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được</a:t>
                      </a:r>
                      <a:r>
                        <a:rPr lang="en-US" sz="1600" kern="1200" baseline="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baseline="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quyền</a:t>
                      </a:r>
                      <a:r>
                        <a:rPr lang="en-US" sz="1600" kern="1200" baseline="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baseline="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đi</a:t>
                      </a:r>
                      <a:r>
                        <a:rPr lang="en-US" sz="1600" kern="1200" baseline="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baseline="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vay</a:t>
                      </a:r>
                      <a:endParaRPr sz="1600" kern="1200" dirty="0">
                        <a:solidFill>
                          <a:srgbClr val="063420"/>
                        </a:solidFill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  <a:sym typeface="Times New Roman"/>
                      </a:endParaRPr>
                    </a:p>
                  </a:txBody>
                  <a:tcPr marL="46000" marR="46000" marT="0" marB="0">
                    <a:lnB w="12700" cap="flat" cmpd="sng" algn="ctr">
                      <a:solidFill>
                        <a:srgbClr val="109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E607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653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kern="120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Có</a:t>
                      </a:r>
                      <a:r>
                        <a:rPr lang="en-US" sz="1600" kern="1200" baseline="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baseline="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thể</a:t>
                      </a:r>
                      <a:r>
                        <a:rPr lang="en-US" sz="1600" kern="1200" baseline="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baseline="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đi</a:t>
                      </a:r>
                      <a:r>
                        <a:rPr lang="en-US" sz="1600" kern="1200" baseline="0" dirty="0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-US" sz="1600" kern="1200" baseline="0" dirty="0" err="1">
                          <a:solidFill>
                            <a:srgbClr val="063420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vay</a:t>
                      </a:r>
                      <a:endParaRPr sz="1600" kern="1200" dirty="0">
                        <a:solidFill>
                          <a:srgbClr val="063420"/>
                        </a:solidFill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  <a:sym typeface="Times New Roman"/>
                      </a:endParaRPr>
                    </a:p>
                  </a:txBody>
                  <a:tcPr marL="46000" marR="46000" marT="0" marB="0">
                    <a:lnB w="12700" cap="flat" cmpd="sng" algn="ctr">
                      <a:solidFill>
                        <a:srgbClr val="109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13197459-697D-4BC4-A513-5B084CEE1B8E}"/>
              </a:ext>
            </a:extLst>
          </p:cNvPr>
          <p:cNvSpPr txBox="1">
            <a:spLocks/>
          </p:cNvSpPr>
          <p:nvPr/>
        </p:nvSpPr>
        <p:spPr>
          <a:xfrm>
            <a:off x="-219522" y="501890"/>
            <a:ext cx="11734800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QUỸ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CHỨNG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KHOÁN</a:t>
            </a:r>
            <a:endParaRPr lang="en-US" sz="2400" b="1" dirty="0">
              <a:solidFill>
                <a:srgbClr val="3587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98644D3-3216-4784-9873-953B99A3FCE5}"/>
              </a:ext>
            </a:extLst>
          </p:cNvPr>
          <p:cNvSpPr/>
          <p:nvPr/>
        </p:nvSpPr>
        <p:spPr>
          <a:xfrm>
            <a:off x="545799" y="164743"/>
            <a:ext cx="1959130" cy="489098"/>
          </a:xfrm>
          <a:prstGeom prst="roundRect">
            <a:avLst/>
          </a:prstGeom>
          <a:solidFill>
            <a:srgbClr val="358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PHÂN LOẠI</a:t>
            </a:r>
          </a:p>
        </p:txBody>
      </p:sp>
    </p:spTree>
    <p:extLst>
      <p:ext uri="{BB962C8B-B14F-4D97-AF65-F5344CB8AC3E}">
        <p14:creationId xmlns:p14="http://schemas.microsoft.com/office/powerpoint/2010/main" val="30805980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592000" y="744728"/>
            <a:ext cx="3600000" cy="0"/>
          </a:xfrm>
          <a:prstGeom prst="line">
            <a:avLst/>
          </a:prstGeom>
          <a:ln w="28575">
            <a:solidFill>
              <a:srgbClr val="35874C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740612"/>
            <a:ext cx="3600000" cy="0"/>
          </a:xfrm>
          <a:prstGeom prst="line">
            <a:avLst/>
          </a:prstGeom>
          <a:ln w="28575">
            <a:solidFill>
              <a:srgbClr val="35874C"/>
            </a:solidFill>
            <a:headEnd type="non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433745439"/>
              </p:ext>
            </p:extLst>
          </p:nvPr>
        </p:nvGraphicFramePr>
        <p:xfrm>
          <a:off x="1968500" y="861502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Left-Right Arrow 2"/>
          <p:cNvSpPr/>
          <p:nvPr/>
        </p:nvSpPr>
        <p:spPr>
          <a:xfrm>
            <a:off x="4432300" y="2933700"/>
            <a:ext cx="3060700" cy="1282700"/>
          </a:xfrm>
          <a:prstGeom prst="leftRightArrow">
            <a:avLst/>
          </a:prstGeom>
          <a:solidFill>
            <a:srgbClr val="5482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/>
              <a:t>ĐỐI</a:t>
            </a:r>
            <a:r>
              <a:rPr lang="en-US" sz="2000" b="1" dirty="0"/>
              <a:t> </a:t>
            </a:r>
            <a:r>
              <a:rPr lang="en-US" sz="2000" b="1" dirty="0" err="1"/>
              <a:t>TƯỢNG</a:t>
            </a:r>
            <a:r>
              <a:rPr lang="en-US" sz="2000" b="1" dirty="0"/>
              <a:t> </a:t>
            </a:r>
            <a:r>
              <a:rPr lang="en-US" sz="2000" b="1" dirty="0" err="1"/>
              <a:t>NĐT</a:t>
            </a:r>
            <a:r>
              <a:rPr lang="en-US" sz="2000" b="1" dirty="0"/>
              <a:t> </a:t>
            </a:r>
            <a:r>
              <a:rPr lang="en-US" sz="2000" b="1" dirty="0" err="1"/>
              <a:t>GÓP</a:t>
            </a:r>
            <a:r>
              <a:rPr lang="en-US" sz="2000" b="1" dirty="0"/>
              <a:t> </a:t>
            </a:r>
            <a:r>
              <a:rPr lang="en-US" sz="2000" b="1" dirty="0" err="1"/>
              <a:t>VỐN</a:t>
            </a:r>
            <a:endParaRPr lang="en-US" sz="20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358900" y="4838700"/>
            <a:ext cx="3505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35874C"/>
                </a:solidFill>
              </a:rPr>
              <a:t>Chào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bán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CP</a:t>
            </a:r>
            <a:r>
              <a:rPr lang="en-US" dirty="0">
                <a:solidFill>
                  <a:srgbClr val="35874C"/>
                </a:solidFill>
              </a:rPr>
              <a:t>/</a:t>
            </a:r>
            <a:r>
              <a:rPr lang="en-US" dirty="0" err="1">
                <a:solidFill>
                  <a:srgbClr val="35874C"/>
                </a:solidFill>
              </a:rPr>
              <a:t>CCQ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ra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công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chúng</a:t>
            </a:r>
            <a:endParaRPr lang="en-US" dirty="0">
              <a:solidFill>
                <a:srgbClr val="35874C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35874C"/>
                </a:solidFill>
              </a:rPr>
              <a:t>Đa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số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là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NĐT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nhỏ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lẻ</a:t>
            </a:r>
            <a:r>
              <a:rPr lang="en-US" dirty="0">
                <a:solidFill>
                  <a:srgbClr val="35874C"/>
                </a:solidFill>
              </a:rPr>
              <a:t>, </a:t>
            </a:r>
            <a:r>
              <a:rPr lang="en-US" dirty="0" err="1">
                <a:solidFill>
                  <a:srgbClr val="35874C"/>
                </a:solidFill>
              </a:rPr>
              <a:t>ít</a:t>
            </a:r>
            <a:r>
              <a:rPr lang="en-US" dirty="0">
                <a:solidFill>
                  <a:srgbClr val="35874C"/>
                </a:solidFill>
              </a:rPr>
              <a:t> am </a:t>
            </a:r>
            <a:r>
              <a:rPr lang="en-US" dirty="0" err="1">
                <a:solidFill>
                  <a:srgbClr val="35874C"/>
                </a:solidFill>
              </a:rPr>
              <a:t>hiểu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TTCK</a:t>
            </a:r>
            <a:endParaRPr lang="en-US" dirty="0">
              <a:solidFill>
                <a:srgbClr val="35874C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35874C"/>
                </a:solidFill>
              </a:rPr>
              <a:t>Đa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dạng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hóa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đầu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tư</a:t>
            </a:r>
            <a:r>
              <a:rPr lang="en-US" dirty="0">
                <a:solidFill>
                  <a:srgbClr val="35874C"/>
                </a:solidFill>
              </a:rPr>
              <a:t>, </a:t>
            </a:r>
            <a:r>
              <a:rPr lang="en-US" dirty="0" err="1">
                <a:solidFill>
                  <a:srgbClr val="35874C"/>
                </a:solidFill>
              </a:rPr>
              <a:t>giảm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rủi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ro</a:t>
            </a:r>
            <a:r>
              <a:rPr lang="en-US" dirty="0">
                <a:solidFill>
                  <a:srgbClr val="35874C"/>
                </a:solidFill>
              </a:rPr>
              <a:t>, chi </a:t>
            </a:r>
            <a:r>
              <a:rPr lang="en-US" dirty="0" err="1">
                <a:solidFill>
                  <a:srgbClr val="35874C"/>
                </a:solidFill>
              </a:rPr>
              <a:t>phí</a:t>
            </a:r>
            <a:r>
              <a:rPr lang="en-US" dirty="0">
                <a:solidFill>
                  <a:srgbClr val="35874C"/>
                </a:solidFill>
              </a:rPr>
              <a:t>, </a:t>
            </a:r>
            <a:r>
              <a:rPr lang="en-US" dirty="0" err="1">
                <a:solidFill>
                  <a:srgbClr val="35874C"/>
                </a:solidFill>
              </a:rPr>
              <a:t>đầu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tư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chuyên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nghiệp</a:t>
            </a:r>
            <a:endParaRPr lang="en-US" dirty="0">
              <a:solidFill>
                <a:srgbClr val="35874C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089900" y="1132526"/>
            <a:ext cx="31115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35874C"/>
                </a:solidFill>
              </a:rPr>
              <a:t>Góp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vốn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bởi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một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nhóm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nhỏ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NĐT</a:t>
            </a:r>
            <a:r>
              <a:rPr lang="en-US" dirty="0">
                <a:solidFill>
                  <a:srgbClr val="35874C"/>
                </a:solidFill>
              </a:rPr>
              <a:t>, </a:t>
            </a:r>
            <a:r>
              <a:rPr lang="en-US" dirty="0" err="1">
                <a:solidFill>
                  <a:srgbClr val="35874C"/>
                </a:solidFill>
              </a:rPr>
              <a:t>được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lựa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chọn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trước</a:t>
            </a:r>
            <a:endParaRPr lang="en-US" dirty="0">
              <a:solidFill>
                <a:srgbClr val="35874C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5874C"/>
                </a:solidFill>
              </a:rPr>
              <a:t>Thanh </a:t>
            </a:r>
            <a:r>
              <a:rPr lang="en-US" dirty="0" err="1">
                <a:solidFill>
                  <a:srgbClr val="35874C"/>
                </a:solidFill>
              </a:rPr>
              <a:t>khoản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thấp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hơn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quỹ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đại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chúng</a:t>
            </a:r>
            <a:endParaRPr lang="en-US" dirty="0">
              <a:solidFill>
                <a:srgbClr val="35874C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7839FA4-11C2-4697-AFA7-989B01B24581}"/>
              </a:ext>
            </a:extLst>
          </p:cNvPr>
          <p:cNvSpPr txBox="1">
            <a:spLocks/>
          </p:cNvSpPr>
          <p:nvPr/>
        </p:nvSpPr>
        <p:spPr>
          <a:xfrm>
            <a:off x="-219522" y="501890"/>
            <a:ext cx="11734800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QUỸ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CHỨNG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KHOÁN</a:t>
            </a:r>
            <a:endParaRPr lang="en-US" sz="2400" b="1" dirty="0">
              <a:solidFill>
                <a:srgbClr val="3587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72FEFD6-65DA-4473-ADD2-B4FACF160FB3}"/>
              </a:ext>
            </a:extLst>
          </p:cNvPr>
          <p:cNvSpPr/>
          <p:nvPr/>
        </p:nvSpPr>
        <p:spPr>
          <a:xfrm>
            <a:off x="545799" y="164743"/>
            <a:ext cx="1959130" cy="489098"/>
          </a:xfrm>
          <a:prstGeom prst="roundRect">
            <a:avLst/>
          </a:prstGeom>
          <a:solidFill>
            <a:srgbClr val="358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PHÂN LOẠI</a:t>
            </a:r>
          </a:p>
        </p:txBody>
      </p:sp>
    </p:spTree>
    <p:extLst>
      <p:ext uri="{BB962C8B-B14F-4D97-AF65-F5344CB8AC3E}">
        <p14:creationId xmlns:p14="http://schemas.microsoft.com/office/powerpoint/2010/main" val="36809342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 Placeholder 151">
            <a:extLst>
              <a:ext uri="{FF2B5EF4-FFF2-40B4-BE49-F238E27FC236}">
                <a16:creationId xmlns:a16="http://schemas.microsoft.com/office/drawing/2014/main" id="{62964362-2916-FD47-9348-BE7D0447147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63533" y="4842301"/>
            <a:ext cx="1456267" cy="286232"/>
          </a:xfrm>
        </p:spPr>
        <p:txBody>
          <a:bodyPr/>
          <a:lstStyle/>
          <a:p>
            <a:pPr algn="ctr"/>
            <a:r>
              <a:rPr lang="en-US" b="1" dirty="0"/>
              <a:t>QUỸ CHỈ SỐ/ETF</a:t>
            </a:r>
          </a:p>
        </p:txBody>
      </p:sp>
      <p:sp>
        <p:nvSpPr>
          <p:cNvPr id="157" name="Text Placeholder 156">
            <a:extLst>
              <a:ext uri="{FF2B5EF4-FFF2-40B4-BE49-F238E27FC236}">
                <a16:creationId xmlns:a16="http://schemas.microsoft.com/office/drawing/2014/main" id="{52D7855F-94AB-7747-B3D4-4850B7AC4D2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8933" y="2029336"/>
            <a:ext cx="1456267" cy="286232"/>
          </a:xfrm>
        </p:spPr>
        <p:txBody>
          <a:bodyPr/>
          <a:lstStyle/>
          <a:p>
            <a:pPr algn="ctr"/>
            <a:r>
              <a:rPr lang="en-US" b="1" dirty="0"/>
              <a:t>QUỸ UNIT-LINK</a:t>
            </a:r>
          </a:p>
        </p:txBody>
      </p:sp>
      <p:sp>
        <p:nvSpPr>
          <p:cNvPr id="159" name="Text Placeholder 158">
            <a:extLst>
              <a:ext uri="{FF2B5EF4-FFF2-40B4-BE49-F238E27FC236}">
                <a16:creationId xmlns:a16="http://schemas.microsoft.com/office/drawing/2014/main" id="{2CB29981-D477-EB47-8A9B-CB977C238E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34200" y="945921"/>
            <a:ext cx="1456267" cy="286232"/>
          </a:xfrm>
        </p:spPr>
        <p:txBody>
          <a:bodyPr/>
          <a:lstStyle/>
          <a:p>
            <a:pPr algn="ctr"/>
            <a:r>
              <a:rPr lang="en-US" b="1" dirty="0"/>
              <a:t>QUỸ CỔ PHIẾU</a:t>
            </a:r>
          </a:p>
        </p:txBody>
      </p:sp>
      <p:sp>
        <p:nvSpPr>
          <p:cNvPr id="161" name="Text Placeholder 160">
            <a:extLst>
              <a:ext uri="{FF2B5EF4-FFF2-40B4-BE49-F238E27FC236}">
                <a16:creationId xmlns:a16="http://schemas.microsoft.com/office/drawing/2014/main" id="{D6BAA41B-ADA6-4F4F-8AE0-F97CD6618CB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840133" y="2251501"/>
            <a:ext cx="1456267" cy="286232"/>
          </a:xfrm>
        </p:spPr>
        <p:txBody>
          <a:bodyPr/>
          <a:lstStyle/>
          <a:p>
            <a:pPr algn="ctr"/>
            <a:r>
              <a:rPr lang="en-US" b="1" dirty="0"/>
              <a:t>QUỸ TRÁI PHIẾU</a:t>
            </a:r>
          </a:p>
        </p:txBody>
      </p:sp>
      <p:sp>
        <p:nvSpPr>
          <p:cNvPr id="163" name="Text Placeholder 162">
            <a:extLst>
              <a:ext uri="{FF2B5EF4-FFF2-40B4-BE49-F238E27FC236}">
                <a16:creationId xmlns:a16="http://schemas.microsoft.com/office/drawing/2014/main" id="{B7AADBC1-2218-0B44-8A6C-00FC3A87142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668200" y="3429000"/>
            <a:ext cx="1456267" cy="674031"/>
          </a:xfrm>
        </p:spPr>
        <p:txBody>
          <a:bodyPr/>
          <a:lstStyle/>
          <a:p>
            <a:pPr algn="ctr"/>
            <a:r>
              <a:rPr lang="en-US" b="1" dirty="0"/>
              <a:t>QUỸ THỊ TR</a:t>
            </a:r>
            <a:r>
              <a:rPr lang="vi-VN" b="1" dirty="0"/>
              <a:t>Ư</a:t>
            </a:r>
            <a:r>
              <a:rPr lang="en-US" b="1" dirty="0"/>
              <a:t>ỜNG TIỀN TỆ</a:t>
            </a:r>
          </a:p>
        </p:txBody>
      </p:sp>
      <p:sp>
        <p:nvSpPr>
          <p:cNvPr id="165" name="Text Placeholder 164">
            <a:extLst>
              <a:ext uri="{FF2B5EF4-FFF2-40B4-BE49-F238E27FC236}">
                <a16:creationId xmlns:a16="http://schemas.microsoft.com/office/drawing/2014/main" id="{451DBFB9-279F-A840-80C6-2F0CEE8FFC7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983133" y="4994701"/>
            <a:ext cx="1456267" cy="480131"/>
          </a:xfrm>
        </p:spPr>
        <p:txBody>
          <a:bodyPr/>
          <a:lstStyle/>
          <a:p>
            <a:pPr algn="ctr"/>
            <a:r>
              <a:rPr lang="en-US" b="1" dirty="0"/>
              <a:t>QUỸ BẤT ĐỘNG SẢN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ADBEBFF-5DA6-4039-B7DA-CEF2E8594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592000" y="744728"/>
            <a:ext cx="3600000" cy="0"/>
          </a:xfrm>
          <a:prstGeom prst="line">
            <a:avLst/>
          </a:prstGeom>
          <a:ln w="28575">
            <a:solidFill>
              <a:srgbClr val="35874C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4AA7AC8-95E7-40FC-A3AD-92CC1491AD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740612"/>
            <a:ext cx="3600000" cy="0"/>
          </a:xfrm>
          <a:prstGeom prst="line">
            <a:avLst/>
          </a:prstGeom>
          <a:ln w="28575">
            <a:solidFill>
              <a:srgbClr val="35874C"/>
            </a:solidFill>
            <a:headEnd type="non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F4C3C2D-E914-4B8E-BB1A-FA004C72DB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20733" y="3206355"/>
            <a:ext cx="1456267" cy="480131"/>
          </a:xfrm>
        </p:spPr>
        <p:txBody>
          <a:bodyPr/>
          <a:lstStyle/>
          <a:p>
            <a:pPr algn="ctr"/>
            <a:r>
              <a:rPr lang="en-US" b="1" dirty="0"/>
              <a:t>QUỸ HỢP ĐỒNG T</a:t>
            </a:r>
            <a:r>
              <a:rPr lang="vi-VN" b="1" dirty="0"/>
              <a:t>Ư</a:t>
            </a:r>
            <a:r>
              <a:rPr lang="en-US" b="1" dirty="0"/>
              <a:t>ƠNG LAI</a:t>
            </a:r>
          </a:p>
        </p:txBody>
      </p:sp>
      <p:sp>
        <p:nvSpPr>
          <p:cNvPr id="8" name="Arrow: Striped Right 7">
            <a:extLst>
              <a:ext uri="{FF2B5EF4-FFF2-40B4-BE49-F238E27FC236}">
                <a16:creationId xmlns:a16="http://schemas.microsoft.com/office/drawing/2014/main" id="{D178245F-0362-4119-A945-3EA40D513D43}"/>
              </a:ext>
            </a:extLst>
          </p:cNvPr>
          <p:cNvSpPr/>
          <p:nvPr/>
        </p:nvSpPr>
        <p:spPr>
          <a:xfrm>
            <a:off x="1204531" y="2945891"/>
            <a:ext cx="2395469" cy="948205"/>
          </a:xfrm>
          <a:prstGeom prst="stripedRightArrow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TÀI SẢN ĐẦU T</a:t>
            </a:r>
            <a:r>
              <a:rPr lang="vi-VN" b="1" dirty="0"/>
              <a:t>Ư</a:t>
            </a:r>
            <a:endParaRPr lang="en-US" b="1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EBD3CE4-4720-4858-8A0D-11977593E50C}"/>
              </a:ext>
            </a:extLst>
          </p:cNvPr>
          <p:cNvSpPr txBox="1">
            <a:spLocks/>
          </p:cNvSpPr>
          <p:nvPr/>
        </p:nvSpPr>
        <p:spPr>
          <a:xfrm>
            <a:off x="-219522" y="501890"/>
            <a:ext cx="11734800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QUỸ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CHỨNG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KHOÁN</a:t>
            </a:r>
            <a:endParaRPr lang="en-US" sz="2400" b="1" dirty="0">
              <a:solidFill>
                <a:srgbClr val="3587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1EC837C-C32C-4F3F-9F95-72D868B9E8F8}"/>
              </a:ext>
            </a:extLst>
          </p:cNvPr>
          <p:cNvSpPr/>
          <p:nvPr/>
        </p:nvSpPr>
        <p:spPr>
          <a:xfrm>
            <a:off x="545799" y="164743"/>
            <a:ext cx="1959130" cy="489098"/>
          </a:xfrm>
          <a:prstGeom prst="roundRect">
            <a:avLst/>
          </a:prstGeom>
          <a:solidFill>
            <a:srgbClr val="358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PHÂN LOẠI</a:t>
            </a:r>
          </a:p>
        </p:txBody>
      </p:sp>
    </p:spTree>
    <p:extLst>
      <p:ext uri="{BB962C8B-B14F-4D97-AF65-F5344CB8AC3E}">
        <p14:creationId xmlns:p14="http://schemas.microsoft.com/office/powerpoint/2010/main" val="23031687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592000" y="744728"/>
            <a:ext cx="3600000" cy="0"/>
          </a:xfrm>
          <a:prstGeom prst="line">
            <a:avLst/>
          </a:prstGeom>
          <a:ln w="28575">
            <a:solidFill>
              <a:srgbClr val="35874C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740612"/>
            <a:ext cx="3600000" cy="0"/>
          </a:xfrm>
          <a:prstGeom prst="line">
            <a:avLst/>
          </a:prstGeom>
          <a:ln w="28575">
            <a:solidFill>
              <a:srgbClr val="35874C"/>
            </a:solidFill>
            <a:headEnd type="non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3287457635"/>
              </p:ext>
            </p:extLst>
          </p:nvPr>
        </p:nvGraphicFramePr>
        <p:xfrm>
          <a:off x="2209800" y="1254518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092200" y="3086100"/>
            <a:ext cx="2159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err="1">
                <a:solidFill>
                  <a:srgbClr val="35874C"/>
                </a:solidFill>
              </a:rPr>
              <a:t>Mục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tiêu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tăng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trưởng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vốn</a:t>
            </a:r>
            <a:r>
              <a:rPr lang="en-US" dirty="0">
                <a:solidFill>
                  <a:srgbClr val="35874C"/>
                </a:solidFill>
              </a:rPr>
              <a:t> (</a:t>
            </a:r>
            <a:r>
              <a:rPr lang="en-US" dirty="0" err="1">
                <a:solidFill>
                  <a:srgbClr val="35874C"/>
                </a:solidFill>
              </a:rPr>
              <a:t>cổ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phiếu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tăng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trưởng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cao</a:t>
            </a:r>
            <a:r>
              <a:rPr lang="en-US" dirty="0">
                <a:solidFill>
                  <a:srgbClr val="35874C"/>
                </a:solidFill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80700" y="2439769"/>
            <a:ext cx="1939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err="1">
                <a:solidFill>
                  <a:srgbClr val="35874C"/>
                </a:solidFill>
              </a:rPr>
              <a:t>Mục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tiêu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thu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nhập</a:t>
            </a:r>
            <a:r>
              <a:rPr lang="en-US" dirty="0">
                <a:solidFill>
                  <a:srgbClr val="35874C"/>
                </a:solidFill>
              </a:rPr>
              <a:t> (</a:t>
            </a:r>
            <a:r>
              <a:rPr lang="en-US" dirty="0" err="1">
                <a:solidFill>
                  <a:srgbClr val="35874C"/>
                </a:solidFill>
              </a:rPr>
              <a:t>cổ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tức</a:t>
            </a:r>
            <a:r>
              <a:rPr lang="en-US" dirty="0">
                <a:solidFill>
                  <a:srgbClr val="35874C"/>
                </a:solidFill>
              </a:rPr>
              <a:t>/</a:t>
            </a:r>
            <a:r>
              <a:rPr lang="en-US" dirty="0" err="1">
                <a:solidFill>
                  <a:srgbClr val="35874C"/>
                </a:solidFill>
              </a:rPr>
              <a:t>trái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tức</a:t>
            </a:r>
            <a:r>
              <a:rPr lang="en-US" dirty="0">
                <a:solidFill>
                  <a:srgbClr val="35874C"/>
                </a:solidFill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22150" y="4623481"/>
            <a:ext cx="1398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err="1">
                <a:solidFill>
                  <a:srgbClr val="35874C"/>
                </a:solidFill>
              </a:rPr>
              <a:t>Tăng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trưởng</a:t>
            </a:r>
            <a:r>
              <a:rPr lang="en-US" dirty="0">
                <a:solidFill>
                  <a:srgbClr val="35874C"/>
                </a:solidFill>
              </a:rPr>
              <a:t> + </a:t>
            </a:r>
            <a:r>
              <a:rPr lang="en-US" dirty="0" err="1">
                <a:solidFill>
                  <a:srgbClr val="35874C"/>
                </a:solidFill>
              </a:rPr>
              <a:t>thu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nhập</a:t>
            </a:r>
            <a:endParaRPr lang="en-US" dirty="0">
              <a:solidFill>
                <a:srgbClr val="35874C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67750" y="5753781"/>
            <a:ext cx="1588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err="1">
                <a:solidFill>
                  <a:srgbClr val="35874C"/>
                </a:solidFill>
              </a:rPr>
              <a:t>Chủ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động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chọn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tài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sản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đầu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tư</a:t>
            </a:r>
            <a:endParaRPr lang="en-US" dirty="0">
              <a:solidFill>
                <a:srgbClr val="35874C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771900" y="1018397"/>
            <a:ext cx="2324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err="1">
                <a:solidFill>
                  <a:srgbClr val="35874C"/>
                </a:solidFill>
              </a:rPr>
              <a:t>Đầu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tư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mô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phỏng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theo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chỉ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số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tham</a:t>
            </a:r>
            <a:r>
              <a:rPr lang="en-US" dirty="0">
                <a:solidFill>
                  <a:srgbClr val="35874C"/>
                </a:solidFill>
              </a:rPr>
              <a:t> </a:t>
            </a:r>
            <a:r>
              <a:rPr lang="en-US" dirty="0" err="1">
                <a:solidFill>
                  <a:srgbClr val="35874C"/>
                </a:solidFill>
              </a:rPr>
              <a:t>chiếu</a:t>
            </a:r>
            <a:endParaRPr lang="en-US" dirty="0">
              <a:solidFill>
                <a:srgbClr val="35874C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DC13DF27-0093-45A8-97E4-1439E181AA11}"/>
              </a:ext>
            </a:extLst>
          </p:cNvPr>
          <p:cNvSpPr txBox="1">
            <a:spLocks/>
          </p:cNvSpPr>
          <p:nvPr/>
        </p:nvSpPr>
        <p:spPr>
          <a:xfrm>
            <a:off x="-219522" y="501890"/>
            <a:ext cx="11734800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QUỸ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CHỨNG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KHOÁN</a:t>
            </a:r>
            <a:endParaRPr lang="en-US" sz="2400" b="1" dirty="0">
              <a:solidFill>
                <a:srgbClr val="3587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D74715D-E80B-4667-8CDD-906B1E298C76}"/>
              </a:ext>
            </a:extLst>
          </p:cNvPr>
          <p:cNvSpPr/>
          <p:nvPr/>
        </p:nvSpPr>
        <p:spPr>
          <a:xfrm>
            <a:off x="545799" y="164743"/>
            <a:ext cx="1959130" cy="489098"/>
          </a:xfrm>
          <a:prstGeom prst="roundRect">
            <a:avLst/>
          </a:prstGeom>
          <a:solidFill>
            <a:srgbClr val="358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PHÂN LOẠI</a:t>
            </a:r>
          </a:p>
        </p:txBody>
      </p:sp>
    </p:spTree>
    <p:extLst>
      <p:ext uri="{BB962C8B-B14F-4D97-AF65-F5344CB8AC3E}">
        <p14:creationId xmlns:p14="http://schemas.microsoft.com/office/powerpoint/2010/main" val="23948119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592000" y="744728"/>
            <a:ext cx="3600000" cy="0"/>
          </a:xfrm>
          <a:prstGeom prst="line">
            <a:avLst/>
          </a:prstGeom>
          <a:ln w="28575">
            <a:solidFill>
              <a:srgbClr val="35874C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740612"/>
            <a:ext cx="3600000" cy="0"/>
          </a:xfrm>
          <a:prstGeom prst="line">
            <a:avLst/>
          </a:prstGeom>
          <a:ln w="28575">
            <a:solidFill>
              <a:srgbClr val="35874C"/>
            </a:solidFill>
            <a:headEnd type="non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A351D52-06C8-425A-95CB-E2AF8B49F0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164696"/>
              </p:ext>
            </p:extLst>
          </p:nvPr>
        </p:nvGraphicFramePr>
        <p:xfrm>
          <a:off x="765544" y="719666"/>
          <a:ext cx="10366744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ECCABA6-0667-49F7-8B05-3267D4EC4BBD}"/>
              </a:ext>
            </a:extLst>
          </p:cNvPr>
          <p:cNvSpPr txBox="1"/>
          <p:nvPr/>
        </p:nvSpPr>
        <p:spPr>
          <a:xfrm>
            <a:off x="653793" y="1293194"/>
            <a:ext cx="224889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" indent="-9144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063420"/>
                </a:solidFill>
              </a:rPr>
              <a:t>Thể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hiện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trong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Điều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lệ</a:t>
            </a:r>
            <a:endParaRPr lang="en-US" sz="1400" dirty="0">
              <a:solidFill>
                <a:srgbClr val="063420"/>
              </a:solidFill>
            </a:endParaRPr>
          </a:p>
          <a:p>
            <a:pPr marL="91440" indent="-91440" algn="jus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63420"/>
                </a:solidFill>
              </a:rPr>
              <a:t>Do </a:t>
            </a:r>
            <a:r>
              <a:rPr lang="en-US" sz="1400" dirty="0" err="1">
                <a:solidFill>
                  <a:srgbClr val="063420"/>
                </a:solidFill>
              </a:rPr>
              <a:t>Công</a:t>
            </a:r>
            <a:r>
              <a:rPr lang="en-US" sz="1400" dirty="0">
                <a:solidFill>
                  <a:srgbClr val="063420"/>
                </a:solidFill>
              </a:rPr>
              <a:t> ty QLQ/Ban </a:t>
            </a:r>
            <a:r>
              <a:rPr lang="en-US" sz="1400" dirty="0" err="1">
                <a:solidFill>
                  <a:srgbClr val="063420"/>
                </a:solidFill>
              </a:rPr>
              <a:t>đại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diện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quỹ</a:t>
            </a:r>
            <a:r>
              <a:rPr lang="en-US" sz="1400" dirty="0">
                <a:solidFill>
                  <a:srgbClr val="063420"/>
                </a:solidFill>
              </a:rPr>
              <a:t>/ HĐQT </a:t>
            </a:r>
            <a:r>
              <a:rPr lang="en-US" sz="1400" dirty="0" err="1">
                <a:solidFill>
                  <a:srgbClr val="063420"/>
                </a:solidFill>
              </a:rPr>
              <a:t>quỹ</a:t>
            </a:r>
            <a:r>
              <a:rPr lang="en-US" sz="1400" dirty="0">
                <a:solidFill>
                  <a:srgbClr val="063420"/>
                </a:solidFill>
              </a:rPr>
              <a:t>/</a:t>
            </a:r>
            <a:r>
              <a:rPr lang="en-US" sz="1400" dirty="0" err="1">
                <a:solidFill>
                  <a:srgbClr val="063420"/>
                </a:solidFill>
              </a:rPr>
              <a:t>thành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viên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lập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quỹ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thực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hiện</a:t>
            </a:r>
            <a:endParaRPr lang="en-US" sz="1400" dirty="0">
              <a:solidFill>
                <a:srgbClr val="063420"/>
              </a:solidFill>
            </a:endParaRPr>
          </a:p>
          <a:p>
            <a:pPr marL="91440" indent="-91440" algn="just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063420"/>
                </a:solidFill>
              </a:rPr>
              <a:t>Là</a:t>
            </a:r>
            <a:r>
              <a:rPr lang="en-US" sz="1400" dirty="0">
                <a:solidFill>
                  <a:srgbClr val="063420"/>
                </a:solidFill>
              </a:rPr>
              <a:t> c</a:t>
            </a:r>
            <a:r>
              <a:rPr lang="vi-VN" sz="1400" dirty="0">
                <a:solidFill>
                  <a:srgbClr val="063420"/>
                </a:solidFill>
              </a:rPr>
              <a:t>ơ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sở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để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thực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hiện</a:t>
            </a:r>
            <a:r>
              <a:rPr lang="en-US" sz="1400" dirty="0">
                <a:solidFill>
                  <a:srgbClr val="063420"/>
                </a:solidFill>
              </a:rPr>
              <a:t>/</a:t>
            </a:r>
            <a:r>
              <a:rPr lang="en-US" sz="1400" dirty="0" err="1">
                <a:solidFill>
                  <a:srgbClr val="063420"/>
                </a:solidFill>
              </a:rPr>
              <a:t>giám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sát</a:t>
            </a:r>
            <a:r>
              <a:rPr lang="en-US" sz="1400" dirty="0">
                <a:solidFill>
                  <a:srgbClr val="063420"/>
                </a:solidFill>
              </a:rPr>
              <a:t>, </a:t>
            </a:r>
            <a:r>
              <a:rPr lang="en-US" sz="1400" dirty="0" err="1">
                <a:solidFill>
                  <a:srgbClr val="063420"/>
                </a:solidFill>
              </a:rPr>
              <a:t>đánh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giá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hiệu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quả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hoạt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động</a:t>
            </a:r>
            <a:r>
              <a:rPr lang="en-US" sz="1400" dirty="0">
                <a:solidFill>
                  <a:srgbClr val="063420"/>
                </a:solidFill>
              </a:rPr>
              <a:t> QLQ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4B572E-0C96-4ED4-B2DF-83D30947E394}"/>
              </a:ext>
            </a:extLst>
          </p:cNvPr>
          <p:cNvSpPr txBox="1"/>
          <p:nvPr/>
        </p:nvSpPr>
        <p:spPr>
          <a:xfrm>
            <a:off x="2798138" y="4151684"/>
            <a:ext cx="20839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>
                <a:solidFill>
                  <a:srgbClr val="063420"/>
                </a:solidFill>
              </a:rPr>
              <a:t>QUỸ ĐÓNG: </a:t>
            </a:r>
            <a:r>
              <a:rPr lang="en-US" sz="1400" dirty="0" err="1">
                <a:solidFill>
                  <a:srgbClr val="063420"/>
                </a:solidFill>
              </a:rPr>
              <a:t>chào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bán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lần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đầu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lập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quỹ</a:t>
            </a:r>
            <a:r>
              <a:rPr lang="en-US" sz="1400" dirty="0">
                <a:solidFill>
                  <a:srgbClr val="063420"/>
                </a:solidFill>
              </a:rPr>
              <a:t>/</a:t>
            </a:r>
            <a:r>
              <a:rPr lang="en-US" sz="1400" dirty="0" err="1">
                <a:solidFill>
                  <a:srgbClr val="063420"/>
                </a:solidFill>
              </a:rPr>
              <a:t>chào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bán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để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tăng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vốn</a:t>
            </a:r>
            <a:endParaRPr lang="en-US" sz="1400" dirty="0">
              <a:solidFill>
                <a:srgbClr val="06342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85EC67-D921-43CF-9EE5-ECADFE4AEA1E}"/>
              </a:ext>
            </a:extLst>
          </p:cNvPr>
          <p:cNvSpPr txBox="1"/>
          <p:nvPr/>
        </p:nvSpPr>
        <p:spPr>
          <a:xfrm>
            <a:off x="2818398" y="5163281"/>
            <a:ext cx="19244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>
                <a:solidFill>
                  <a:srgbClr val="063420"/>
                </a:solidFill>
              </a:rPr>
              <a:t>QUỸ MỞ: </a:t>
            </a:r>
            <a:r>
              <a:rPr lang="en-US" sz="1400" dirty="0" err="1">
                <a:solidFill>
                  <a:srgbClr val="063420"/>
                </a:solidFill>
              </a:rPr>
              <a:t>huy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động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vốn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th</a:t>
            </a:r>
            <a:r>
              <a:rPr lang="vi-VN" sz="1400" dirty="0">
                <a:solidFill>
                  <a:srgbClr val="063420"/>
                </a:solidFill>
              </a:rPr>
              <a:t>ư</a:t>
            </a:r>
            <a:r>
              <a:rPr lang="en-US" sz="1400" dirty="0" err="1">
                <a:solidFill>
                  <a:srgbClr val="063420"/>
                </a:solidFill>
              </a:rPr>
              <a:t>ờng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xuyên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thông</a:t>
            </a:r>
            <a:r>
              <a:rPr lang="en-US" sz="1400" dirty="0">
                <a:solidFill>
                  <a:srgbClr val="063420"/>
                </a:solidFill>
              </a:rPr>
              <a:t> qua </a:t>
            </a:r>
            <a:r>
              <a:rPr lang="en-US" sz="1400" dirty="0" err="1">
                <a:solidFill>
                  <a:srgbClr val="063420"/>
                </a:solidFill>
              </a:rPr>
              <a:t>phát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hành</a:t>
            </a:r>
            <a:r>
              <a:rPr lang="en-US" sz="1400" dirty="0">
                <a:solidFill>
                  <a:srgbClr val="063420"/>
                </a:solidFill>
              </a:rPr>
              <a:t>/</a:t>
            </a:r>
            <a:r>
              <a:rPr lang="en-US" sz="1400" dirty="0" err="1">
                <a:solidFill>
                  <a:srgbClr val="063420"/>
                </a:solidFill>
              </a:rPr>
              <a:t>mua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lại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chứng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chỉ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quỹ</a:t>
            </a:r>
            <a:endParaRPr lang="en-US" sz="1400" dirty="0">
              <a:solidFill>
                <a:srgbClr val="06342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07F5B55-E4BC-4558-A2A8-B943B2AC9F72}"/>
                  </a:ext>
                </a:extLst>
              </p:cNvPr>
              <p:cNvSpPr txBox="1"/>
              <p:nvPr/>
            </p:nvSpPr>
            <p:spPr>
              <a:xfrm>
                <a:off x="6905736" y="1561458"/>
                <a:ext cx="2817629" cy="1348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" indent="-9144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063420"/>
                    </a:solidFill>
                  </a:rPr>
                  <a:t>NAV/CCQ </a:t>
                </a: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rgbClr val="06342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 smtClean="0">
                            <a:solidFill>
                              <a:srgbClr val="06342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sz="1600" i="1" smtClean="0">
                                <a:solidFill>
                                  <a:srgbClr val="06342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sz="1600" b="0" i="1" smtClean="0">
                                <a:solidFill>
                                  <a:srgbClr val="06342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1600" b="0" i="1" smtClean="0">
                                <a:solidFill>
                                  <a:srgbClr val="063420"/>
                                </a:solidFill>
                                <a:latin typeface="Cambria Math" panose="02040503050406030204" pitchFamily="18" charset="0"/>
                              </a:rPr>
                              <m:t>à</m:t>
                            </m:r>
                            <m:r>
                              <a:rPr lang="en-US" sz="1600" b="0" i="1" smtClean="0">
                                <a:solidFill>
                                  <a:srgbClr val="06342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600" b="0" i="1" smtClean="0">
                                <a:solidFill>
                                  <a:srgbClr val="06342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600" b="0" i="1" smtClean="0">
                                <a:solidFill>
                                  <a:srgbClr val="06342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600" b="0" i="1" smtClean="0">
                                <a:solidFill>
                                  <a:srgbClr val="063420"/>
                                </a:solidFill>
                                <a:latin typeface="Cambria Math" panose="02040503050406030204" pitchFamily="18" charset="0"/>
                              </a:rPr>
                              <m:t>ả</m:t>
                            </m:r>
                            <m:r>
                              <a:rPr lang="en-US" sz="1600" b="0" i="1" smtClean="0">
                                <a:solidFill>
                                  <a:srgbClr val="06342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600" b="0" i="1" smtClean="0">
                                <a:solidFill>
                                  <a:srgbClr val="063420"/>
                                </a:solidFill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sz="1600" b="0" i="1" smtClean="0">
                                    <a:solidFill>
                                      <a:srgbClr val="06342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lang="en-US" sz="1600" b="0" i="1" smtClean="0">
                                    <a:solidFill>
                                      <a:srgbClr val="063420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sz="1600" b="0" i="1" smtClean="0">
                                    <a:solidFill>
                                      <a:srgbClr val="063420"/>
                                    </a:solidFill>
                                    <a:latin typeface="Cambria Math" panose="02040503050406030204" pitchFamily="18" charset="0"/>
                                  </a:rPr>
                                  <m:t>ợ</m:t>
                                </m:r>
                              </m:e>
                            </m:nary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sz="1600" i="1" smtClean="0">
                                <a:solidFill>
                                  <a:srgbClr val="06342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sz="1600" b="0" i="1" smtClean="0">
                                <a:solidFill>
                                  <a:srgbClr val="063420"/>
                                </a:solidFill>
                                <a:latin typeface="Cambria Math" panose="02040503050406030204" pitchFamily="18" charset="0"/>
                              </a:rPr>
                              <m:t>𝐶𝐶𝑄</m:t>
                            </m:r>
                            <m:r>
                              <a:rPr lang="en-US" sz="1600" b="0" i="1" smtClean="0">
                                <a:solidFill>
                                  <a:srgbClr val="063420"/>
                                </a:solidFill>
                                <a:latin typeface="Cambria Math" panose="02040503050406030204" pitchFamily="18" charset="0"/>
                              </a:rPr>
                              <m:t> đ</m:t>
                            </m:r>
                            <m:r>
                              <a:rPr lang="en-US" sz="1600" b="0" i="1" smtClean="0">
                                <a:solidFill>
                                  <a:srgbClr val="063420"/>
                                </a:solidFill>
                                <a:latin typeface="Cambria Math" panose="02040503050406030204" pitchFamily="18" charset="0"/>
                              </a:rPr>
                              <m:t>𝑎𝑛𝑔</m:t>
                            </m:r>
                            <m:r>
                              <a:rPr lang="en-US" sz="1600" b="0" i="1" smtClean="0">
                                <a:solidFill>
                                  <a:srgbClr val="06342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600" b="0" i="1" smtClean="0">
                                <a:solidFill>
                                  <a:srgbClr val="063420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1600" b="0" i="1" smtClean="0">
                                <a:solidFill>
                                  <a:srgbClr val="063420"/>
                                </a:solidFill>
                                <a:latin typeface="Cambria Math" panose="02040503050406030204" pitchFamily="18" charset="0"/>
                              </a:rPr>
                              <m:t>ư</m:t>
                            </m:r>
                            <m:r>
                              <a:rPr lang="en-US" sz="1600" b="0" i="1" smtClean="0">
                                <a:solidFill>
                                  <a:srgbClr val="06342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sz="1600" b="0" i="1" smtClean="0">
                                <a:solidFill>
                                  <a:srgbClr val="06342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600" b="0" i="1" smtClean="0">
                                <a:solidFill>
                                  <a:srgbClr val="06342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sz="1600" b="0" i="1" smtClean="0">
                                <a:solidFill>
                                  <a:srgbClr val="063420"/>
                                </a:solidFill>
                                <a:latin typeface="Cambria Math" panose="02040503050406030204" pitchFamily="18" charset="0"/>
                              </a:rPr>
                              <m:t>à</m:t>
                            </m:r>
                            <m:r>
                              <a:rPr lang="en-US" sz="1600" b="0" i="1" smtClean="0">
                                <a:solidFill>
                                  <a:srgbClr val="063420"/>
                                </a:solidFill>
                                <a:latin typeface="Cambria Math" panose="02040503050406030204" pitchFamily="18" charset="0"/>
                              </a:rPr>
                              <m:t>𝑛h</m:t>
                            </m:r>
                          </m:e>
                        </m:nary>
                      </m:den>
                    </m:f>
                  </m:oMath>
                </a14:m>
                <a:endParaRPr lang="en-US" sz="1400" dirty="0">
                  <a:solidFill>
                    <a:srgbClr val="063420"/>
                  </a:solidFill>
                </a:endParaRPr>
              </a:p>
              <a:p>
                <a:pPr marL="91440" indent="-91440" algn="just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063420"/>
                    </a:solidFill>
                  </a:rPr>
                  <a:t>Do </a:t>
                </a:r>
                <a:r>
                  <a:rPr lang="en-US" sz="1400" dirty="0" err="1">
                    <a:solidFill>
                      <a:srgbClr val="063420"/>
                    </a:solidFill>
                  </a:rPr>
                  <a:t>Công</a:t>
                </a:r>
                <a:r>
                  <a:rPr lang="en-US" sz="1400" dirty="0">
                    <a:solidFill>
                      <a:srgbClr val="063420"/>
                    </a:solidFill>
                  </a:rPr>
                  <a:t> ty QLQ/</a:t>
                </a:r>
                <a:r>
                  <a:rPr lang="en-US" sz="1400" dirty="0" err="1">
                    <a:solidFill>
                      <a:srgbClr val="063420"/>
                    </a:solidFill>
                  </a:rPr>
                  <a:t>ủy</a:t>
                </a:r>
                <a:r>
                  <a:rPr lang="en-US" sz="1400" dirty="0">
                    <a:solidFill>
                      <a:srgbClr val="063420"/>
                    </a:solidFill>
                  </a:rPr>
                  <a:t> </a:t>
                </a:r>
                <a:r>
                  <a:rPr lang="en-US" sz="1400" dirty="0" err="1">
                    <a:solidFill>
                      <a:srgbClr val="063420"/>
                    </a:solidFill>
                  </a:rPr>
                  <a:t>quyền</a:t>
                </a:r>
                <a:r>
                  <a:rPr lang="en-US" sz="1400" dirty="0">
                    <a:solidFill>
                      <a:srgbClr val="063420"/>
                    </a:solidFill>
                  </a:rPr>
                  <a:t> </a:t>
                </a:r>
                <a:r>
                  <a:rPr lang="en-US" sz="1400" dirty="0" err="1">
                    <a:solidFill>
                      <a:srgbClr val="063420"/>
                    </a:solidFill>
                  </a:rPr>
                  <a:t>cho</a:t>
                </a:r>
                <a:r>
                  <a:rPr lang="en-US" sz="1400" dirty="0">
                    <a:solidFill>
                      <a:srgbClr val="063420"/>
                    </a:solidFill>
                  </a:rPr>
                  <a:t> </a:t>
                </a:r>
                <a:r>
                  <a:rPr lang="en-US" sz="1400" dirty="0" err="1">
                    <a:solidFill>
                      <a:srgbClr val="063420"/>
                    </a:solidFill>
                  </a:rPr>
                  <a:t>tổ</a:t>
                </a:r>
                <a:r>
                  <a:rPr lang="en-US" sz="1400" dirty="0">
                    <a:solidFill>
                      <a:srgbClr val="063420"/>
                    </a:solidFill>
                  </a:rPr>
                  <a:t> </a:t>
                </a:r>
                <a:r>
                  <a:rPr lang="en-US" sz="1400" dirty="0" err="1">
                    <a:solidFill>
                      <a:srgbClr val="063420"/>
                    </a:solidFill>
                  </a:rPr>
                  <a:t>chức</a:t>
                </a:r>
                <a:r>
                  <a:rPr lang="en-US" sz="1400" dirty="0">
                    <a:solidFill>
                      <a:srgbClr val="063420"/>
                    </a:solidFill>
                  </a:rPr>
                  <a:t> </a:t>
                </a:r>
                <a:r>
                  <a:rPr lang="en-US" sz="1400" dirty="0" err="1">
                    <a:solidFill>
                      <a:srgbClr val="063420"/>
                    </a:solidFill>
                  </a:rPr>
                  <a:t>cung</a:t>
                </a:r>
                <a:r>
                  <a:rPr lang="en-US" sz="1400" dirty="0">
                    <a:solidFill>
                      <a:srgbClr val="063420"/>
                    </a:solidFill>
                  </a:rPr>
                  <a:t> </a:t>
                </a:r>
                <a:r>
                  <a:rPr lang="en-US" sz="1400" dirty="0" err="1">
                    <a:solidFill>
                      <a:srgbClr val="063420"/>
                    </a:solidFill>
                  </a:rPr>
                  <a:t>cấp</a:t>
                </a:r>
                <a:r>
                  <a:rPr lang="en-US" sz="1400" dirty="0">
                    <a:solidFill>
                      <a:srgbClr val="063420"/>
                    </a:solidFill>
                  </a:rPr>
                  <a:t> </a:t>
                </a:r>
                <a:r>
                  <a:rPr lang="en-US" sz="1400" dirty="0" err="1">
                    <a:solidFill>
                      <a:srgbClr val="063420"/>
                    </a:solidFill>
                  </a:rPr>
                  <a:t>dịch</a:t>
                </a:r>
                <a:r>
                  <a:rPr lang="en-US" sz="1400" dirty="0">
                    <a:solidFill>
                      <a:srgbClr val="063420"/>
                    </a:solidFill>
                  </a:rPr>
                  <a:t> </a:t>
                </a:r>
                <a:r>
                  <a:rPr lang="en-US" sz="1400" dirty="0" err="1">
                    <a:solidFill>
                      <a:srgbClr val="063420"/>
                    </a:solidFill>
                  </a:rPr>
                  <a:t>vụ</a:t>
                </a:r>
                <a:r>
                  <a:rPr lang="en-US" sz="1400" dirty="0">
                    <a:solidFill>
                      <a:srgbClr val="063420"/>
                    </a:solidFill>
                  </a:rPr>
                  <a:t> </a:t>
                </a:r>
                <a:r>
                  <a:rPr lang="en-US" sz="1400" dirty="0" err="1">
                    <a:solidFill>
                      <a:srgbClr val="063420"/>
                    </a:solidFill>
                  </a:rPr>
                  <a:t>có</a:t>
                </a:r>
                <a:r>
                  <a:rPr lang="en-US" sz="1400" dirty="0">
                    <a:solidFill>
                      <a:srgbClr val="063420"/>
                    </a:solidFill>
                  </a:rPr>
                  <a:t> </a:t>
                </a:r>
                <a:r>
                  <a:rPr lang="en-US" sz="1400" dirty="0" err="1">
                    <a:solidFill>
                      <a:srgbClr val="063420"/>
                    </a:solidFill>
                  </a:rPr>
                  <a:t>liên</a:t>
                </a:r>
                <a:r>
                  <a:rPr lang="en-US" sz="1400" dirty="0">
                    <a:solidFill>
                      <a:srgbClr val="063420"/>
                    </a:solidFill>
                  </a:rPr>
                  <a:t> </a:t>
                </a:r>
                <a:r>
                  <a:rPr lang="en-US" sz="1400" dirty="0" err="1">
                    <a:solidFill>
                      <a:srgbClr val="063420"/>
                    </a:solidFill>
                  </a:rPr>
                  <a:t>quan</a:t>
                </a:r>
                <a:r>
                  <a:rPr lang="en-US" sz="1400" dirty="0">
                    <a:solidFill>
                      <a:srgbClr val="063420"/>
                    </a:solidFill>
                  </a:rPr>
                  <a:t> </a:t>
                </a:r>
                <a:r>
                  <a:rPr lang="en-US" sz="1400" dirty="0" err="1">
                    <a:solidFill>
                      <a:srgbClr val="063420"/>
                    </a:solidFill>
                  </a:rPr>
                  <a:t>thực</a:t>
                </a:r>
                <a:r>
                  <a:rPr lang="en-US" sz="1400" dirty="0">
                    <a:solidFill>
                      <a:srgbClr val="063420"/>
                    </a:solidFill>
                  </a:rPr>
                  <a:t> </a:t>
                </a:r>
                <a:r>
                  <a:rPr lang="en-US" sz="1400" dirty="0" err="1">
                    <a:solidFill>
                      <a:srgbClr val="063420"/>
                    </a:solidFill>
                  </a:rPr>
                  <a:t>hiện</a:t>
                </a:r>
                <a:r>
                  <a:rPr lang="en-US" sz="1400" dirty="0">
                    <a:solidFill>
                      <a:srgbClr val="063420"/>
                    </a:solidFill>
                  </a:rPr>
                  <a:t> </a:t>
                </a:r>
                <a:r>
                  <a:rPr lang="en-US" sz="1400" dirty="0" err="1">
                    <a:solidFill>
                      <a:srgbClr val="063420"/>
                    </a:solidFill>
                  </a:rPr>
                  <a:t>có</a:t>
                </a:r>
                <a:r>
                  <a:rPr lang="en-US" sz="1400" dirty="0">
                    <a:solidFill>
                      <a:srgbClr val="063420"/>
                    </a:solidFill>
                  </a:rPr>
                  <a:t> </a:t>
                </a:r>
                <a:r>
                  <a:rPr lang="en-US" sz="1400" dirty="0" err="1">
                    <a:solidFill>
                      <a:srgbClr val="063420"/>
                    </a:solidFill>
                  </a:rPr>
                  <a:t>xác</a:t>
                </a:r>
                <a:r>
                  <a:rPr lang="en-US" sz="1400" dirty="0">
                    <a:solidFill>
                      <a:srgbClr val="063420"/>
                    </a:solidFill>
                  </a:rPr>
                  <a:t> </a:t>
                </a:r>
                <a:r>
                  <a:rPr lang="en-US" sz="1400" dirty="0" err="1">
                    <a:solidFill>
                      <a:srgbClr val="063420"/>
                    </a:solidFill>
                  </a:rPr>
                  <a:t>nhận</a:t>
                </a:r>
                <a:r>
                  <a:rPr lang="en-US" sz="1400" dirty="0">
                    <a:solidFill>
                      <a:srgbClr val="063420"/>
                    </a:solidFill>
                  </a:rPr>
                  <a:t> </a:t>
                </a:r>
                <a:r>
                  <a:rPr lang="en-US" sz="1400" dirty="0" err="1">
                    <a:solidFill>
                      <a:srgbClr val="063420"/>
                    </a:solidFill>
                  </a:rPr>
                  <a:t>của</a:t>
                </a:r>
                <a:r>
                  <a:rPr lang="en-US" sz="1400" dirty="0">
                    <a:solidFill>
                      <a:srgbClr val="063420"/>
                    </a:solidFill>
                  </a:rPr>
                  <a:t> </a:t>
                </a:r>
                <a:r>
                  <a:rPr lang="en-US" sz="1400" dirty="0" err="1">
                    <a:solidFill>
                      <a:srgbClr val="063420"/>
                    </a:solidFill>
                  </a:rPr>
                  <a:t>Ngân</a:t>
                </a:r>
                <a:r>
                  <a:rPr lang="en-US" sz="1400" dirty="0">
                    <a:solidFill>
                      <a:srgbClr val="063420"/>
                    </a:solidFill>
                  </a:rPr>
                  <a:t> </a:t>
                </a:r>
                <a:r>
                  <a:rPr lang="en-US" sz="1400" dirty="0" err="1">
                    <a:solidFill>
                      <a:srgbClr val="063420"/>
                    </a:solidFill>
                  </a:rPr>
                  <a:t>hàng</a:t>
                </a:r>
                <a:r>
                  <a:rPr lang="en-US" sz="1400" dirty="0">
                    <a:solidFill>
                      <a:srgbClr val="063420"/>
                    </a:solidFill>
                  </a:rPr>
                  <a:t> LKGS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07F5B55-E4BC-4558-A2A8-B943B2AC9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5736" y="1561458"/>
                <a:ext cx="2817629" cy="1348895"/>
              </a:xfrm>
              <a:prstGeom prst="rect">
                <a:avLst/>
              </a:prstGeom>
              <a:blipFill>
                <a:blip r:embed="rId7"/>
                <a:stretch>
                  <a:fillRect l="-433" t="-19457" r="-649" b="-40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7F82F20B-A617-4983-9A0F-77A8DEB4EF9C}"/>
              </a:ext>
            </a:extLst>
          </p:cNvPr>
          <p:cNvSpPr txBox="1"/>
          <p:nvPr/>
        </p:nvSpPr>
        <p:spPr>
          <a:xfrm>
            <a:off x="9319547" y="4138478"/>
            <a:ext cx="20839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>
                <a:solidFill>
                  <a:srgbClr val="063420"/>
                </a:solidFill>
              </a:rPr>
              <a:t>QUỸ ĐÓNG: </a:t>
            </a:r>
            <a:r>
              <a:rPr lang="en-US" sz="1400" dirty="0" err="1">
                <a:solidFill>
                  <a:srgbClr val="063420"/>
                </a:solidFill>
              </a:rPr>
              <a:t>niêm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yết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giao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dịch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trên</a:t>
            </a:r>
            <a:r>
              <a:rPr lang="en-US" sz="1400" dirty="0">
                <a:solidFill>
                  <a:srgbClr val="063420"/>
                </a:solidFill>
              </a:rPr>
              <a:t> TTCK </a:t>
            </a:r>
            <a:r>
              <a:rPr lang="en-US" sz="1400" dirty="0" err="1">
                <a:solidFill>
                  <a:srgbClr val="063420"/>
                </a:solidFill>
              </a:rPr>
              <a:t>tập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trung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nh</a:t>
            </a:r>
            <a:r>
              <a:rPr lang="vi-VN" sz="1400" dirty="0">
                <a:solidFill>
                  <a:srgbClr val="063420"/>
                </a:solidFill>
              </a:rPr>
              <a:t>ư</a:t>
            </a:r>
            <a:r>
              <a:rPr lang="en-US" sz="1400" dirty="0">
                <a:solidFill>
                  <a:srgbClr val="063420"/>
                </a:solidFill>
              </a:rPr>
              <a:t> CK </a:t>
            </a:r>
            <a:r>
              <a:rPr lang="en-US" sz="1400" dirty="0" err="1">
                <a:solidFill>
                  <a:srgbClr val="063420"/>
                </a:solidFill>
              </a:rPr>
              <a:t>niêm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yết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thông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th</a:t>
            </a:r>
            <a:r>
              <a:rPr lang="vi-VN" sz="1400" dirty="0">
                <a:solidFill>
                  <a:srgbClr val="063420"/>
                </a:solidFill>
              </a:rPr>
              <a:t>ư</a:t>
            </a:r>
            <a:r>
              <a:rPr lang="en-US" sz="1400" dirty="0" err="1">
                <a:solidFill>
                  <a:srgbClr val="063420"/>
                </a:solidFill>
              </a:rPr>
              <a:t>ờng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khác</a:t>
            </a:r>
            <a:endParaRPr lang="en-US" sz="1400" dirty="0">
              <a:solidFill>
                <a:srgbClr val="06342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BD1686-FA61-48AA-BBDC-24D4DA0AF335}"/>
              </a:ext>
            </a:extLst>
          </p:cNvPr>
          <p:cNvSpPr txBox="1"/>
          <p:nvPr/>
        </p:nvSpPr>
        <p:spPr>
          <a:xfrm>
            <a:off x="9319547" y="5106933"/>
            <a:ext cx="19244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>
                <a:solidFill>
                  <a:srgbClr val="063420"/>
                </a:solidFill>
              </a:rPr>
              <a:t>QUỸ MỞ: </a:t>
            </a:r>
            <a:r>
              <a:rPr lang="en-US" sz="1400" dirty="0" err="1">
                <a:solidFill>
                  <a:srgbClr val="063420"/>
                </a:solidFill>
              </a:rPr>
              <a:t>giao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dịch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trực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tiếp</a:t>
            </a:r>
            <a:r>
              <a:rPr lang="en-US" sz="1400" dirty="0">
                <a:solidFill>
                  <a:srgbClr val="063420"/>
                </a:solidFill>
              </a:rPr>
              <a:t> qua </a:t>
            </a:r>
            <a:r>
              <a:rPr lang="en-US" sz="1400" dirty="0" err="1">
                <a:solidFill>
                  <a:srgbClr val="063420"/>
                </a:solidFill>
              </a:rPr>
              <a:t>công</a:t>
            </a:r>
            <a:r>
              <a:rPr lang="en-US" sz="1400" dirty="0">
                <a:solidFill>
                  <a:srgbClr val="063420"/>
                </a:solidFill>
              </a:rPr>
              <a:t> ty QLQ /</a:t>
            </a:r>
            <a:r>
              <a:rPr lang="en-US" sz="1400" dirty="0" err="1">
                <a:solidFill>
                  <a:srgbClr val="063420"/>
                </a:solidFill>
              </a:rPr>
              <a:t>đại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lý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phân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phối</a:t>
            </a:r>
            <a:endParaRPr lang="en-US" sz="1400" dirty="0">
              <a:solidFill>
                <a:srgbClr val="06342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1C2034-B593-44DB-B845-738CAFABBFFC}"/>
              </a:ext>
            </a:extLst>
          </p:cNvPr>
          <p:cNvSpPr txBox="1"/>
          <p:nvPr/>
        </p:nvSpPr>
        <p:spPr>
          <a:xfrm>
            <a:off x="4768592" y="2380479"/>
            <a:ext cx="22488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" indent="-9144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063420"/>
                </a:solidFill>
              </a:rPr>
              <a:t>Xây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dựng</a:t>
            </a:r>
            <a:r>
              <a:rPr lang="en-US" sz="1400" dirty="0">
                <a:solidFill>
                  <a:srgbClr val="063420"/>
                </a:solidFill>
              </a:rPr>
              <a:t>/</a:t>
            </a:r>
            <a:r>
              <a:rPr lang="en-US" sz="1400" dirty="0" err="1">
                <a:solidFill>
                  <a:srgbClr val="063420"/>
                </a:solidFill>
              </a:rPr>
              <a:t>điều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chỉnh</a:t>
            </a:r>
            <a:r>
              <a:rPr lang="en-US" sz="1400" dirty="0">
                <a:solidFill>
                  <a:srgbClr val="063420"/>
                </a:solidFill>
              </a:rPr>
              <a:t> DMĐT: </a:t>
            </a:r>
            <a:r>
              <a:rPr lang="en-US" sz="1400" dirty="0" err="1">
                <a:solidFill>
                  <a:srgbClr val="063420"/>
                </a:solidFill>
              </a:rPr>
              <a:t>loại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tài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sản</a:t>
            </a:r>
            <a:r>
              <a:rPr lang="en-US" sz="1400" dirty="0">
                <a:solidFill>
                  <a:srgbClr val="063420"/>
                </a:solidFill>
              </a:rPr>
              <a:t>, </a:t>
            </a:r>
            <a:r>
              <a:rPr lang="en-US" sz="1400" dirty="0" err="1">
                <a:solidFill>
                  <a:srgbClr val="063420"/>
                </a:solidFill>
              </a:rPr>
              <a:t>tỷ</a:t>
            </a:r>
            <a:r>
              <a:rPr lang="en-US" sz="1400" dirty="0">
                <a:solidFill>
                  <a:srgbClr val="063420"/>
                </a:solidFill>
              </a:rPr>
              <a:t> </a:t>
            </a:r>
            <a:r>
              <a:rPr lang="en-US" sz="1400" dirty="0" err="1">
                <a:solidFill>
                  <a:srgbClr val="063420"/>
                </a:solidFill>
              </a:rPr>
              <a:t>trọng</a:t>
            </a:r>
            <a:endParaRPr lang="en-US" sz="1400" dirty="0">
              <a:solidFill>
                <a:srgbClr val="063420"/>
              </a:solidFill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035F6978-8B34-45DB-877A-B25E1C77C1EE}"/>
              </a:ext>
            </a:extLst>
          </p:cNvPr>
          <p:cNvSpPr txBox="1">
            <a:spLocks/>
          </p:cNvSpPr>
          <p:nvPr/>
        </p:nvSpPr>
        <p:spPr>
          <a:xfrm>
            <a:off x="-219522" y="501890"/>
            <a:ext cx="11734800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QUỸ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CHỨNG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KHOÁN</a:t>
            </a:r>
            <a:endParaRPr lang="en-US" sz="2400" b="1" dirty="0">
              <a:solidFill>
                <a:srgbClr val="3587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790F0C1-ECAA-4CF7-A416-47791AEE817D}"/>
              </a:ext>
            </a:extLst>
          </p:cNvPr>
          <p:cNvSpPr/>
          <p:nvPr/>
        </p:nvSpPr>
        <p:spPr>
          <a:xfrm>
            <a:off x="3296179" y="959253"/>
            <a:ext cx="5599641" cy="489098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HOẠT ĐỘNG CỦA QUỸ ĐẦU T</a:t>
            </a:r>
            <a:r>
              <a:rPr lang="vi-VN" b="1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CHỨNG KHOÁN</a:t>
            </a:r>
          </a:p>
        </p:txBody>
      </p:sp>
    </p:spTree>
    <p:extLst>
      <p:ext uri="{BB962C8B-B14F-4D97-AF65-F5344CB8AC3E}">
        <p14:creationId xmlns:p14="http://schemas.microsoft.com/office/powerpoint/2010/main" val="15836331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592000" y="744728"/>
            <a:ext cx="3600000" cy="0"/>
          </a:xfrm>
          <a:prstGeom prst="line">
            <a:avLst/>
          </a:prstGeom>
          <a:ln w="28575">
            <a:solidFill>
              <a:srgbClr val="35874C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740612"/>
            <a:ext cx="3600000" cy="0"/>
          </a:xfrm>
          <a:prstGeom prst="line">
            <a:avLst/>
          </a:prstGeom>
          <a:ln w="28575">
            <a:solidFill>
              <a:srgbClr val="35874C"/>
            </a:solidFill>
            <a:headEnd type="non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103C9BEC-67DB-4905-AE46-FE11BE143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830" y="889688"/>
            <a:ext cx="1457325" cy="1266825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B7B7F01-4A1A-482A-B84E-FF49DD0CC0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1495878"/>
              </p:ext>
            </p:extLst>
          </p:nvPr>
        </p:nvGraphicFramePr>
        <p:xfrm>
          <a:off x="3868748" y="1691104"/>
          <a:ext cx="5126333" cy="6477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60498">
                  <a:extLst>
                    <a:ext uri="{9D8B030D-6E8A-4147-A177-3AD203B41FA5}">
                      <a16:colId xmlns:a16="http://schemas.microsoft.com/office/drawing/2014/main" val="2903039211"/>
                    </a:ext>
                  </a:extLst>
                </a:gridCol>
                <a:gridCol w="405337">
                  <a:extLst>
                    <a:ext uri="{9D8B030D-6E8A-4147-A177-3AD203B41FA5}">
                      <a16:colId xmlns:a16="http://schemas.microsoft.com/office/drawing/2014/main" val="1544576644"/>
                    </a:ext>
                  </a:extLst>
                </a:gridCol>
                <a:gridCol w="2360498">
                  <a:extLst>
                    <a:ext uri="{9D8B030D-6E8A-4147-A177-3AD203B41FA5}">
                      <a16:colId xmlns:a16="http://schemas.microsoft.com/office/drawing/2014/main" val="1754914120"/>
                    </a:ext>
                  </a:extLst>
                </a:gridCol>
              </a:tblGrid>
              <a:tr h="323850">
                <a:tc rowSpan="2">
                  <a:txBody>
                    <a:bodyPr/>
                    <a:lstStyle/>
                    <a:p>
                      <a:pPr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rgbClr val="35874C"/>
                          </a:solidFill>
                          <a:effectLst/>
                        </a:rPr>
                        <a:t>Tỷ</a:t>
                      </a:r>
                      <a:r>
                        <a:rPr lang="en-US" sz="1800" b="1" dirty="0">
                          <a:solidFill>
                            <a:srgbClr val="35874C"/>
                          </a:solidFill>
                          <a:effectLst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35874C"/>
                          </a:solidFill>
                          <a:effectLst/>
                        </a:rPr>
                        <a:t>lệ</a:t>
                      </a:r>
                      <a:r>
                        <a:rPr lang="en-US" sz="1800" b="1" dirty="0">
                          <a:solidFill>
                            <a:srgbClr val="35874C"/>
                          </a:solidFill>
                          <a:effectLst/>
                        </a:rPr>
                        <a:t> chi </a:t>
                      </a:r>
                      <a:r>
                        <a:rPr lang="en-US" sz="1800" b="1" dirty="0" err="1">
                          <a:solidFill>
                            <a:srgbClr val="35874C"/>
                          </a:solidFill>
                          <a:effectLst/>
                        </a:rPr>
                        <a:t>phí</a:t>
                      </a:r>
                      <a:endParaRPr lang="en-US" sz="1800" b="1" dirty="0">
                        <a:solidFill>
                          <a:srgbClr val="35874C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 rowSpan="2">
                  <a:txBody>
                    <a:bodyPr/>
                    <a:lstStyle/>
                    <a:p>
                      <a:pPr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35874C"/>
                          </a:solidFill>
                          <a:effectLst/>
                        </a:rPr>
                        <a:t>=</a:t>
                      </a:r>
                      <a:endParaRPr lang="en-US" sz="1800" b="1" dirty="0">
                        <a:solidFill>
                          <a:srgbClr val="35874C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35874C"/>
                          </a:solidFill>
                          <a:effectLst/>
                        </a:rPr>
                        <a:t>∑ Chi </a:t>
                      </a:r>
                      <a:r>
                        <a:rPr lang="en-US" sz="1800" b="1" dirty="0" err="1">
                          <a:solidFill>
                            <a:srgbClr val="35874C"/>
                          </a:solidFill>
                          <a:effectLst/>
                        </a:rPr>
                        <a:t>phí</a:t>
                      </a:r>
                      <a:endParaRPr lang="en-US" sz="1800" b="1" dirty="0">
                        <a:solidFill>
                          <a:srgbClr val="35874C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rgbClr val="358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8454667"/>
                  </a:ext>
                </a:extLst>
              </a:tr>
              <a:tr h="323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35874C"/>
                          </a:solidFill>
                          <a:effectLst/>
                        </a:rPr>
                        <a:t>NAV </a:t>
                      </a:r>
                      <a:r>
                        <a:rPr lang="en-US" sz="1800" b="1" dirty="0" err="1">
                          <a:solidFill>
                            <a:srgbClr val="35874C"/>
                          </a:solidFill>
                          <a:effectLst/>
                        </a:rPr>
                        <a:t>bình</a:t>
                      </a:r>
                      <a:r>
                        <a:rPr lang="en-US" sz="1800" b="1" dirty="0">
                          <a:solidFill>
                            <a:srgbClr val="35874C"/>
                          </a:solidFill>
                          <a:effectLst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35874C"/>
                          </a:solidFill>
                          <a:effectLst/>
                        </a:rPr>
                        <a:t>quân</a:t>
                      </a:r>
                      <a:endParaRPr lang="en-US" sz="1800" b="1" dirty="0">
                        <a:solidFill>
                          <a:srgbClr val="35874C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rgbClr val="358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8787717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306CA44-09B4-488E-8F6E-EC122FA9C0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6716160"/>
              </p:ext>
            </p:extLst>
          </p:nvPr>
        </p:nvGraphicFramePr>
        <p:xfrm>
          <a:off x="3877674" y="2818071"/>
          <a:ext cx="5126333" cy="6477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60498">
                  <a:extLst>
                    <a:ext uri="{9D8B030D-6E8A-4147-A177-3AD203B41FA5}">
                      <a16:colId xmlns:a16="http://schemas.microsoft.com/office/drawing/2014/main" val="2903039211"/>
                    </a:ext>
                  </a:extLst>
                </a:gridCol>
                <a:gridCol w="405337">
                  <a:extLst>
                    <a:ext uri="{9D8B030D-6E8A-4147-A177-3AD203B41FA5}">
                      <a16:colId xmlns:a16="http://schemas.microsoft.com/office/drawing/2014/main" val="1544576644"/>
                    </a:ext>
                  </a:extLst>
                </a:gridCol>
                <a:gridCol w="2360498">
                  <a:extLst>
                    <a:ext uri="{9D8B030D-6E8A-4147-A177-3AD203B41FA5}">
                      <a16:colId xmlns:a16="http://schemas.microsoft.com/office/drawing/2014/main" val="1754914120"/>
                    </a:ext>
                  </a:extLst>
                </a:gridCol>
              </a:tblGrid>
              <a:tr h="323850">
                <a:tc rowSpan="2">
                  <a:txBody>
                    <a:bodyPr/>
                    <a:lstStyle/>
                    <a:p>
                      <a:pPr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rgbClr val="35874C"/>
                          </a:solidFill>
                          <a:effectLst/>
                        </a:rPr>
                        <a:t>Tỷ</a:t>
                      </a:r>
                      <a:r>
                        <a:rPr lang="en-US" sz="1800" b="1" dirty="0">
                          <a:solidFill>
                            <a:srgbClr val="35874C"/>
                          </a:solidFill>
                          <a:effectLst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35874C"/>
                          </a:solidFill>
                          <a:effectLst/>
                        </a:rPr>
                        <a:t>lệ</a:t>
                      </a:r>
                      <a:r>
                        <a:rPr lang="en-US" sz="1800" b="1" dirty="0">
                          <a:solidFill>
                            <a:srgbClr val="35874C"/>
                          </a:solidFill>
                          <a:effectLst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35874C"/>
                          </a:solidFill>
                          <a:effectLst/>
                        </a:rPr>
                        <a:t>thu</a:t>
                      </a:r>
                      <a:r>
                        <a:rPr lang="en-US" sz="1800" b="1" dirty="0">
                          <a:solidFill>
                            <a:srgbClr val="35874C"/>
                          </a:solidFill>
                          <a:effectLst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35874C"/>
                          </a:solidFill>
                          <a:effectLst/>
                        </a:rPr>
                        <a:t>nhập</a:t>
                      </a:r>
                      <a:endParaRPr lang="en-US" sz="1800" b="1" dirty="0">
                        <a:solidFill>
                          <a:srgbClr val="35874C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 rowSpan="2">
                  <a:txBody>
                    <a:bodyPr/>
                    <a:lstStyle/>
                    <a:p>
                      <a:pPr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35874C"/>
                          </a:solidFill>
                          <a:effectLst/>
                        </a:rPr>
                        <a:t>=</a:t>
                      </a:r>
                      <a:endParaRPr lang="en-US" sz="1800" b="1" dirty="0">
                        <a:solidFill>
                          <a:srgbClr val="35874C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rgbClr val="35874C"/>
                          </a:solidFill>
                          <a:effectLst/>
                        </a:rPr>
                        <a:t>Giá</a:t>
                      </a:r>
                      <a:r>
                        <a:rPr lang="en-US" sz="1800" b="1" dirty="0">
                          <a:solidFill>
                            <a:srgbClr val="35874C"/>
                          </a:solidFill>
                          <a:effectLst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35874C"/>
                          </a:solidFill>
                          <a:effectLst/>
                        </a:rPr>
                        <a:t>trị</a:t>
                      </a:r>
                      <a:r>
                        <a:rPr lang="en-US" sz="1800" b="1" dirty="0">
                          <a:solidFill>
                            <a:srgbClr val="35874C"/>
                          </a:solidFill>
                          <a:effectLst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35874C"/>
                          </a:solidFill>
                          <a:effectLst/>
                        </a:rPr>
                        <a:t>thu</a:t>
                      </a:r>
                      <a:r>
                        <a:rPr lang="en-US" sz="1800" b="1" dirty="0">
                          <a:solidFill>
                            <a:srgbClr val="35874C"/>
                          </a:solidFill>
                          <a:effectLst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35874C"/>
                          </a:solidFill>
                          <a:effectLst/>
                        </a:rPr>
                        <a:t>nhập</a:t>
                      </a:r>
                      <a:r>
                        <a:rPr lang="en-US" sz="1800" b="1" dirty="0">
                          <a:solidFill>
                            <a:srgbClr val="35874C"/>
                          </a:solidFill>
                          <a:effectLst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35874C"/>
                          </a:solidFill>
                          <a:effectLst/>
                        </a:rPr>
                        <a:t>ròng</a:t>
                      </a:r>
                      <a:endParaRPr lang="en-US" sz="1800" b="1" dirty="0">
                        <a:solidFill>
                          <a:srgbClr val="35874C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8454667"/>
                  </a:ext>
                </a:extLst>
              </a:tr>
              <a:tr h="323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35874C"/>
                          </a:solidFill>
                          <a:effectLst/>
                        </a:rPr>
                        <a:t>NAV </a:t>
                      </a:r>
                      <a:r>
                        <a:rPr lang="en-US" sz="1800" b="1" dirty="0" err="1">
                          <a:solidFill>
                            <a:srgbClr val="35874C"/>
                          </a:solidFill>
                          <a:effectLst/>
                        </a:rPr>
                        <a:t>bình</a:t>
                      </a:r>
                      <a:r>
                        <a:rPr lang="en-US" sz="1800" b="1" dirty="0">
                          <a:solidFill>
                            <a:srgbClr val="35874C"/>
                          </a:solidFill>
                          <a:effectLst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35874C"/>
                          </a:solidFill>
                          <a:effectLst/>
                        </a:rPr>
                        <a:t>quân</a:t>
                      </a:r>
                      <a:endParaRPr lang="en-US" sz="1800" b="1" dirty="0">
                        <a:solidFill>
                          <a:srgbClr val="35874C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8787717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943599EB-2555-43CF-8687-6846B18120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5520602"/>
              </p:ext>
            </p:extLst>
          </p:nvPr>
        </p:nvGraphicFramePr>
        <p:xfrm>
          <a:off x="3877674" y="3866177"/>
          <a:ext cx="5126333" cy="11041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60498">
                  <a:extLst>
                    <a:ext uri="{9D8B030D-6E8A-4147-A177-3AD203B41FA5}">
                      <a16:colId xmlns:a16="http://schemas.microsoft.com/office/drawing/2014/main" val="2903039211"/>
                    </a:ext>
                  </a:extLst>
                </a:gridCol>
                <a:gridCol w="405337">
                  <a:extLst>
                    <a:ext uri="{9D8B030D-6E8A-4147-A177-3AD203B41FA5}">
                      <a16:colId xmlns:a16="http://schemas.microsoft.com/office/drawing/2014/main" val="1544576644"/>
                    </a:ext>
                  </a:extLst>
                </a:gridCol>
                <a:gridCol w="2360498">
                  <a:extLst>
                    <a:ext uri="{9D8B030D-6E8A-4147-A177-3AD203B41FA5}">
                      <a16:colId xmlns:a16="http://schemas.microsoft.com/office/drawing/2014/main" val="1754914120"/>
                    </a:ext>
                  </a:extLst>
                </a:gridCol>
              </a:tblGrid>
              <a:tr h="552090">
                <a:tc rowSpan="2">
                  <a:txBody>
                    <a:bodyPr/>
                    <a:lstStyle/>
                    <a:p>
                      <a:pPr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rgbClr val="35874C"/>
                          </a:solidFill>
                          <a:effectLst/>
                        </a:rPr>
                        <a:t>Tốc</a:t>
                      </a:r>
                      <a:r>
                        <a:rPr lang="en-US" sz="1800" b="1" dirty="0">
                          <a:solidFill>
                            <a:srgbClr val="35874C"/>
                          </a:solidFill>
                          <a:effectLst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35874C"/>
                          </a:solidFill>
                          <a:effectLst/>
                        </a:rPr>
                        <a:t>độ</a:t>
                      </a:r>
                      <a:r>
                        <a:rPr lang="en-US" sz="1800" b="1" dirty="0">
                          <a:solidFill>
                            <a:srgbClr val="35874C"/>
                          </a:solidFill>
                          <a:effectLst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35874C"/>
                          </a:solidFill>
                          <a:effectLst/>
                        </a:rPr>
                        <a:t>vòng</a:t>
                      </a:r>
                      <a:r>
                        <a:rPr lang="en-US" sz="1800" b="1" dirty="0">
                          <a:solidFill>
                            <a:srgbClr val="35874C"/>
                          </a:solidFill>
                          <a:effectLst/>
                        </a:rPr>
                        <a:t> quay </a:t>
                      </a:r>
                      <a:r>
                        <a:rPr lang="en-US" sz="1800" b="1" dirty="0" err="1">
                          <a:solidFill>
                            <a:srgbClr val="35874C"/>
                          </a:solidFill>
                          <a:effectLst/>
                        </a:rPr>
                        <a:t>danh</a:t>
                      </a:r>
                      <a:r>
                        <a:rPr lang="en-US" sz="1800" b="1" dirty="0">
                          <a:solidFill>
                            <a:srgbClr val="35874C"/>
                          </a:solidFill>
                          <a:effectLst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35874C"/>
                          </a:solidFill>
                          <a:effectLst/>
                        </a:rPr>
                        <a:t>mục</a:t>
                      </a:r>
                      <a:endParaRPr lang="en-US" sz="1800" b="1" dirty="0">
                        <a:solidFill>
                          <a:srgbClr val="35874C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 rowSpan="2">
                  <a:txBody>
                    <a:bodyPr/>
                    <a:lstStyle/>
                    <a:p>
                      <a:pPr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35874C"/>
                          </a:solidFill>
                          <a:effectLst/>
                        </a:rPr>
                        <a:t>=</a:t>
                      </a:r>
                      <a:endParaRPr lang="en-US" sz="1800" b="1" dirty="0">
                        <a:solidFill>
                          <a:srgbClr val="35874C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rgbClr val="35874C"/>
                          </a:solidFill>
                          <a:effectLst/>
                        </a:rPr>
                        <a:t>Giá</a:t>
                      </a:r>
                      <a:r>
                        <a:rPr lang="en-US" sz="1800" b="1" dirty="0">
                          <a:solidFill>
                            <a:srgbClr val="35874C"/>
                          </a:solidFill>
                          <a:effectLst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35874C"/>
                          </a:solidFill>
                          <a:effectLst/>
                        </a:rPr>
                        <a:t>trị</a:t>
                      </a:r>
                      <a:r>
                        <a:rPr lang="en-US" sz="1800" b="1" dirty="0">
                          <a:solidFill>
                            <a:srgbClr val="35874C"/>
                          </a:solidFill>
                          <a:effectLst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35874C"/>
                          </a:solidFill>
                          <a:effectLst/>
                        </a:rPr>
                        <a:t>giao</a:t>
                      </a:r>
                      <a:r>
                        <a:rPr lang="en-US" sz="1800" b="1" dirty="0">
                          <a:solidFill>
                            <a:srgbClr val="35874C"/>
                          </a:solidFill>
                          <a:effectLst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35874C"/>
                          </a:solidFill>
                          <a:effectLst/>
                        </a:rPr>
                        <a:t>dịch</a:t>
                      </a:r>
                      <a:r>
                        <a:rPr lang="en-US" sz="1800" b="1" dirty="0">
                          <a:solidFill>
                            <a:srgbClr val="35874C"/>
                          </a:solidFill>
                          <a:effectLst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35874C"/>
                          </a:solidFill>
                          <a:effectLst/>
                        </a:rPr>
                        <a:t>chứng</a:t>
                      </a:r>
                      <a:r>
                        <a:rPr lang="en-US" sz="1800" b="1" dirty="0">
                          <a:solidFill>
                            <a:srgbClr val="35874C"/>
                          </a:solidFill>
                          <a:effectLst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35874C"/>
                          </a:solidFill>
                          <a:effectLst/>
                        </a:rPr>
                        <a:t>khoán</a:t>
                      </a:r>
                      <a:r>
                        <a:rPr lang="en-US" sz="1800" b="1" dirty="0">
                          <a:solidFill>
                            <a:srgbClr val="35874C"/>
                          </a:solidFill>
                          <a:effectLst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35874C"/>
                          </a:solidFill>
                          <a:effectLst/>
                        </a:rPr>
                        <a:t>bình</a:t>
                      </a:r>
                      <a:r>
                        <a:rPr lang="en-US" sz="1800" b="1" dirty="0">
                          <a:solidFill>
                            <a:srgbClr val="35874C"/>
                          </a:solidFill>
                          <a:effectLst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35874C"/>
                          </a:solidFill>
                          <a:effectLst/>
                        </a:rPr>
                        <a:t>quân</a:t>
                      </a:r>
                      <a:endParaRPr lang="en-US" sz="1800" b="1" dirty="0">
                        <a:solidFill>
                          <a:srgbClr val="35874C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8454667"/>
                  </a:ext>
                </a:extLst>
              </a:tr>
              <a:tr h="5520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35874C"/>
                          </a:solidFill>
                          <a:effectLst/>
                        </a:rPr>
                        <a:t>NAV </a:t>
                      </a:r>
                      <a:r>
                        <a:rPr lang="en-US" sz="1800" b="1" dirty="0" err="1">
                          <a:solidFill>
                            <a:srgbClr val="35874C"/>
                          </a:solidFill>
                          <a:effectLst/>
                        </a:rPr>
                        <a:t>bình</a:t>
                      </a:r>
                      <a:r>
                        <a:rPr lang="en-US" sz="1800" b="1" dirty="0">
                          <a:solidFill>
                            <a:srgbClr val="35874C"/>
                          </a:solidFill>
                          <a:effectLst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35874C"/>
                          </a:solidFill>
                          <a:effectLst/>
                        </a:rPr>
                        <a:t>quân</a:t>
                      </a:r>
                      <a:endParaRPr lang="en-US" sz="1800" b="1" dirty="0">
                        <a:solidFill>
                          <a:srgbClr val="35874C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8787717"/>
                  </a:ext>
                </a:extLst>
              </a:tr>
            </a:tbl>
          </a:graphicData>
        </a:graphic>
      </p:graphicFrame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3B93F13F-CBA1-41DD-AF3B-97A945E7E8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6905704"/>
              </p:ext>
            </p:extLst>
          </p:nvPr>
        </p:nvGraphicFramePr>
        <p:xfrm>
          <a:off x="1067991" y="1805591"/>
          <a:ext cx="3344521" cy="3510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9" name="Rectangle 18">
            <a:extLst>
              <a:ext uri="{FF2B5EF4-FFF2-40B4-BE49-F238E27FC236}">
                <a16:creationId xmlns:a16="http://schemas.microsoft.com/office/drawing/2014/main" id="{DFA9915D-EACB-44DB-8AC0-9E27C335EB44}"/>
              </a:ext>
            </a:extLst>
          </p:cNvPr>
          <p:cNvSpPr/>
          <p:nvPr/>
        </p:nvSpPr>
        <p:spPr>
          <a:xfrm rot="16200000">
            <a:off x="1372592" y="3018423"/>
            <a:ext cx="1401810" cy="1659446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Circle">
              <a:avLst/>
            </a:prstTxWarp>
            <a:spAutoFit/>
          </a:bodyPr>
          <a:lstStyle/>
          <a:p>
            <a:pPr algn="ctr"/>
            <a:r>
              <a:rPr lang="en-US" sz="14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ĐÁNH GIÁ HIỆU QUẢ HOẠT ĐỘNG ĐẦU T</a:t>
            </a:r>
            <a:r>
              <a:rPr lang="vi-VN" sz="14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endParaRPr lang="en-US" sz="1400" b="1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18A2819-20F7-499A-B202-396450003EBE}"/>
              </a:ext>
            </a:extLst>
          </p:cNvPr>
          <p:cNvCxnSpPr/>
          <p:nvPr/>
        </p:nvCxnSpPr>
        <p:spPr>
          <a:xfrm flipV="1">
            <a:off x="2647507" y="2041451"/>
            <a:ext cx="1446028" cy="935665"/>
          </a:xfrm>
          <a:prstGeom prst="straightConnector1">
            <a:avLst/>
          </a:prstGeom>
          <a:ln>
            <a:solidFill>
              <a:srgbClr val="35874C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BC73D7E-E03D-4B7D-A84E-E7072C40C3CB}"/>
              </a:ext>
            </a:extLst>
          </p:cNvPr>
          <p:cNvCxnSpPr>
            <a:cxnSpLocks/>
          </p:cNvCxnSpPr>
          <p:nvPr/>
        </p:nvCxnSpPr>
        <p:spPr>
          <a:xfrm flipV="1">
            <a:off x="2987749" y="3245936"/>
            <a:ext cx="889925" cy="369134"/>
          </a:xfrm>
          <a:prstGeom prst="straightConnector1">
            <a:avLst/>
          </a:prstGeom>
          <a:ln>
            <a:solidFill>
              <a:srgbClr val="35874C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B0E77A2-BF28-4FB9-BC33-23348AE385F5}"/>
              </a:ext>
            </a:extLst>
          </p:cNvPr>
          <p:cNvCxnSpPr>
            <a:cxnSpLocks/>
          </p:cNvCxnSpPr>
          <p:nvPr/>
        </p:nvCxnSpPr>
        <p:spPr>
          <a:xfrm flipV="1">
            <a:off x="2333597" y="4233668"/>
            <a:ext cx="1319020" cy="546437"/>
          </a:xfrm>
          <a:prstGeom prst="straightConnector1">
            <a:avLst/>
          </a:prstGeom>
          <a:ln>
            <a:solidFill>
              <a:srgbClr val="35874C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E6C33D75-1086-444B-A3F8-712F8E6F16FE}"/>
              </a:ext>
            </a:extLst>
          </p:cNvPr>
          <p:cNvSpPr txBox="1">
            <a:spLocks/>
          </p:cNvSpPr>
          <p:nvPr/>
        </p:nvSpPr>
        <p:spPr>
          <a:xfrm>
            <a:off x="-219522" y="501890"/>
            <a:ext cx="11734800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QUỸ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CHỨNG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KHOÁN</a:t>
            </a:r>
            <a:endParaRPr lang="en-US" sz="2400" b="1" dirty="0">
              <a:solidFill>
                <a:srgbClr val="3587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69029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615C921-AE50-4B32-9971-5EF67CE3A541}"/>
              </a:ext>
            </a:extLst>
          </p:cNvPr>
          <p:cNvSpPr/>
          <p:nvPr/>
        </p:nvSpPr>
        <p:spPr>
          <a:xfrm>
            <a:off x="1885950" y="5094269"/>
            <a:ext cx="8293548" cy="1261841"/>
          </a:xfrm>
          <a:prstGeom prst="roundRect">
            <a:avLst/>
          </a:prstGeom>
          <a:noFill/>
          <a:ln>
            <a:solidFill>
              <a:srgbClr val="35874C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592000" y="744728"/>
            <a:ext cx="3600000" cy="0"/>
          </a:xfrm>
          <a:prstGeom prst="line">
            <a:avLst/>
          </a:prstGeom>
          <a:ln w="28575">
            <a:solidFill>
              <a:srgbClr val="35874C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740612"/>
            <a:ext cx="3600000" cy="0"/>
          </a:xfrm>
          <a:prstGeom prst="line">
            <a:avLst/>
          </a:prstGeom>
          <a:ln w="28575">
            <a:solidFill>
              <a:srgbClr val="35874C"/>
            </a:solidFill>
            <a:headEnd type="non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E441D7C-CDC8-4136-94CE-0CC075CAFA73}"/>
              </a:ext>
            </a:extLst>
          </p:cNvPr>
          <p:cNvSpPr txBox="1"/>
          <p:nvPr/>
        </p:nvSpPr>
        <p:spPr>
          <a:xfrm>
            <a:off x="4229100" y="1497330"/>
            <a:ext cx="5554980" cy="594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1F101C-8311-4C6A-A1DC-3AF3EEE3C09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098738" y="1225352"/>
            <a:ext cx="631641" cy="6134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FE9005-4A13-4FAC-A476-E02A61D8D81A}"/>
              </a:ext>
            </a:extLst>
          </p:cNvPr>
          <p:cNvSpPr txBox="1"/>
          <p:nvPr/>
        </p:nvSpPr>
        <p:spPr>
          <a:xfrm>
            <a:off x="4812030" y="1225352"/>
            <a:ext cx="49720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</a:t>
            </a:r>
            <a:r>
              <a:rPr lang="vi-VN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nắm</a:t>
            </a:r>
            <a:r>
              <a:rPr lang="en-US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đ</a:t>
            </a:r>
            <a:r>
              <a:rPr lang="vi-VN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ợc</a:t>
            </a:r>
            <a:r>
              <a:rPr lang="en-US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tình</a:t>
            </a:r>
            <a:r>
              <a:rPr lang="en-US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hoạt</a:t>
            </a:r>
            <a:r>
              <a:rPr lang="en-US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hiệu</a:t>
            </a:r>
            <a:r>
              <a:rPr lang="en-US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lang="en-US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quỹ</a:t>
            </a:r>
            <a:r>
              <a:rPr lang="en-US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 đ</a:t>
            </a:r>
            <a:r>
              <a:rPr lang="vi-VN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ư</a:t>
            </a:r>
            <a:r>
              <a:rPr lang="en-US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 ra </a:t>
            </a:r>
            <a:r>
              <a:rPr lang="en-US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quyết</a:t>
            </a:r>
            <a:r>
              <a:rPr lang="en-US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định</a:t>
            </a:r>
            <a:r>
              <a:rPr lang="en-US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đầu</a:t>
            </a:r>
            <a:r>
              <a:rPr lang="en-US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t</a:t>
            </a:r>
            <a:r>
              <a:rPr lang="vi-VN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ư</a:t>
            </a:r>
            <a:r>
              <a:rPr lang="en-US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phù</a:t>
            </a:r>
            <a:r>
              <a:rPr lang="en-US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hợp</a:t>
            </a:r>
            <a:endParaRPr lang="en-US" dirty="0">
              <a:solidFill>
                <a:srgbClr val="3587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7EB106-A457-4352-814B-937CA8106A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3557" y="2236433"/>
            <a:ext cx="762001" cy="71096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26FBC40-F73C-4AA8-8666-CA1AD2611C44}"/>
              </a:ext>
            </a:extLst>
          </p:cNvPr>
          <p:cNvSpPr txBox="1"/>
          <p:nvPr/>
        </p:nvSpPr>
        <p:spPr>
          <a:xfrm>
            <a:off x="4836504" y="2325207"/>
            <a:ext cx="3697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Nâng</a:t>
            </a:r>
            <a:r>
              <a:rPr lang="en-US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cao</a:t>
            </a:r>
            <a:r>
              <a:rPr lang="en-US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uy</a:t>
            </a:r>
            <a:r>
              <a:rPr lang="en-US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</a:t>
            </a:r>
            <a:r>
              <a:rPr lang="en-US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ty </a:t>
            </a:r>
            <a:r>
              <a:rPr lang="en-US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quỹ</a:t>
            </a:r>
            <a:endParaRPr lang="en-US" dirty="0">
              <a:solidFill>
                <a:srgbClr val="3587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8D30A3-26BE-4795-BE49-0E4BCD1E96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3556" y="3325882"/>
            <a:ext cx="744183" cy="83591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FD5401A-36AE-4002-B57C-0E25BA03C9E5}"/>
              </a:ext>
            </a:extLst>
          </p:cNvPr>
          <p:cNvSpPr txBox="1"/>
          <p:nvPr/>
        </p:nvSpPr>
        <p:spPr>
          <a:xfrm>
            <a:off x="4825074" y="3512101"/>
            <a:ext cx="3697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 </a:t>
            </a:r>
            <a:r>
              <a:rPr lang="en-US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hút</a:t>
            </a:r>
            <a:r>
              <a:rPr lang="en-US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vốn</a:t>
            </a:r>
            <a:r>
              <a:rPr lang="en-US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quỹ</a:t>
            </a:r>
            <a:endParaRPr lang="en-US" dirty="0">
              <a:solidFill>
                <a:srgbClr val="3587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1D33FD6-2863-4B9F-A42B-3DC0A7D917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8094" y="4652165"/>
            <a:ext cx="775812" cy="86953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171ECBD-54F1-43E4-AA93-71E1497CD758}"/>
              </a:ext>
            </a:extLst>
          </p:cNvPr>
          <p:cNvSpPr txBox="1"/>
          <p:nvPr/>
        </p:nvSpPr>
        <p:spPr>
          <a:xfrm>
            <a:off x="1725930" y="5577840"/>
            <a:ext cx="18927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 TY QUẢN LÝ QUỸ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9C3BC0-83DA-4B22-B606-B6259922197F}"/>
              </a:ext>
            </a:extLst>
          </p:cNvPr>
          <p:cNvSpPr txBox="1"/>
          <p:nvPr/>
        </p:nvSpPr>
        <p:spPr>
          <a:xfrm>
            <a:off x="4857750" y="5577840"/>
            <a:ext cx="19888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NGÂN HÀNG GIÁM SÁT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C06DFDF-76D8-4D36-A53F-41D4E46230C2}"/>
              </a:ext>
            </a:extLst>
          </p:cNvPr>
          <p:cNvSpPr/>
          <p:nvPr/>
        </p:nvSpPr>
        <p:spPr>
          <a:xfrm>
            <a:off x="2823210" y="1005840"/>
            <a:ext cx="7106100" cy="3377894"/>
          </a:xfrm>
          <a:prstGeom prst="roundRect">
            <a:avLst/>
          </a:prstGeom>
          <a:noFill/>
          <a:ln>
            <a:solidFill>
              <a:srgbClr val="68AD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E9F270-F6BB-4262-A252-7E5664B2920D}"/>
              </a:ext>
            </a:extLst>
          </p:cNvPr>
          <p:cNvSpPr txBox="1"/>
          <p:nvPr/>
        </p:nvSpPr>
        <p:spPr>
          <a:xfrm>
            <a:off x="8286750" y="5583194"/>
            <a:ext cx="18927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QUỸ ĐẦU T</a:t>
            </a:r>
            <a:r>
              <a:rPr lang="vi-VN" sz="16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endParaRPr lang="en-US" sz="1600" b="1" dirty="0">
              <a:solidFill>
                <a:srgbClr val="3587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9545101-F3F3-41C5-8178-FFF410F049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5125" y="1662314"/>
            <a:ext cx="1555433" cy="155543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65A2E6-4E44-42E9-B5F8-2060F1D074FC}"/>
              </a:ext>
            </a:extLst>
          </p:cNvPr>
          <p:cNvSpPr txBox="1"/>
          <p:nvPr/>
        </p:nvSpPr>
        <p:spPr>
          <a:xfrm>
            <a:off x="1041400" y="3174594"/>
            <a:ext cx="301356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35874C"/>
                </a:solidFill>
              </a:rPr>
              <a:t>CÔNG BỐ THÔNG TIN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A2114349-660B-41D1-A693-DBA2DF823EFE}"/>
              </a:ext>
            </a:extLst>
          </p:cNvPr>
          <p:cNvSpPr txBox="1">
            <a:spLocks/>
          </p:cNvSpPr>
          <p:nvPr/>
        </p:nvSpPr>
        <p:spPr>
          <a:xfrm>
            <a:off x="-219522" y="501890"/>
            <a:ext cx="11734800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QUỸ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CHỨNG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KHOÁN</a:t>
            </a:r>
            <a:endParaRPr lang="en-US" sz="2400" b="1" dirty="0">
              <a:solidFill>
                <a:srgbClr val="3587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85439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592000" y="744728"/>
            <a:ext cx="3600000" cy="0"/>
          </a:xfrm>
          <a:prstGeom prst="line">
            <a:avLst/>
          </a:prstGeom>
          <a:ln w="28575">
            <a:solidFill>
              <a:srgbClr val="35874C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803" y="744728"/>
            <a:ext cx="3600000" cy="0"/>
          </a:xfrm>
          <a:prstGeom prst="line">
            <a:avLst/>
          </a:prstGeom>
          <a:ln w="28575">
            <a:solidFill>
              <a:srgbClr val="35874C"/>
            </a:solidFill>
            <a:headEnd type="non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9661AE0-4168-478E-98D3-F1B7F91ACCD9}"/>
              </a:ext>
            </a:extLst>
          </p:cNvPr>
          <p:cNvSpPr txBox="1"/>
          <p:nvPr/>
        </p:nvSpPr>
        <p:spPr>
          <a:xfrm>
            <a:off x="1076828" y="1386228"/>
            <a:ext cx="292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35874C"/>
                </a:solidFill>
              </a:rPr>
              <a:t>CÔNG TY QUẢN LÝ QUỸ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F41E6B6-D9D9-45CA-BB65-0B7ECB5F43EF}"/>
              </a:ext>
            </a:extLst>
          </p:cNvPr>
          <p:cNvSpPr/>
          <p:nvPr/>
        </p:nvSpPr>
        <p:spPr>
          <a:xfrm>
            <a:off x="1350566" y="1699794"/>
            <a:ext cx="4511265" cy="2403945"/>
          </a:xfrm>
          <a:prstGeom prst="roundRect">
            <a:avLst/>
          </a:prstGeom>
          <a:noFill/>
          <a:ln>
            <a:solidFill>
              <a:srgbClr val="358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rgbClr val="063420"/>
                </a:solidFill>
              </a:rPr>
              <a:t>Các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quỹ</a:t>
            </a:r>
            <a:r>
              <a:rPr lang="en-US" dirty="0">
                <a:solidFill>
                  <a:srgbClr val="063420"/>
                </a:solidFill>
              </a:rPr>
              <a:t> do </a:t>
            </a:r>
            <a:r>
              <a:rPr lang="en-US" dirty="0" err="1">
                <a:solidFill>
                  <a:srgbClr val="063420"/>
                </a:solidFill>
              </a:rPr>
              <a:t>công</a:t>
            </a:r>
            <a:r>
              <a:rPr lang="en-US" dirty="0">
                <a:solidFill>
                  <a:srgbClr val="063420"/>
                </a:solidFill>
              </a:rPr>
              <a:t> ty </a:t>
            </a:r>
            <a:r>
              <a:rPr lang="en-US" dirty="0" err="1">
                <a:solidFill>
                  <a:srgbClr val="063420"/>
                </a:solidFill>
              </a:rPr>
              <a:t>quản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lý</a:t>
            </a:r>
            <a:endParaRPr lang="en-US" dirty="0">
              <a:solidFill>
                <a:srgbClr val="063420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rgbClr val="063420"/>
                </a:solidFill>
              </a:rPr>
              <a:t>Mục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tiêu</a:t>
            </a:r>
            <a:r>
              <a:rPr lang="en-US" dirty="0">
                <a:solidFill>
                  <a:srgbClr val="063420"/>
                </a:solidFill>
              </a:rPr>
              <a:t>, </a:t>
            </a:r>
            <a:r>
              <a:rPr lang="en-US" dirty="0" err="1">
                <a:solidFill>
                  <a:srgbClr val="063420"/>
                </a:solidFill>
              </a:rPr>
              <a:t>chính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sách</a:t>
            </a:r>
            <a:r>
              <a:rPr lang="en-US" dirty="0">
                <a:solidFill>
                  <a:srgbClr val="063420"/>
                </a:solidFill>
              </a:rPr>
              <a:t>, </a:t>
            </a:r>
            <a:r>
              <a:rPr lang="en-US" dirty="0" err="1">
                <a:solidFill>
                  <a:srgbClr val="063420"/>
                </a:solidFill>
              </a:rPr>
              <a:t>chiến</a:t>
            </a:r>
            <a:r>
              <a:rPr lang="en-US" dirty="0">
                <a:solidFill>
                  <a:srgbClr val="063420"/>
                </a:solidFill>
              </a:rPr>
              <a:t> l</a:t>
            </a:r>
            <a:r>
              <a:rPr lang="vi-VN" dirty="0">
                <a:solidFill>
                  <a:srgbClr val="063420"/>
                </a:solidFill>
              </a:rPr>
              <a:t>ư</a:t>
            </a:r>
            <a:r>
              <a:rPr lang="en-US" dirty="0" err="1">
                <a:solidFill>
                  <a:srgbClr val="063420"/>
                </a:solidFill>
              </a:rPr>
              <a:t>ợc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đầu</a:t>
            </a:r>
            <a:r>
              <a:rPr lang="en-US" dirty="0">
                <a:solidFill>
                  <a:srgbClr val="063420"/>
                </a:solidFill>
              </a:rPr>
              <a:t> t</a:t>
            </a:r>
            <a:r>
              <a:rPr lang="vi-VN" dirty="0">
                <a:solidFill>
                  <a:srgbClr val="063420"/>
                </a:solidFill>
              </a:rPr>
              <a:t>ư</a:t>
            </a:r>
            <a:endParaRPr lang="en-US" dirty="0">
              <a:solidFill>
                <a:srgbClr val="063420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rgbClr val="063420"/>
                </a:solidFill>
              </a:rPr>
              <a:t>Phân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bổ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tài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sản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của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quỹ</a:t>
            </a:r>
            <a:endParaRPr lang="en-US" dirty="0">
              <a:solidFill>
                <a:srgbClr val="063420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rgbClr val="063420"/>
                </a:solidFill>
              </a:rPr>
              <a:t>Kết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quả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hoạt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động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của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quỹ</a:t>
            </a:r>
            <a:endParaRPr lang="en-US" dirty="0">
              <a:solidFill>
                <a:srgbClr val="063420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Dự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đoán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xu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thế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phát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triển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của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thị</a:t>
            </a:r>
            <a:r>
              <a:rPr lang="en-US" dirty="0">
                <a:solidFill>
                  <a:srgbClr val="063420"/>
                </a:solidFill>
              </a:rPr>
              <a:t> tr</a:t>
            </a:r>
            <a:r>
              <a:rPr lang="vi-VN" dirty="0">
                <a:solidFill>
                  <a:srgbClr val="063420"/>
                </a:solidFill>
              </a:rPr>
              <a:t>ư</a:t>
            </a:r>
            <a:r>
              <a:rPr lang="en-US" dirty="0" err="1">
                <a:solidFill>
                  <a:srgbClr val="063420"/>
                </a:solidFill>
              </a:rPr>
              <a:t>ờng</a:t>
            </a:r>
            <a:r>
              <a:rPr lang="en-US" dirty="0">
                <a:solidFill>
                  <a:srgbClr val="063420"/>
                </a:solidFill>
              </a:rPr>
              <a:t>, </a:t>
            </a:r>
            <a:r>
              <a:rPr lang="en-US" dirty="0" err="1">
                <a:solidFill>
                  <a:srgbClr val="063420"/>
                </a:solidFill>
              </a:rPr>
              <a:t>chiến</a:t>
            </a:r>
            <a:r>
              <a:rPr lang="en-US" dirty="0">
                <a:solidFill>
                  <a:srgbClr val="063420"/>
                </a:solidFill>
              </a:rPr>
              <a:t> l</a:t>
            </a:r>
            <a:r>
              <a:rPr lang="vi-VN" dirty="0">
                <a:solidFill>
                  <a:srgbClr val="063420"/>
                </a:solidFill>
              </a:rPr>
              <a:t>ư</a:t>
            </a:r>
            <a:r>
              <a:rPr lang="en-US" dirty="0" err="1">
                <a:solidFill>
                  <a:srgbClr val="063420"/>
                </a:solidFill>
              </a:rPr>
              <a:t>ợc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của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quỹ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trong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thời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gian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tới</a:t>
            </a:r>
            <a:endParaRPr lang="en-US" dirty="0">
              <a:solidFill>
                <a:srgbClr val="063420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rgbClr val="063420"/>
                </a:solidFill>
              </a:rPr>
              <a:t>Chính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sách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phân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phối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lợi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nhuận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của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quỹ</a:t>
            </a:r>
            <a:endParaRPr lang="en-US" dirty="0">
              <a:solidFill>
                <a:srgbClr val="06342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496954-4C56-4359-B68A-FADC4F8BF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922" y="1700692"/>
            <a:ext cx="775812" cy="8695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BE64FFD-B735-4EC7-B324-525103171115}"/>
              </a:ext>
            </a:extLst>
          </p:cNvPr>
          <p:cNvSpPr txBox="1"/>
          <p:nvPr/>
        </p:nvSpPr>
        <p:spPr>
          <a:xfrm>
            <a:off x="2123903" y="4721413"/>
            <a:ext cx="292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b="1" dirty="0">
                <a:solidFill>
                  <a:srgbClr val="35874C"/>
                </a:solidFill>
              </a:rPr>
              <a:t>NGÂN HÀNG GIÁM SÁT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37A06D5-A7BA-4AE4-BACD-43E9AD374FEB}"/>
              </a:ext>
            </a:extLst>
          </p:cNvPr>
          <p:cNvSpPr/>
          <p:nvPr/>
        </p:nvSpPr>
        <p:spPr>
          <a:xfrm>
            <a:off x="2397641" y="5034980"/>
            <a:ext cx="4511265" cy="1458002"/>
          </a:xfrm>
          <a:prstGeom prst="roundRect">
            <a:avLst/>
          </a:prstGeom>
          <a:noFill/>
          <a:ln>
            <a:solidFill>
              <a:srgbClr val="358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rgbClr val="063420"/>
                </a:solidFill>
              </a:rPr>
              <a:t>Đánh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giá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việc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tuân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thủ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hạn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mức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đầu</a:t>
            </a:r>
            <a:r>
              <a:rPr lang="en-US" dirty="0">
                <a:solidFill>
                  <a:srgbClr val="063420"/>
                </a:solidFill>
              </a:rPr>
              <a:t> t</a:t>
            </a:r>
            <a:r>
              <a:rPr lang="vi-VN" dirty="0">
                <a:solidFill>
                  <a:srgbClr val="063420"/>
                </a:solidFill>
              </a:rPr>
              <a:t>ư</a:t>
            </a:r>
            <a:r>
              <a:rPr lang="en-US" dirty="0">
                <a:solidFill>
                  <a:srgbClr val="063420"/>
                </a:solidFill>
              </a:rPr>
              <a:t>, </a:t>
            </a:r>
            <a:r>
              <a:rPr lang="en-US" dirty="0" err="1">
                <a:solidFill>
                  <a:srgbClr val="063420"/>
                </a:solidFill>
              </a:rPr>
              <a:t>định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giá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chứng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chỉ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quỹ</a:t>
            </a:r>
            <a:r>
              <a:rPr lang="en-US" dirty="0">
                <a:solidFill>
                  <a:srgbClr val="063420"/>
                </a:solidFill>
              </a:rPr>
              <a:t>… </a:t>
            </a:r>
            <a:r>
              <a:rPr lang="en-US" dirty="0" err="1">
                <a:solidFill>
                  <a:srgbClr val="063420"/>
                </a:solidFill>
              </a:rPr>
              <a:t>của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công</a:t>
            </a:r>
            <a:r>
              <a:rPr lang="en-US" dirty="0">
                <a:solidFill>
                  <a:srgbClr val="063420"/>
                </a:solidFill>
              </a:rPr>
              <a:t> ty </a:t>
            </a:r>
            <a:r>
              <a:rPr lang="en-US" dirty="0" err="1">
                <a:solidFill>
                  <a:srgbClr val="063420"/>
                </a:solidFill>
              </a:rPr>
              <a:t>quản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lý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quỹ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phù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hợp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với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hợp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đồng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tín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thác</a:t>
            </a:r>
            <a:r>
              <a:rPr lang="en-US" dirty="0">
                <a:solidFill>
                  <a:srgbClr val="063420"/>
                </a:solidFill>
              </a:rPr>
              <a:t>/</a:t>
            </a:r>
            <a:r>
              <a:rPr lang="en-US" dirty="0" err="1">
                <a:solidFill>
                  <a:srgbClr val="063420"/>
                </a:solidFill>
              </a:rPr>
              <a:t>Điều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lệ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quỹ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và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các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quy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định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của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pháp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luật</a:t>
            </a:r>
            <a:endParaRPr lang="en-US" dirty="0">
              <a:solidFill>
                <a:srgbClr val="063420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2BE63C9-A770-4AC4-9ECA-644225204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997" y="5035877"/>
            <a:ext cx="775812" cy="86953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403ACB5-098D-47C1-8F0D-C28FEF7C7C0A}"/>
              </a:ext>
            </a:extLst>
          </p:cNvPr>
          <p:cNvSpPr txBox="1"/>
          <p:nvPr/>
        </p:nvSpPr>
        <p:spPr>
          <a:xfrm>
            <a:off x="7201919" y="2344800"/>
            <a:ext cx="3364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35874C"/>
                </a:solidFill>
              </a:rPr>
              <a:t>QUỸ ĐẦU T</a:t>
            </a:r>
            <a:r>
              <a:rPr lang="vi-VN" b="1" dirty="0">
                <a:solidFill>
                  <a:srgbClr val="35874C"/>
                </a:solidFill>
              </a:rPr>
              <a:t>Ư</a:t>
            </a:r>
            <a:r>
              <a:rPr lang="en-US" b="1" dirty="0">
                <a:solidFill>
                  <a:srgbClr val="35874C"/>
                </a:solidFill>
              </a:rPr>
              <a:t> CHỨNG KHOÁN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6E0F272-540D-47C7-AC71-0F6CAEC8744F}"/>
              </a:ext>
            </a:extLst>
          </p:cNvPr>
          <p:cNvSpPr/>
          <p:nvPr/>
        </p:nvSpPr>
        <p:spPr>
          <a:xfrm>
            <a:off x="7376597" y="2714132"/>
            <a:ext cx="4254063" cy="2948798"/>
          </a:xfrm>
          <a:prstGeom prst="roundRect">
            <a:avLst/>
          </a:prstGeom>
          <a:noFill/>
          <a:ln>
            <a:solidFill>
              <a:srgbClr val="358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rgbClr val="063420"/>
                </a:solidFill>
              </a:rPr>
              <a:t>Tổng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tài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sản</a:t>
            </a:r>
            <a:r>
              <a:rPr lang="en-US" dirty="0">
                <a:solidFill>
                  <a:srgbClr val="063420"/>
                </a:solidFill>
              </a:rPr>
              <a:t>, </a:t>
            </a:r>
            <a:r>
              <a:rPr lang="en-US" dirty="0" err="1">
                <a:solidFill>
                  <a:srgbClr val="063420"/>
                </a:solidFill>
              </a:rPr>
              <a:t>tổng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nợ</a:t>
            </a:r>
            <a:endParaRPr lang="en-US" dirty="0">
              <a:solidFill>
                <a:srgbClr val="063420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rgbClr val="063420"/>
                </a:solidFill>
              </a:rPr>
              <a:t>Kết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quả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hoạt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động</a:t>
            </a:r>
            <a:r>
              <a:rPr lang="en-US" dirty="0">
                <a:solidFill>
                  <a:srgbClr val="063420"/>
                </a:solidFill>
              </a:rPr>
              <a:t>: </a:t>
            </a:r>
            <a:r>
              <a:rPr lang="en-US" dirty="0" err="1">
                <a:solidFill>
                  <a:srgbClr val="063420"/>
                </a:solidFill>
              </a:rPr>
              <a:t>thu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nhập</a:t>
            </a:r>
            <a:r>
              <a:rPr lang="en-US" dirty="0">
                <a:solidFill>
                  <a:srgbClr val="063420"/>
                </a:solidFill>
              </a:rPr>
              <a:t>, chi </a:t>
            </a:r>
            <a:r>
              <a:rPr lang="en-US" dirty="0" err="1">
                <a:solidFill>
                  <a:srgbClr val="063420"/>
                </a:solidFill>
              </a:rPr>
              <a:t>phí</a:t>
            </a:r>
            <a:r>
              <a:rPr lang="en-US" dirty="0">
                <a:solidFill>
                  <a:srgbClr val="063420"/>
                </a:solidFill>
              </a:rPr>
              <a:t>, </a:t>
            </a:r>
            <a:r>
              <a:rPr lang="en-US" dirty="0" err="1">
                <a:solidFill>
                  <a:srgbClr val="063420"/>
                </a:solidFill>
              </a:rPr>
              <a:t>thu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nhập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ròng</a:t>
            </a:r>
            <a:r>
              <a:rPr lang="en-US" dirty="0">
                <a:solidFill>
                  <a:srgbClr val="063420"/>
                </a:solidFill>
              </a:rPr>
              <a:t>, </a:t>
            </a:r>
            <a:r>
              <a:rPr lang="en-US" dirty="0" err="1">
                <a:solidFill>
                  <a:srgbClr val="063420"/>
                </a:solidFill>
              </a:rPr>
              <a:t>lãi</a:t>
            </a:r>
            <a:r>
              <a:rPr lang="en-US" dirty="0">
                <a:solidFill>
                  <a:srgbClr val="063420"/>
                </a:solidFill>
              </a:rPr>
              <a:t>/</a:t>
            </a:r>
            <a:r>
              <a:rPr lang="en-US" dirty="0" err="1">
                <a:solidFill>
                  <a:srgbClr val="063420"/>
                </a:solidFill>
              </a:rPr>
              <a:t>lỗ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từ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hoạt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đồng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đầu</a:t>
            </a:r>
            <a:r>
              <a:rPr lang="en-US" dirty="0">
                <a:solidFill>
                  <a:srgbClr val="063420"/>
                </a:solidFill>
              </a:rPr>
              <a:t> t</a:t>
            </a:r>
            <a:r>
              <a:rPr lang="vi-VN" dirty="0">
                <a:solidFill>
                  <a:srgbClr val="063420"/>
                </a:solidFill>
              </a:rPr>
              <a:t>ư</a:t>
            </a:r>
            <a:endParaRPr lang="en-US" dirty="0">
              <a:solidFill>
                <a:srgbClr val="063420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63420"/>
                </a:solidFill>
              </a:rPr>
              <a:t>NAV: </a:t>
            </a:r>
            <a:r>
              <a:rPr lang="en-US" dirty="0" err="1">
                <a:solidFill>
                  <a:srgbClr val="063420"/>
                </a:solidFill>
              </a:rPr>
              <a:t>đầu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kỳ</a:t>
            </a:r>
            <a:r>
              <a:rPr lang="en-US" dirty="0">
                <a:solidFill>
                  <a:srgbClr val="063420"/>
                </a:solidFill>
              </a:rPr>
              <a:t>, </a:t>
            </a:r>
            <a:r>
              <a:rPr lang="en-US" dirty="0" err="1">
                <a:solidFill>
                  <a:srgbClr val="063420"/>
                </a:solidFill>
              </a:rPr>
              <a:t>cuối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kỳ</a:t>
            </a:r>
            <a:r>
              <a:rPr lang="en-US" dirty="0">
                <a:solidFill>
                  <a:srgbClr val="063420"/>
                </a:solidFill>
              </a:rPr>
              <a:t>, </a:t>
            </a:r>
            <a:r>
              <a:rPr lang="en-US" dirty="0" err="1">
                <a:solidFill>
                  <a:srgbClr val="063420"/>
                </a:solidFill>
              </a:rPr>
              <a:t>thay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đổi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trong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kỳ</a:t>
            </a:r>
            <a:endParaRPr lang="en-US" dirty="0">
              <a:solidFill>
                <a:srgbClr val="063420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rgbClr val="063420"/>
                </a:solidFill>
              </a:rPr>
              <a:t>Số</a:t>
            </a:r>
            <a:r>
              <a:rPr lang="en-US" dirty="0">
                <a:solidFill>
                  <a:srgbClr val="063420"/>
                </a:solidFill>
              </a:rPr>
              <a:t> l</a:t>
            </a:r>
            <a:r>
              <a:rPr lang="vi-VN" dirty="0">
                <a:solidFill>
                  <a:srgbClr val="063420"/>
                </a:solidFill>
              </a:rPr>
              <a:t>ư</a:t>
            </a:r>
            <a:r>
              <a:rPr lang="en-US" dirty="0" err="1">
                <a:solidFill>
                  <a:srgbClr val="063420"/>
                </a:solidFill>
              </a:rPr>
              <a:t>ợng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chứng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chỉ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quỹ</a:t>
            </a:r>
            <a:r>
              <a:rPr lang="en-US" dirty="0">
                <a:solidFill>
                  <a:srgbClr val="063420"/>
                </a:solidFill>
              </a:rPr>
              <a:t>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rgbClr val="063420"/>
                </a:solidFill>
              </a:rPr>
              <a:t>Danh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mục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đầu</a:t>
            </a:r>
            <a:r>
              <a:rPr lang="en-US" dirty="0">
                <a:solidFill>
                  <a:srgbClr val="063420"/>
                </a:solidFill>
              </a:rPr>
              <a:t> t</a:t>
            </a:r>
            <a:r>
              <a:rPr lang="vi-VN" dirty="0">
                <a:solidFill>
                  <a:srgbClr val="063420"/>
                </a:solidFill>
              </a:rPr>
              <a:t>ư</a:t>
            </a:r>
            <a:endParaRPr lang="en-US" dirty="0">
              <a:solidFill>
                <a:srgbClr val="063420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rgbClr val="063420"/>
                </a:solidFill>
              </a:rPr>
              <a:t>Chỉ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tiêu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về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hiệu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quả</a:t>
            </a:r>
            <a:r>
              <a:rPr lang="en-US" dirty="0">
                <a:solidFill>
                  <a:srgbClr val="063420"/>
                </a:solidFill>
              </a:rPr>
              <a:t>  </a:t>
            </a:r>
            <a:r>
              <a:rPr lang="en-US" dirty="0" err="1">
                <a:solidFill>
                  <a:srgbClr val="063420"/>
                </a:solidFill>
              </a:rPr>
              <a:t>hoạt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động</a:t>
            </a:r>
            <a:endParaRPr lang="en-US" dirty="0">
              <a:solidFill>
                <a:srgbClr val="063420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rgbClr val="063420"/>
                </a:solidFill>
              </a:rPr>
              <a:t>Phân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phối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lợi</a:t>
            </a:r>
            <a:r>
              <a:rPr lang="en-US" dirty="0">
                <a:solidFill>
                  <a:srgbClr val="063420"/>
                </a:solidFill>
              </a:rPr>
              <a:t> </a:t>
            </a:r>
            <a:r>
              <a:rPr lang="en-US" dirty="0" err="1">
                <a:solidFill>
                  <a:srgbClr val="063420"/>
                </a:solidFill>
              </a:rPr>
              <a:t>nhuận</a:t>
            </a:r>
            <a:r>
              <a:rPr lang="en-US" dirty="0">
                <a:solidFill>
                  <a:srgbClr val="063420"/>
                </a:solidFill>
              </a:rPr>
              <a:t>…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D0156BB-2556-424E-8C7E-2FF106683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953" y="2715030"/>
            <a:ext cx="775812" cy="86953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0E75983-74B1-455F-9E5E-F7F77799E499}"/>
              </a:ext>
            </a:extLst>
          </p:cNvPr>
          <p:cNvSpPr txBox="1"/>
          <p:nvPr/>
        </p:nvSpPr>
        <p:spPr>
          <a:xfrm>
            <a:off x="31803" y="826710"/>
            <a:ext cx="2929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35874C"/>
                </a:solidFill>
              </a:rPr>
              <a:t>CÔNG BỐ THÔNG TIN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BBCB1A4-E0A4-4BCF-8EA6-00BCE291F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06" y="131080"/>
            <a:ext cx="564416" cy="564416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BFBF271C-ACB8-4A1D-A31C-662D0D844B8B}"/>
              </a:ext>
            </a:extLst>
          </p:cNvPr>
          <p:cNvSpPr txBox="1">
            <a:spLocks/>
          </p:cNvSpPr>
          <p:nvPr/>
        </p:nvSpPr>
        <p:spPr>
          <a:xfrm>
            <a:off x="-219522" y="501890"/>
            <a:ext cx="11734800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QUỸ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CHỨNG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KHOÁN</a:t>
            </a:r>
            <a:endParaRPr lang="en-US" sz="2400" b="1" dirty="0">
              <a:solidFill>
                <a:srgbClr val="3587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24382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592000" y="744728"/>
            <a:ext cx="3600000" cy="0"/>
          </a:xfrm>
          <a:prstGeom prst="line">
            <a:avLst/>
          </a:prstGeom>
          <a:ln w="28575">
            <a:solidFill>
              <a:srgbClr val="35874C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803" y="744728"/>
            <a:ext cx="3600000" cy="0"/>
          </a:xfrm>
          <a:prstGeom prst="line">
            <a:avLst/>
          </a:prstGeom>
          <a:ln w="28575">
            <a:solidFill>
              <a:srgbClr val="35874C"/>
            </a:solidFill>
            <a:headEnd type="non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0C0D96E6-75E5-428B-A541-7FCF4C5CACBF}"/>
              </a:ext>
            </a:extLst>
          </p:cNvPr>
          <p:cNvSpPr/>
          <p:nvPr/>
        </p:nvSpPr>
        <p:spPr>
          <a:xfrm>
            <a:off x="158803" y="1458466"/>
            <a:ext cx="2950236" cy="557188"/>
          </a:xfrm>
          <a:prstGeom prst="roundRect">
            <a:avLst/>
          </a:prstGeom>
          <a:solidFill>
            <a:srgbClr val="358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CÁC BÊN CÓ LIÊN QUAN</a:t>
            </a: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730CD39E-39BF-456E-BBFF-E0F90CBA6BE5}"/>
              </a:ext>
            </a:extLst>
          </p:cNvPr>
          <p:cNvSpPr txBox="1">
            <a:spLocks/>
          </p:cNvSpPr>
          <p:nvPr/>
        </p:nvSpPr>
        <p:spPr>
          <a:xfrm>
            <a:off x="-206822" y="578528"/>
            <a:ext cx="11734800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QUỸ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CHỨNG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KHOÁN</a:t>
            </a:r>
            <a:endParaRPr lang="en-US" sz="2400" b="1" dirty="0">
              <a:solidFill>
                <a:srgbClr val="3587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45F01AB-2057-41B0-9FBE-D45700071E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4419324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824CE5E-4B86-4CB0-A17E-F5562176F66A}"/>
              </a:ext>
            </a:extLst>
          </p:cNvPr>
          <p:cNvSpPr txBox="1"/>
          <p:nvPr/>
        </p:nvSpPr>
        <p:spPr>
          <a:xfrm>
            <a:off x="6876804" y="1275395"/>
            <a:ext cx="1905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thụ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h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ởng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hữu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CCQ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81DDF7B-FF34-4DF2-A35A-5753DC3FEADB}"/>
              </a:ext>
            </a:extLst>
          </p:cNvPr>
          <p:cNvSpPr txBox="1"/>
          <p:nvPr/>
        </p:nvSpPr>
        <p:spPr>
          <a:xfrm>
            <a:off x="2032000" y="4011729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DMĐT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CBDB0CC-92CD-4E05-827C-AA19FE2AAD87}"/>
              </a:ext>
            </a:extLst>
          </p:cNvPr>
          <p:cNvSpPr txBox="1"/>
          <p:nvPr/>
        </p:nvSpPr>
        <p:spPr>
          <a:xfrm>
            <a:off x="8248404" y="4381061"/>
            <a:ext cx="190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Giám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sát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sản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quỹ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55502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592000" y="744728"/>
            <a:ext cx="3600000" cy="0"/>
          </a:xfrm>
          <a:prstGeom prst="line">
            <a:avLst/>
          </a:prstGeom>
          <a:ln w="28575">
            <a:solidFill>
              <a:srgbClr val="35874C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803" y="744728"/>
            <a:ext cx="3600000" cy="0"/>
          </a:xfrm>
          <a:prstGeom prst="line">
            <a:avLst/>
          </a:prstGeom>
          <a:ln w="28575">
            <a:solidFill>
              <a:srgbClr val="35874C"/>
            </a:solidFill>
            <a:headEnd type="non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7120EE4-1C7C-4273-8900-3A4DFDA8817D}"/>
              </a:ext>
            </a:extLst>
          </p:cNvPr>
          <p:cNvSpPr/>
          <p:nvPr/>
        </p:nvSpPr>
        <p:spPr>
          <a:xfrm>
            <a:off x="7039171" y="1078446"/>
            <a:ext cx="1306317" cy="562461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0967AED-51E1-4F32-9E97-A8F993A24B88}"/>
              </a:ext>
            </a:extLst>
          </p:cNvPr>
          <p:cNvSpPr txBox="1"/>
          <p:nvPr/>
        </p:nvSpPr>
        <p:spPr>
          <a:xfrm>
            <a:off x="7074953" y="1078446"/>
            <a:ext cx="14001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vi-VN" sz="1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Ơ</a:t>
            </a:r>
            <a:r>
              <a:rPr lang="en-US" sz="1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QUẢN LÝ NHÀ N</a:t>
            </a:r>
            <a:r>
              <a:rPr lang="vi-VN" sz="1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Ư</a:t>
            </a:r>
            <a:r>
              <a:rPr lang="en-US" sz="1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ỚC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0FEE3E5-58E3-448C-A011-FE11CA57D5E5}"/>
              </a:ext>
            </a:extLst>
          </p:cNvPr>
          <p:cNvSpPr txBox="1"/>
          <p:nvPr/>
        </p:nvSpPr>
        <p:spPr>
          <a:xfrm>
            <a:off x="8390303" y="1110217"/>
            <a:ext cx="3734410" cy="12557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182880" lvl="1" indent="-182880" algn="just">
              <a:lnSpc>
                <a:spcPct val="90000"/>
              </a:lnSpc>
              <a:buClr>
                <a:srgbClr val="00206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Cấp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giấy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phép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thành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lập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công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ty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quản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lý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quỹ</a:t>
            </a:r>
            <a:endParaRPr lang="en-US" sz="1400" dirty="0">
              <a:solidFill>
                <a:srgbClr val="002060"/>
              </a:solidFill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  <a:p>
            <a:pPr marL="182880" lvl="1" indent="-182880" algn="just">
              <a:lnSpc>
                <a:spcPct val="90000"/>
              </a:lnSpc>
              <a:buClr>
                <a:srgbClr val="00206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Cấp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Giấy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chứng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nhận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chào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bán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,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lập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quỹ</a:t>
            </a:r>
            <a:endParaRPr lang="en-US" sz="1400" dirty="0">
              <a:solidFill>
                <a:srgbClr val="002060"/>
              </a:solidFill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  <a:p>
            <a:pPr marL="182880" lvl="1" indent="-182880" algn="just">
              <a:lnSpc>
                <a:spcPct val="90000"/>
              </a:lnSpc>
              <a:buClr>
                <a:srgbClr val="00206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Cấp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Giấy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phép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hoạt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động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l</a:t>
            </a:r>
            <a:r>
              <a:rPr lang="vi-VN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ư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u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ký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cho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ngân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hàng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th</a:t>
            </a:r>
            <a:r>
              <a:rPr lang="vi-VN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ư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ơng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mại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để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thực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hiện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nghiệp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vụ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Ngân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hàng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giám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sát</a:t>
            </a:r>
            <a:endParaRPr lang="en-US" sz="1400" dirty="0">
              <a:solidFill>
                <a:srgbClr val="002060"/>
              </a:solidFill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  <a:p>
            <a:pPr marL="182880" lvl="1" indent="-182880" algn="just">
              <a:lnSpc>
                <a:spcPct val="90000"/>
              </a:lnSpc>
              <a:buClr>
                <a:srgbClr val="00206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Quản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lý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,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giám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sát</a:t>
            </a:r>
            <a:endParaRPr lang="vi-VN" sz="1400" dirty="0">
              <a:solidFill>
                <a:srgbClr val="002060"/>
              </a:solidFill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B092642-0A2A-4DB6-A456-35311B8249C7}"/>
              </a:ext>
            </a:extLst>
          </p:cNvPr>
          <p:cNvSpPr txBox="1"/>
          <p:nvPr/>
        </p:nvSpPr>
        <p:spPr>
          <a:xfrm>
            <a:off x="7027015" y="2967597"/>
            <a:ext cx="14001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NGÂN HÀNG GIÁM SÁT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908CD9F-15DF-4C17-BC0B-B595165AE2F6}"/>
              </a:ext>
            </a:extLst>
          </p:cNvPr>
          <p:cNvSpPr txBox="1"/>
          <p:nvPr/>
        </p:nvSpPr>
        <p:spPr>
          <a:xfrm>
            <a:off x="7037406" y="5314912"/>
            <a:ext cx="14001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ĐẠI LÝ PHÂN PHỐI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A656117-28F6-4297-AFE4-47C4EC046B72}"/>
              </a:ext>
            </a:extLst>
          </p:cNvPr>
          <p:cNvSpPr txBox="1"/>
          <p:nvPr/>
        </p:nvSpPr>
        <p:spPr>
          <a:xfrm>
            <a:off x="8381270" y="5348548"/>
            <a:ext cx="3721150" cy="12557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182880" lvl="1" indent="-182880" algn="just">
              <a:lnSpc>
                <a:spcPct val="90000"/>
              </a:lnSpc>
              <a:buClr>
                <a:srgbClr val="00206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Nhận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và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chuyển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lệnh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giao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dịch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từng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NĐT</a:t>
            </a:r>
          </a:p>
          <a:p>
            <a:pPr marL="182880" lvl="1" indent="-182880" algn="just">
              <a:lnSpc>
                <a:spcPct val="90000"/>
              </a:lnSpc>
              <a:buClr>
                <a:srgbClr val="00206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Tổng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hợp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thông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tin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về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NĐT, ng</a:t>
            </a:r>
            <a:r>
              <a:rPr lang="vi-VN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ư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ời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được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hưởng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lợi</a:t>
            </a:r>
            <a:endParaRPr lang="en-US" sz="1400" dirty="0">
              <a:solidFill>
                <a:srgbClr val="002060"/>
              </a:solidFill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  <a:p>
            <a:pPr marL="182880" lvl="1" indent="-182880" algn="just">
              <a:lnSpc>
                <a:spcPct val="90000"/>
              </a:lnSpc>
              <a:buClr>
                <a:srgbClr val="00206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Hỗ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trợ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NĐT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thực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hiện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thủ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tục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thay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đổi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thông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tin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tại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sổ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chính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,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xác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nhận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quyền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,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chuyển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quyền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sở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hữu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CCQ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E4F5D7E-657F-46FF-BCC7-2E64C78E8FC5}"/>
              </a:ext>
            </a:extLst>
          </p:cNvPr>
          <p:cNvSpPr txBox="1"/>
          <p:nvPr/>
        </p:nvSpPr>
        <p:spPr>
          <a:xfrm>
            <a:off x="7037406" y="2268820"/>
            <a:ext cx="14001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CÔNG TY QUẢN LÝ QUỸ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164F84F-ADE2-465C-B6FE-CA25B49FE72D}"/>
              </a:ext>
            </a:extLst>
          </p:cNvPr>
          <p:cNvSpPr txBox="1"/>
          <p:nvPr/>
        </p:nvSpPr>
        <p:spPr>
          <a:xfrm>
            <a:off x="7027015" y="3659441"/>
            <a:ext cx="14001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QUẢN TRỊ QUỸ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3ED732D-F6BF-4CE4-8E6C-C619FFAAF82C}"/>
              </a:ext>
            </a:extLst>
          </p:cNvPr>
          <p:cNvSpPr txBox="1"/>
          <p:nvPr/>
        </p:nvSpPr>
        <p:spPr>
          <a:xfrm>
            <a:off x="8403563" y="2966227"/>
            <a:ext cx="3721150" cy="6740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91440" lvl="1" indent="-182880" algn="just">
              <a:lnSpc>
                <a:spcPct val="90000"/>
              </a:lnSpc>
              <a:buClr>
                <a:srgbClr val="002060"/>
              </a:buClr>
              <a:buSzPts val="2000"/>
              <a:buFont typeface="Arial" panose="020B0604020202020204" pitchFamily="34" charset="0"/>
              <a:buChar char="•"/>
            </a:pPr>
            <a:r>
              <a:rPr lang="vi-VN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Lưu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ký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tài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sản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của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quỹ</a:t>
            </a:r>
            <a:endParaRPr lang="en-US" sz="1400" dirty="0">
              <a:solidFill>
                <a:srgbClr val="002060"/>
              </a:solidFill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  <a:p>
            <a:pPr marL="91440" lvl="1" indent="-182880" algn="just">
              <a:lnSpc>
                <a:spcPct val="90000"/>
              </a:lnSpc>
              <a:buClr>
                <a:srgbClr val="00206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Hoạt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động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giám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sát</a:t>
            </a:r>
            <a:endParaRPr lang="en-US" sz="1400" dirty="0">
              <a:solidFill>
                <a:srgbClr val="002060"/>
              </a:solidFill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  <a:p>
            <a:pPr marL="91440" lvl="1" indent="-182880" algn="just">
              <a:lnSpc>
                <a:spcPct val="90000"/>
              </a:lnSpc>
              <a:buClr>
                <a:srgbClr val="00206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Quản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trị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quỹ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nếu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đ</a:t>
            </a:r>
            <a:r>
              <a:rPr lang="vi-VN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ư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ợc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công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ty QLQ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ủy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quyền</a:t>
            </a:r>
            <a:endParaRPr lang="vi-VN" sz="1400" dirty="0">
              <a:solidFill>
                <a:srgbClr val="002060"/>
              </a:solidFill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777977E-061C-44B1-A26B-FD9516917FF0}"/>
              </a:ext>
            </a:extLst>
          </p:cNvPr>
          <p:cNvSpPr txBox="1"/>
          <p:nvPr/>
        </p:nvSpPr>
        <p:spPr>
          <a:xfrm>
            <a:off x="8390827" y="2437385"/>
            <a:ext cx="3516584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880" lvl="1" indent="-182880" algn="just">
              <a:lnSpc>
                <a:spcPct val="90000"/>
              </a:lnSpc>
              <a:buClr>
                <a:srgbClr val="00206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Huy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động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vốn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,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đề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nghị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lập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quỹ</a:t>
            </a:r>
            <a:endParaRPr lang="en-US" sz="1400" dirty="0">
              <a:solidFill>
                <a:srgbClr val="002060"/>
              </a:solidFill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  <a:p>
            <a:pPr marL="182880" lvl="1" indent="-182880" algn="just">
              <a:lnSpc>
                <a:spcPct val="90000"/>
              </a:lnSpc>
              <a:buClr>
                <a:srgbClr val="00206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Quản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lý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,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đầu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t</a:t>
            </a:r>
            <a:r>
              <a:rPr lang="vi-VN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ư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cho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quỹ</a:t>
            </a:r>
            <a:endParaRPr lang="en-US" sz="1400" dirty="0">
              <a:solidFill>
                <a:srgbClr val="002060"/>
              </a:solidFill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174F1DC-F908-46AA-9C5B-FAA9521B75F1}"/>
              </a:ext>
            </a:extLst>
          </p:cNvPr>
          <p:cNvSpPr txBox="1"/>
          <p:nvPr/>
        </p:nvSpPr>
        <p:spPr>
          <a:xfrm>
            <a:off x="8401242" y="3680986"/>
            <a:ext cx="3516584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880" lvl="1" indent="-182880" algn="just">
              <a:lnSpc>
                <a:spcPct val="90000"/>
              </a:lnSpc>
              <a:buClr>
                <a:srgbClr val="00206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Ghi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nhận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kế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toán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giao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dịch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của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quỹ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,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lập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BCTC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quỹ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,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xác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định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NAV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quỹ</a:t>
            </a:r>
            <a:endParaRPr lang="en-US" sz="1400" dirty="0">
              <a:solidFill>
                <a:srgbClr val="002060"/>
              </a:solidFill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D80960A-9E37-4CB8-83C1-1B417780D618}"/>
              </a:ext>
            </a:extLst>
          </p:cNvPr>
          <p:cNvSpPr txBox="1"/>
          <p:nvPr/>
        </p:nvSpPr>
        <p:spPr>
          <a:xfrm>
            <a:off x="7027015" y="4177324"/>
            <a:ext cx="14001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ĐẠI LÝ CHUYỂN NH</a:t>
            </a:r>
            <a:r>
              <a:rPr lang="vi-VN" sz="1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Ư</a:t>
            </a:r>
            <a:r>
              <a:rPr lang="en-US" sz="1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ỢNG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4C3CBD3-0732-4808-AF73-34B58255166D}"/>
              </a:ext>
            </a:extLst>
          </p:cNvPr>
          <p:cNvSpPr txBox="1"/>
          <p:nvPr/>
        </p:nvSpPr>
        <p:spPr>
          <a:xfrm>
            <a:off x="8392513" y="4284865"/>
            <a:ext cx="3721150" cy="4801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182880" lvl="1" indent="-182880" algn="just">
              <a:lnSpc>
                <a:spcPct val="90000"/>
              </a:lnSpc>
              <a:buClr>
                <a:srgbClr val="00206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Xác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nhận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quyền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sở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hữu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,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ghi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nhận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lệnh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giao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dịch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,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chuyển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quyền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sở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hữu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chứng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chỉ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quỹ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…</a:t>
            </a:r>
          </a:p>
        </p:txBody>
      </p:sp>
      <p:sp>
        <p:nvSpPr>
          <p:cNvPr id="55" name="Google Shape;392;p26">
            <a:extLst>
              <a:ext uri="{FF2B5EF4-FFF2-40B4-BE49-F238E27FC236}">
                <a16:creationId xmlns:a16="http://schemas.microsoft.com/office/drawing/2014/main" id="{07239AFE-8A4C-414B-A5CD-4423AF1C0A94}"/>
              </a:ext>
            </a:extLst>
          </p:cNvPr>
          <p:cNvSpPr/>
          <p:nvPr/>
        </p:nvSpPr>
        <p:spPr>
          <a:xfrm>
            <a:off x="1189794" y="5976412"/>
            <a:ext cx="1422540" cy="323448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ctr"/>
            <a:r>
              <a:rPr lang="vi-VN" sz="13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NHÀ ĐẦU TƯ</a:t>
            </a:r>
          </a:p>
        </p:txBody>
      </p:sp>
      <p:sp>
        <p:nvSpPr>
          <p:cNvPr id="56" name="Google Shape;393;p26">
            <a:extLst>
              <a:ext uri="{FF2B5EF4-FFF2-40B4-BE49-F238E27FC236}">
                <a16:creationId xmlns:a16="http://schemas.microsoft.com/office/drawing/2014/main" id="{5316A041-3B10-42C4-99DA-F114B6188BED}"/>
              </a:ext>
            </a:extLst>
          </p:cNvPr>
          <p:cNvSpPr/>
          <p:nvPr/>
        </p:nvSpPr>
        <p:spPr>
          <a:xfrm>
            <a:off x="2941388" y="5976412"/>
            <a:ext cx="1421103" cy="323448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ctr"/>
            <a:r>
              <a:rPr lang="vi-VN" sz="13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NHÀ ĐẦU TƯ</a:t>
            </a:r>
          </a:p>
        </p:txBody>
      </p:sp>
      <p:sp>
        <p:nvSpPr>
          <p:cNvPr id="57" name="Google Shape;394;p26">
            <a:extLst>
              <a:ext uri="{FF2B5EF4-FFF2-40B4-BE49-F238E27FC236}">
                <a16:creationId xmlns:a16="http://schemas.microsoft.com/office/drawing/2014/main" id="{D8141764-0AB4-4F18-A222-CB242E8D68EA}"/>
              </a:ext>
            </a:extLst>
          </p:cNvPr>
          <p:cNvSpPr/>
          <p:nvPr/>
        </p:nvSpPr>
        <p:spPr>
          <a:xfrm>
            <a:off x="4914265" y="6016074"/>
            <a:ext cx="1421103" cy="323448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ctr"/>
            <a:r>
              <a:rPr lang="vi-VN" sz="13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NHÀ ĐẦU TƯ</a:t>
            </a:r>
          </a:p>
        </p:txBody>
      </p:sp>
      <p:sp>
        <p:nvSpPr>
          <p:cNvPr id="59" name="Google Shape;389;p26">
            <a:extLst>
              <a:ext uri="{FF2B5EF4-FFF2-40B4-BE49-F238E27FC236}">
                <a16:creationId xmlns:a16="http://schemas.microsoft.com/office/drawing/2014/main" id="{2B96E237-D2B1-4776-897A-7DBD1FA5A274}"/>
              </a:ext>
            </a:extLst>
          </p:cNvPr>
          <p:cNvSpPr/>
          <p:nvPr/>
        </p:nvSpPr>
        <p:spPr>
          <a:xfrm>
            <a:off x="2832687" y="3755336"/>
            <a:ext cx="1586348" cy="638964"/>
          </a:xfrm>
          <a:prstGeom prst="hexagon">
            <a:avLst>
              <a:gd name="adj" fmla="val 25028"/>
              <a:gd name="vf" fmla="val 115470"/>
            </a:avLst>
          </a:prstGeom>
          <a:solidFill>
            <a:schemeClr val="accent2"/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3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QUỸ ĐẦU T</a:t>
            </a:r>
            <a:r>
              <a:rPr lang="vi-VN" sz="13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Ư</a:t>
            </a:r>
            <a:r>
              <a:rPr lang="en-US" sz="13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CHỨNG KHOÁN</a:t>
            </a:r>
            <a:endParaRPr sz="13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Google Shape;396;p26">
            <a:extLst>
              <a:ext uri="{FF2B5EF4-FFF2-40B4-BE49-F238E27FC236}">
                <a16:creationId xmlns:a16="http://schemas.microsoft.com/office/drawing/2014/main" id="{35469AFC-CFAE-4714-AC07-24D772037AD8}"/>
              </a:ext>
            </a:extLst>
          </p:cNvPr>
          <p:cNvSpPr/>
          <p:nvPr/>
        </p:nvSpPr>
        <p:spPr>
          <a:xfrm>
            <a:off x="2724796" y="2309834"/>
            <a:ext cx="1893849" cy="973726"/>
          </a:xfrm>
          <a:prstGeom prst="ellipse">
            <a:avLst/>
          </a:prstGeom>
          <a:solidFill>
            <a:srgbClr val="35874C"/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ctr"/>
            <a:r>
              <a:rPr lang="en-US" sz="13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CÔNG TY QUẢN LÝ QUỸ</a:t>
            </a:r>
          </a:p>
        </p:txBody>
      </p:sp>
      <p:sp>
        <p:nvSpPr>
          <p:cNvPr id="61" name="Google Shape;397;p26">
            <a:extLst>
              <a:ext uri="{FF2B5EF4-FFF2-40B4-BE49-F238E27FC236}">
                <a16:creationId xmlns:a16="http://schemas.microsoft.com/office/drawing/2014/main" id="{D3FC9009-2DE8-4174-93D3-E251BDBE1FF8}"/>
              </a:ext>
            </a:extLst>
          </p:cNvPr>
          <p:cNvSpPr/>
          <p:nvPr/>
        </p:nvSpPr>
        <p:spPr>
          <a:xfrm>
            <a:off x="2629628" y="4952859"/>
            <a:ext cx="2110821" cy="602769"/>
          </a:xfrm>
          <a:prstGeom prst="roundRect">
            <a:avLst>
              <a:gd name="adj" fmla="val 16667"/>
            </a:avLst>
          </a:prstGeom>
          <a:solidFill>
            <a:srgbClr val="A9D18E"/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3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ĐẠI LÝ PHÂN PHỐI/ĐẠI LÝ KÝ DANH</a:t>
            </a:r>
          </a:p>
        </p:txBody>
      </p:sp>
      <p:cxnSp>
        <p:nvCxnSpPr>
          <p:cNvPr id="62" name="Google Shape;398;p26">
            <a:extLst>
              <a:ext uri="{FF2B5EF4-FFF2-40B4-BE49-F238E27FC236}">
                <a16:creationId xmlns:a16="http://schemas.microsoft.com/office/drawing/2014/main" id="{CBCDAB19-E8EC-4C8B-B384-0CF97033E7F5}"/>
              </a:ext>
            </a:extLst>
          </p:cNvPr>
          <p:cNvCxnSpPr>
            <a:cxnSpLocks/>
          </p:cNvCxnSpPr>
          <p:nvPr/>
        </p:nvCxnSpPr>
        <p:spPr>
          <a:xfrm flipH="1" flipV="1">
            <a:off x="3672022" y="3296898"/>
            <a:ext cx="3" cy="502480"/>
          </a:xfrm>
          <a:prstGeom prst="straightConnector1">
            <a:avLst/>
          </a:prstGeom>
          <a:noFill/>
          <a:ln w="19050" cap="flat" cmpd="sng">
            <a:solidFill>
              <a:srgbClr val="06342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63" name="Google Shape;399;p26">
            <a:extLst>
              <a:ext uri="{FF2B5EF4-FFF2-40B4-BE49-F238E27FC236}">
                <a16:creationId xmlns:a16="http://schemas.microsoft.com/office/drawing/2014/main" id="{A478BC9F-77DB-472D-BC70-D43AB51BBF78}"/>
              </a:ext>
            </a:extLst>
          </p:cNvPr>
          <p:cNvCxnSpPr/>
          <p:nvPr/>
        </p:nvCxnSpPr>
        <p:spPr>
          <a:xfrm rot="5400000" flipH="1">
            <a:off x="3352073" y="4698897"/>
            <a:ext cx="609195" cy="3"/>
          </a:xfrm>
          <a:prstGeom prst="straightConnector1">
            <a:avLst/>
          </a:prstGeom>
          <a:noFill/>
          <a:ln w="19050" cap="flat" cmpd="sng">
            <a:solidFill>
              <a:srgbClr val="063420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64" name="Google Shape;400;p26">
            <a:extLst>
              <a:ext uri="{FF2B5EF4-FFF2-40B4-BE49-F238E27FC236}">
                <a16:creationId xmlns:a16="http://schemas.microsoft.com/office/drawing/2014/main" id="{37D0D544-5893-433C-81E8-0C7B6271E422}"/>
              </a:ext>
            </a:extLst>
          </p:cNvPr>
          <p:cNvSpPr/>
          <p:nvPr/>
        </p:nvSpPr>
        <p:spPr>
          <a:xfrm>
            <a:off x="4996114" y="3696773"/>
            <a:ext cx="1893847" cy="761492"/>
          </a:xfrm>
          <a:prstGeom prst="ellipse">
            <a:avLst/>
          </a:prstGeom>
          <a:solidFill>
            <a:schemeClr val="accent1"/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3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NGÂN HÀNG </a:t>
            </a:r>
            <a:endParaRPr lang="en-US" sz="1300" dirty="0"/>
          </a:p>
          <a:p>
            <a:pPr algn="ctr"/>
            <a:r>
              <a:rPr lang="en-US" sz="13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GIÁM SÁT</a:t>
            </a:r>
          </a:p>
        </p:txBody>
      </p:sp>
      <p:cxnSp>
        <p:nvCxnSpPr>
          <p:cNvPr id="65" name="Google Shape;402;p26">
            <a:extLst>
              <a:ext uri="{FF2B5EF4-FFF2-40B4-BE49-F238E27FC236}">
                <a16:creationId xmlns:a16="http://schemas.microsoft.com/office/drawing/2014/main" id="{8BDF2BE8-2821-44B1-8F56-015257754F66}"/>
              </a:ext>
            </a:extLst>
          </p:cNvPr>
          <p:cNvCxnSpPr>
            <a:cxnSpLocks/>
          </p:cNvCxnSpPr>
          <p:nvPr/>
        </p:nvCxnSpPr>
        <p:spPr>
          <a:xfrm flipH="1" flipV="1">
            <a:off x="3672022" y="5539371"/>
            <a:ext cx="752" cy="437042"/>
          </a:xfrm>
          <a:prstGeom prst="straightConnector1">
            <a:avLst/>
          </a:prstGeom>
          <a:noFill/>
          <a:ln w="19050" cap="flat" cmpd="sng">
            <a:solidFill>
              <a:srgbClr val="06342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66" name="Google Shape;403;p26">
            <a:extLst>
              <a:ext uri="{FF2B5EF4-FFF2-40B4-BE49-F238E27FC236}">
                <a16:creationId xmlns:a16="http://schemas.microsoft.com/office/drawing/2014/main" id="{B6F6FEA3-5EF7-41BB-9606-56739F5B4CB0}"/>
              </a:ext>
            </a:extLst>
          </p:cNvPr>
          <p:cNvCxnSpPr>
            <a:cxnSpLocks/>
            <a:stCxn id="55" idx="0"/>
            <a:endCxn id="61" idx="2"/>
          </p:cNvCxnSpPr>
          <p:nvPr/>
        </p:nvCxnSpPr>
        <p:spPr>
          <a:xfrm flipV="1">
            <a:off x="1901064" y="5555628"/>
            <a:ext cx="1783975" cy="420784"/>
          </a:xfrm>
          <a:prstGeom prst="straightConnector1">
            <a:avLst/>
          </a:prstGeom>
          <a:noFill/>
          <a:ln w="19050" cap="flat" cmpd="sng">
            <a:solidFill>
              <a:srgbClr val="06342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67" name="Google Shape;404;p26">
            <a:extLst>
              <a:ext uri="{FF2B5EF4-FFF2-40B4-BE49-F238E27FC236}">
                <a16:creationId xmlns:a16="http://schemas.microsoft.com/office/drawing/2014/main" id="{71E0578B-A762-4A78-8912-7FE7F41F74CD}"/>
              </a:ext>
            </a:extLst>
          </p:cNvPr>
          <p:cNvCxnSpPr>
            <a:stCxn id="57" idx="0"/>
            <a:endCxn id="61" idx="2"/>
          </p:cNvCxnSpPr>
          <p:nvPr/>
        </p:nvCxnSpPr>
        <p:spPr>
          <a:xfrm flipH="1" flipV="1">
            <a:off x="3685039" y="5555628"/>
            <a:ext cx="1939778" cy="460446"/>
          </a:xfrm>
          <a:prstGeom prst="straightConnector1">
            <a:avLst/>
          </a:prstGeom>
          <a:noFill/>
          <a:ln w="19050" cap="flat" cmpd="sng">
            <a:solidFill>
              <a:srgbClr val="063420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68" name="Google Shape;390;p26">
            <a:extLst>
              <a:ext uri="{FF2B5EF4-FFF2-40B4-BE49-F238E27FC236}">
                <a16:creationId xmlns:a16="http://schemas.microsoft.com/office/drawing/2014/main" id="{1ACE71B3-2DF3-400B-ACEB-29A0D762A588}"/>
              </a:ext>
            </a:extLst>
          </p:cNvPr>
          <p:cNvSpPr/>
          <p:nvPr/>
        </p:nvSpPr>
        <p:spPr>
          <a:xfrm>
            <a:off x="340669" y="2748140"/>
            <a:ext cx="1767496" cy="609193"/>
          </a:xfrm>
          <a:prstGeom prst="hexagon">
            <a:avLst>
              <a:gd name="adj" fmla="val 25028"/>
              <a:gd name="vf" fmla="val 115470"/>
            </a:avLst>
          </a:prstGeom>
          <a:solidFill>
            <a:schemeClr val="accent2"/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3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QUẢN TRỊ QUỸ</a:t>
            </a:r>
          </a:p>
        </p:txBody>
      </p:sp>
      <p:sp>
        <p:nvSpPr>
          <p:cNvPr id="69" name="Google Shape;405;p26">
            <a:extLst>
              <a:ext uri="{FF2B5EF4-FFF2-40B4-BE49-F238E27FC236}">
                <a16:creationId xmlns:a16="http://schemas.microsoft.com/office/drawing/2014/main" id="{49326F87-6672-42CA-8E0E-9996C425EF5E}"/>
              </a:ext>
            </a:extLst>
          </p:cNvPr>
          <p:cNvSpPr/>
          <p:nvPr/>
        </p:nvSpPr>
        <p:spPr>
          <a:xfrm>
            <a:off x="403147" y="3772133"/>
            <a:ext cx="1767495" cy="609193"/>
          </a:xfrm>
          <a:prstGeom prst="hexagon">
            <a:avLst>
              <a:gd name="adj" fmla="val 25028"/>
              <a:gd name="vf" fmla="val 115470"/>
            </a:avLst>
          </a:prstGeom>
          <a:solidFill>
            <a:schemeClr val="accent2"/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3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KIỂM TOÁN ĐỘC LẬP</a:t>
            </a:r>
          </a:p>
        </p:txBody>
      </p:sp>
      <p:sp>
        <p:nvSpPr>
          <p:cNvPr id="70" name="Google Shape;390;p26">
            <a:extLst>
              <a:ext uri="{FF2B5EF4-FFF2-40B4-BE49-F238E27FC236}">
                <a16:creationId xmlns:a16="http://schemas.microsoft.com/office/drawing/2014/main" id="{031845FE-AFA3-4290-8CF0-A2E5957E8BF7}"/>
              </a:ext>
            </a:extLst>
          </p:cNvPr>
          <p:cNvSpPr/>
          <p:nvPr/>
        </p:nvSpPr>
        <p:spPr>
          <a:xfrm>
            <a:off x="271423" y="1793476"/>
            <a:ext cx="1836742" cy="609193"/>
          </a:xfrm>
          <a:prstGeom prst="hexagon">
            <a:avLst>
              <a:gd name="adj" fmla="val 25028"/>
              <a:gd name="vf" fmla="val 115470"/>
            </a:avLst>
          </a:prstGeom>
          <a:solidFill>
            <a:schemeClr val="accent2"/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ĐẠI LÝ CHUYỂN NH</a:t>
            </a:r>
            <a:r>
              <a:rPr lang="vi-VN" sz="1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Ư</a:t>
            </a:r>
            <a:r>
              <a:rPr lang="en-US" sz="1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ỢNG</a:t>
            </a:r>
          </a:p>
        </p:txBody>
      </p:sp>
      <p:sp>
        <p:nvSpPr>
          <p:cNvPr id="71" name="Google Shape;400;p26">
            <a:extLst>
              <a:ext uri="{FF2B5EF4-FFF2-40B4-BE49-F238E27FC236}">
                <a16:creationId xmlns:a16="http://schemas.microsoft.com/office/drawing/2014/main" id="{5C2D975C-6FAB-42C9-93C4-AC4C2B6837DE}"/>
              </a:ext>
            </a:extLst>
          </p:cNvPr>
          <p:cNvSpPr/>
          <p:nvPr/>
        </p:nvSpPr>
        <p:spPr>
          <a:xfrm>
            <a:off x="2705015" y="1259258"/>
            <a:ext cx="1893847" cy="544785"/>
          </a:xfrm>
          <a:prstGeom prst="roundRect">
            <a:avLst/>
          </a:prstGeom>
          <a:solidFill>
            <a:srgbClr val="063420"/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ctr"/>
            <a:r>
              <a:rPr lang="en-US" sz="1300" b="1" dirty="0">
                <a:solidFill>
                  <a:schemeClr val="bg1"/>
                </a:solidFill>
                <a:latin typeface="Times New Roman"/>
                <a:cs typeface="Times New Roman"/>
                <a:sym typeface="Times New Roman"/>
              </a:rPr>
              <a:t>CƠ QUAN QUẢN LÝ NHÀ N</a:t>
            </a:r>
            <a:r>
              <a:rPr lang="vi-VN" sz="1300" b="1" dirty="0">
                <a:solidFill>
                  <a:schemeClr val="bg1"/>
                </a:solidFill>
                <a:latin typeface="Times New Roman"/>
                <a:cs typeface="Times New Roman"/>
                <a:sym typeface="Times New Roman"/>
              </a:rPr>
              <a:t>Ư</a:t>
            </a:r>
            <a:r>
              <a:rPr lang="en-US" sz="1300" b="1" dirty="0">
                <a:solidFill>
                  <a:schemeClr val="bg1"/>
                </a:solidFill>
                <a:latin typeface="Times New Roman"/>
                <a:cs typeface="Times New Roman"/>
                <a:sym typeface="Times New Roman"/>
              </a:rPr>
              <a:t>ỚC</a:t>
            </a:r>
          </a:p>
        </p:txBody>
      </p:sp>
      <p:cxnSp>
        <p:nvCxnSpPr>
          <p:cNvPr id="83" name="Google Shape;398;p26">
            <a:extLst>
              <a:ext uri="{FF2B5EF4-FFF2-40B4-BE49-F238E27FC236}">
                <a16:creationId xmlns:a16="http://schemas.microsoft.com/office/drawing/2014/main" id="{B075CDE8-44E1-4FFD-BA88-AD10F72A8E01}"/>
              </a:ext>
            </a:extLst>
          </p:cNvPr>
          <p:cNvCxnSpPr>
            <a:cxnSpLocks/>
          </p:cNvCxnSpPr>
          <p:nvPr/>
        </p:nvCxnSpPr>
        <p:spPr>
          <a:xfrm flipH="1" flipV="1">
            <a:off x="3654904" y="1810091"/>
            <a:ext cx="3" cy="502480"/>
          </a:xfrm>
          <a:prstGeom prst="straightConnector1">
            <a:avLst/>
          </a:prstGeom>
          <a:noFill/>
          <a:ln w="19050" cap="flat" cmpd="sng">
            <a:solidFill>
              <a:srgbClr val="06342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84" name="Google Shape;399;p26">
            <a:extLst>
              <a:ext uri="{FF2B5EF4-FFF2-40B4-BE49-F238E27FC236}">
                <a16:creationId xmlns:a16="http://schemas.microsoft.com/office/drawing/2014/main" id="{A4C9F0D3-4B19-4900-926B-721B71ADD47C}"/>
              </a:ext>
            </a:extLst>
          </p:cNvPr>
          <p:cNvCxnSpPr>
            <a:cxnSpLocks/>
            <a:stCxn id="59" idx="3"/>
            <a:endCxn id="69" idx="0"/>
          </p:cNvCxnSpPr>
          <p:nvPr/>
        </p:nvCxnSpPr>
        <p:spPr>
          <a:xfrm flipH="1">
            <a:off x="2170642" y="4074818"/>
            <a:ext cx="662045" cy="1912"/>
          </a:xfrm>
          <a:prstGeom prst="straightConnector1">
            <a:avLst/>
          </a:prstGeom>
          <a:noFill/>
          <a:ln w="19050" cap="flat" cmpd="sng">
            <a:solidFill>
              <a:srgbClr val="06342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87" name="Google Shape;399;p26">
            <a:extLst>
              <a:ext uri="{FF2B5EF4-FFF2-40B4-BE49-F238E27FC236}">
                <a16:creationId xmlns:a16="http://schemas.microsoft.com/office/drawing/2014/main" id="{4478DB5A-2FA3-4A8C-B189-12C2B6577A69}"/>
              </a:ext>
            </a:extLst>
          </p:cNvPr>
          <p:cNvCxnSpPr>
            <a:cxnSpLocks/>
            <a:stCxn id="59" idx="0"/>
            <a:endCxn id="64" idx="2"/>
          </p:cNvCxnSpPr>
          <p:nvPr/>
        </p:nvCxnSpPr>
        <p:spPr>
          <a:xfrm>
            <a:off x="4419035" y="4074818"/>
            <a:ext cx="577079" cy="2701"/>
          </a:xfrm>
          <a:prstGeom prst="straightConnector1">
            <a:avLst/>
          </a:prstGeom>
          <a:noFill/>
          <a:ln w="19050" cap="flat" cmpd="sng">
            <a:solidFill>
              <a:srgbClr val="063420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DCAA8EA3-9F3C-4340-81F7-E4E9E4181FAE}"/>
              </a:ext>
            </a:extLst>
          </p:cNvPr>
          <p:cNvSpPr txBox="1"/>
          <p:nvPr/>
        </p:nvSpPr>
        <p:spPr>
          <a:xfrm>
            <a:off x="7021779" y="4821403"/>
            <a:ext cx="14001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NHÀ ĐẦU T</a:t>
            </a:r>
            <a:r>
              <a:rPr lang="vi-VN" sz="1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Ư</a:t>
            </a:r>
            <a:endParaRPr lang="en-US" sz="1400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F0432A1-F7D0-4399-9872-1B8DE8DDB44B}"/>
              </a:ext>
            </a:extLst>
          </p:cNvPr>
          <p:cNvSpPr txBox="1"/>
          <p:nvPr/>
        </p:nvSpPr>
        <p:spPr>
          <a:xfrm>
            <a:off x="8384410" y="4832062"/>
            <a:ext cx="3507440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880" lvl="1" indent="-182880" algn="just">
              <a:lnSpc>
                <a:spcPct val="90000"/>
              </a:lnSpc>
              <a:buClr>
                <a:srgbClr val="00206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Tổ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chức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,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cá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nhân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trong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và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ngoài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n</a:t>
            </a:r>
            <a:r>
              <a:rPr lang="vi-VN" sz="1400" dirty="0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ư</a:t>
            </a:r>
            <a:r>
              <a:rPr lang="en-US" sz="1400" dirty="0" err="1">
                <a:solidFill>
                  <a:srgbClr val="00206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ớc</a:t>
            </a:r>
            <a:endParaRPr lang="en-US" sz="1400" dirty="0">
              <a:solidFill>
                <a:srgbClr val="002060"/>
              </a:solidFill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0C0D96E6-75E5-428B-A541-7FCF4C5CACBF}"/>
              </a:ext>
            </a:extLst>
          </p:cNvPr>
          <p:cNvSpPr/>
          <p:nvPr/>
        </p:nvSpPr>
        <p:spPr>
          <a:xfrm>
            <a:off x="110464" y="865212"/>
            <a:ext cx="2664240" cy="379260"/>
          </a:xfrm>
          <a:prstGeom prst="roundRect">
            <a:avLst/>
          </a:prstGeom>
          <a:solidFill>
            <a:srgbClr val="358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CÁC BÊN CÓ LIÊN QUAN</a:t>
            </a: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730CD39E-39BF-456E-BBFF-E0F90CBA6BE5}"/>
              </a:ext>
            </a:extLst>
          </p:cNvPr>
          <p:cNvSpPr txBox="1">
            <a:spLocks/>
          </p:cNvSpPr>
          <p:nvPr/>
        </p:nvSpPr>
        <p:spPr>
          <a:xfrm>
            <a:off x="-219522" y="501890"/>
            <a:ext cx="11734800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QUỸ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CHỨNG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KHOÁN</a:t>
            </a:r>
            <a:endParaRPr lang="en-US" sz="2400" b="1" dirty="0">
              <a:solidFill>
                <a:srgbClr val="3587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57411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592000" y="744728"/>
            <a:ext cx="3600000" cy="0"/>
          </a:xfrm>
          <a:prstGeom prst="line">
            <a:avLst/>
          </a:prstGeom>
          <a:ln w="28575">
            <a:solidFill>
              <a:srgbClr val="35874C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803" y="744728"/>
            <a:ext cx="3600000" cy="0"/>
          </a:xfrm>
          <a:prstGeom prst="line">
            <a:avLst/>
          </a:prstGeom>
          <a:ln w="28575">
            <a:solidFill>
              <a:srgbClr val="35874C"/>
            </a:solidFill>
            <a:headEnd type="non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51">
            <a:extLst>
              <a:ext uri="{FF2B5EF4-FFF2-40B4-BE49-F238E27FC236}">
                <a16:creationId xmlns:a16="http://schemas.microsoft.com/office/drawing/2014/main" id="{0C0D96E6-75E5-428B-A541-7FCF4C5CACBF}"/>
              </a:ext>
            </a:extLst>
          </p:cNvPr>
          <p:cNvSpPr/>
          <p:nvPr/>
        </p:nvSpPr>
        <p:spPr>
          <a:xfrm>
            <a:off x="9057644" y="3895793"/>
            <a:ext cx="2664240" cy="379260"/>
          </a:xfrm>
          <a:prstGeom prst="roundRect">
            <a:avLst/>
          </a:prstGeom>
          <a:solidFill>
            <a:srgbClr val="358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NGÂN</a:t>
            </a:r>
            <a:r>
              <a:rPr lang="en-US" b="1" dirty="0"/>
              <a:t> </a:t>
            </a:r>
            <a:r>
              <a:rPr lang="en-US" b="1" dirty="0" err="1"/>
              <a:t>HÀNG</a:t>
            </a:r>
            <a:r>
              <a:rPr lang="en-US" b="1" dirty="0"/>
              <a:t> </a:t>
            </a:r>
            <a:r>
              <a:rPr lang="en-US" b="1" dirty="0" err="1"/>
              <a:t>GIÁM</a:t>
            </a:r>
            <a:r>
              <a:rPr lang="en-US" b="1" dirty="0"/>
              <a:t> </a:t>
            </a:r>
            <a:r>
              <a:rPr lang="en-US" b="1" dirty="0" err="1"/>
              <a:t>SÁT</a:t>
            </a:r>
            <a:endParaRPr lang="en-US" b="1" dirty="0"/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496310785"/>
              </p:ext>
            </p:extLst>
          </p:nvPr>
        </p:nvGraphicFramePr>
        <p:xfrm>
          <a:off x="-154205" y="1785665"/>
          <a:ext cx="9646194" cy="39952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44895" y="2567886"/>
            <a:ext cx="1289738" cy="1213398"/>
          </a:xfrm>
          <a:prstGeom prst="ellipse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E82EF7B-7446-4215-9038-37D2694FA5E8}"/>
              </a:ext>
            </a:extLst>
          </p:cNvPr>
          <p:cNvSpPr txBox="1">
            <a:spLocks/>
          </p:cNvSpPr>
          <p:nvPr/>
        </p:nvSpPr>
        <p:spPr>
          <a:xfrm>
            <a:off x="-219522" y="501890"/>
            <a:ext cx="11734800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QUỸ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CHỨNG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KHOÁN</a:t>
            </a:r>
            <a:endParaRPr lang="en-US" sz="2400" b="1" dirty="0">
              <a:solidFill>
                <a:srgbClr val="3587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31A7F74-BBE9-4C38-8246-32E99D99F3CA}"/>
              </a:ext>
            </a:extLst>
          </p:cNvPr>
          <p:cNvGrpSpPr/>
          <p:nvPr/>
        </p:nvGrpSpPr>
        <p:grpSpPr>
          <a:xfrm>
            <a:off x="444500" y="1077127"/>
            <a:ext cx="2527300" cy="493426"/>
            <a:chOff x="816210" y="4442866"/>
            <a:chExt cx="3069988" cy="918636"/>
          </a:xfrm>
          <a:solidFill>
            <a:srgbClr val="FFC000"/>
          </a:solidFill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B2192DB3-A994-4AEE-8CBF-4FC2EFAD6AD3}"/>
                </a:ext>
              </a:extLst>
            </p:cNvPr>
            <p:cNvSpPr/>
            <p:nvPr/>
          </p:nvSpPr>
          <p:spPr>
            <a:xfrm>
              <a:off x="816210" y="4442866"/>
              <a:ext cx="3069988" cy="918636"/>
            </a:xfrm>
            <a:prstGeom prst="round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alpha val="50000"/>
                <a:hueOff val="-5515009"/>
                <a:satOff val="-7671"/>
                <a:lumOff val="-2942"/>
                <a:alphaOff val="0"/>
              </a:schemeClr>
            </a:fillRef>
            <a:effectRef idx="0">
              <a:schemeClr val="accent5">
                <a:alpha val="50000"/>
                <a:hueOff val="-5515009"/>
                <a:satOff val="-7671"/>
                <a:lumOff val="-2942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14" name="Rectangle: Rounded Corners 4">
              <a:extLst>
                <a:ext uri="{FF2B5EF4-FFF2-40B4-BE49-F238E27FC236}">
                  <a16:creationId xmlns:a16="http://schemas.microsoft.com/office/drawing/2014/main" id="{1EFBFFAC-0263-4E22-B462-25BD4D2C7DB7}"/>
                </a:ext>
              </a:extLst>
            </p:cNvPr>
            <p:cNvSpPr txBox="1"/>
            <p:nvPr/>
          </p:nvSpPr>
          <p:spPr>
            <a:xfrm>
              <a:off x="861054" y="4487710"/>
              <a:ext cx="2980300" cy="828948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b="1" dirty="0">
                  <a:solidFill>
                    <a:schemeClr val="bg1"/>
                  </a:solidFill>
                </a:rPr>
                <a:t>NGHĨA VỤ</a:t>
              </a:r>
              <a:endParaRPr lang="en-US" sz="2400" b="1" kern="12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436416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592000" y="744728"/>
            <a:ext cx="3600000" cy="0"/>
          </a:xfrm>
          <a:prstGeom prst="line">
            <a:avLst/>
          </a:prstGeom>
          <a:ln w="28575">
            <a:solidFill>
              <a:srgbClr val="35874C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803" y="744728"/>
            <a:ext cx="3600000" cy="0"/>
          </a:xfrm>
          <a:prstGeom prst="line">
            <a:avLst/>
          </a:prstGeom>
          <a:ln w="28575">
            <a:solidFill>
              <a:srgbClr val="35874C"/>
            </a:solidFill>
            <a:headEnd type="non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51">
            <a:extLst>
              <a:ext uri="{FF2B5EF4-FFF2-40B4-BE49-F238E27FC236}">
                <a16:creationId xmlns:a16="http://schemas.microsoft.com/office/drawing/2014/main" id="{0C0D96E6-75E5-428B-A541-7FCF4C5CACBF}"/>
              </a:ext>
            </a:extLst>
          </p:cNvPr>
          <p:cNvSpPr/>
          <p:nvPr/>
        </p:nvSpPr>
        <p:spPr>
          <a:xfrm>
            <a:off x="1385286" y="4338205"/>
            <a:ext cx="1976989" cy="545579"/>
          </a:xfrm>
          <a:prstGeom prst="roundRect">
            <a:avLst/>
          </a:prstGeom>
          <a:solidFill>
            <a:srgbClr val="358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NGÂN</a:t>
            </a:r>
            <a:r>
              <a:rPr lang="en-US" b="1" dirty="0"/>
              <a:t> </a:t>
            </a:r>
            <a:r>
              <a:rPr lang="en-US" b="1" dirty="0" err="1"/>
              <a:t>HÀNG</a:t>
            </a:r>
            <a:r>
              <a:rPr lang="en-US" b="1" dirty="0"/>
              <a:t> </a:t>
            </a:r>
            <a:r>
              <a:rPr lang="en-US" b="1" dirty="0" err="1"/>
              <a:t>GIÁM</a:t>
            </a:r>
            <a:r>
              <a:rPr lang="en-US" b="1" dirty="0"/>
              <a:t> </a:t>
            </a:r>
            <a:r>
              <a:rPr lang="en-US" b="1" dirty="0" err="1"/>
              <a:t>SÁT</a:t>
            </a:r>
            <a:endParaRPr lang="en-US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28912" y="3007774"/>
            <a:ext cx="1289738" cy="1213398"/>
          </a:xfrm>
          <a:prstGeom prst="ellipse">
            <a:avLst/>
          </a:prstGeom>
        </p:spPr>
      </p:pic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4037222853"/>
              </p:ext>
            </p:extLst>
          </p:nvPr>
        </p:nvGraphicFramePr>
        <p:xfrm>
          <a:off x="2927999" y="1511353"/>
          <a:ext cx="7769164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6BE0CC2A-1C08-47E9-98D4-428F72E79F73}"/>
              </a:ext>
            </a:extLst>
          </p:cNvPr>
          <p:cNvSpPr txBox="1">
            <a:spLocks/>
          </p:cNvSpPr>
          <p:nvPr/>
        </p:nvSpPr>
        <p:spPr>
          <a:xfrm>
            <a:off x="-219522" y="501890"/>
            <a:ext cx="11734800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QUỸ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CHỨNG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KHOÁN</a:t>
            </a:r>
            <a:endParaRPr lang="en-US" sz="2400" b="1" dirty="0">
              <a:solidFill>
                <a:srgbClr val="3587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81D6D48-4D83-45B6-9099-215EEC135ACE}"/>
              </a:ext>
            </a:extLst>
          </p:cNvPr>
          <p:cNvGrpSpPr/>
          <p:nvPr/>
        </p:nvGrpSpPr>
        <p:grpSpPr>
          <a:xfrm>
            <a:off x="1427609" y="2330710"/>
            <a:ext cx="1801694" cy="632510"/>
            <a:chOff x="816210" y="4442866"/>
            <a:chExt cx="3069988" cy="918636"/>
          </a:xfrm>
          <a:solidFill>
            <a:srgbClr val="35874C"/>
          </a:solidFill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FBB0C90B-DAED-41B3-BE90-F18AD0D222CE}"/>
                </a:ext>
              </a:extLst>
            </p:cNvPr>
            <p:cNvSpPr/>
            <p:nvPr/>
          </p:nvSpPr>
          <p:spPr>
            <a:xfrm>
              <a:off x="816210" y="4442866"/>
              <a:ext cx="3069988" cy="918636"/>
            </a:xfrm>
            <a:prstGeom prst="round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alpha val="50000"/>
                <a:hueOff val="-5515009"/>
                <a:satOff val="-7671"/>
                <a:lumOff val="-2942"/>
                <a:alphaOff val="0"/>
              </a:schemeClr>
            </a:fillRef>
            <a:effectRef idx="0">
              <a:schemeClr val="accent5">
                <a:alpha val="50000"/>
                <a:hueOff val="-5515009"/>
                <a:satOff val="-7671"/>
                <a:lumOff val="-2942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13" name="Rectangle: Rounded Corners 4">
              <a:extLst>
                <a:ext uri="{FF2B5EF4-FFF2-40B4-BE49-F238E27FC236}">
                  <a16:creationId xmlns:a16="http://schemas.microsoft.com/office/drawing/2014/main" id="{D8617837-E7E6-41E2-9F62-F5D9AA02CC4F}"/>
                </a:ext>
              </a:extLst>
            </p:cNvPr>
            <p:cNvSpPr txBox="1"/>
            <p:nvPr/>
          </p:nvSpPr>
          <p:spPr>
            <a:xfrm>
              <a:off x="861054" y="4487710"/>
              <a:ext cx="2980300" cy="828948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dirty="0">
                  <a:solidFill>
                    <a:schemeClr val="bg1"/>
                  </a:solidFill>
                </a:rPr>
                <a:t>NGUYÊN TẮC HOẠT ĐỘNG</a:t>
              </a:r>
              <a:endParaRPr lang="en-US" b="1" kern="12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794783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592000" y="744728"/>
            <a:ext cx="3600000" cy="0"/>
          </a:xfrm>
          <a:prstGeom prst="line">
            <a:avLst/>
          </a:prstGeom>
          <a:ln w="28575">
            <a:solidFill>
              <a:srgbClr val="35874C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-219522" y="501890"/>
            <a:ext cx="11734800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QUỸ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CHỨNG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KHOÁN</a:t>
            </a:r>
            <a:endParaRPr lang="en-US" sz="2400" b="1" dirty="0">
              <a:solidFill>
                <a:srgbClr val="3587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740612"/>
            <a:ext cx="3600000" cy="0"/>
          </a:xfrm>
          <a:prstGeom prst="line">
            <a:avLst/>
          </a:prstGeom>
          <a:ln w="28575">
            <a:solidFill>
              <a:srgbClr val="35874C"/>
            </a:solidFill>
            <a:headEnd type="non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5" name="Diagram 34">
            <a:extLst>
              <a:ext uri="{FF2B5EF4-FFF2-40B4-BE49-F238E27FC236}">
                <a16:creationId xmlns:a16="http://schemas.microsoft.com/office/drawing/2014/main" id="{C75A36D4-0C02-4727-845C-A0502B2072DB}"/>
              </a:ext>
            </a:extLst>
          </p:cNvPr>
          <p:cNvGraphicFramePr/>
          <p:nvPr>
            <p:extLst/>
          </p:nvPr>
        </p:nvGraphicFramePr>
        <p:xfrm>
          <a:off x="1524000" y="1541272"/>
          <a:ext cx="91440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572936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592000" y="744728"/>
            <a:ext cx="3600000" cy="0"/>
          </a:xfrm>
          <a:prstGeom prst="line">
            <a:avLst/>
          </a:prstGeom>
          <a:ln w="28575">
            <a:solidFill>
              <a:srgbClr val="35874C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803" y="744728"/>
            <a:ext cx="3600000" cy="0"/>
          </a:xfrm>
          <a:prstGeom prst="line">
            <a:avLst/>
          </a:prstGeom>
          <a:ln w="28575">
            <a:solidFill>
              <a:srgbClr val="35874C"/>
            </a:solidFill>
            <a:headEnd type="non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AC36847-7E19-470A-AF51-3E991BCA11CA}"/>
              </a:ext>
            </a:extLst>
          </p:cNvPr>
          <p:cNvSpPr txBox="1"/>
          <p:nvPr/>
        </p:nvSpPr>
        <p:spPr>
          <a:xfrm>
            <a:off x="259952" y="1189699"/>
            <a:ext cx="47349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YẾU TỐ TÁC ĐỘNG ĐẾN SỰ PHÁT TRIỂN CỦA QUỸ ĐẦU T</a:t>
            </a:r>
            <a:r>
              <a:rPr lang="vi-VN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CHỨNG KHOÁN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A9FE0A9-261B-438B-B3B8-74B201AEDA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1651423"/>
              </p:ext>
            </p:extLst>
          </p:nvPr>
        </p:nvGraphicFramePr>
        <p:xfrm>
          <a:off x="2057400" y="2133348"/>
          <a:ext cx="8128000" cy="39799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299107D4-C7F9-4D52-B10E-E73BFE9A5F17}"/>
              </a:ext>
            </a:extLst>
          </p:cNvPr>
          <p:cNvSpPr txBox="1">
            <a:spLocks/>
          </p:cNvSpPr>
          <p:nvPr/>
        </p:nvSpPr>
        <p:spPr>
          <a:xfrm>
            <a:off x="-219522" y="501890"/>
            <a:ext cx="11734800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QUỸ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CHỨNG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KHOÁN</a:t>
            </a:r>
            <a:endParaRPr lang="en-US" sz="2400" b="1" dirty="0">
              <a:solidFill>
                <a:srgbClr val="3587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28A0CC-81CD-4C09-992D-3D3B636DFE43}"/>
              </a:ext>
            </a:extLst>
          </p:cNvPr>
          <p:cNvSpPr txBox="1"/>
          <p:nvPr/>
        </p:nvSpPr>
        <p:spPr>
          <a:xfrm>
            <a:off x="406400" y="4670104"/>
            <a:ext cx="2336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Nhu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cầu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huy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vốn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trung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dài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hạn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Nhu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cầu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đa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dạng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cụ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t</a:t>
            </a:r>
            <a:r>
              <a:rPr lang="vi-VN" sz="1600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87424-30BB-49FB-BEB1-1718BF0CC8E4}"/>
              </a:ext>
            </a:extLst>
          </p:cNvPr>
          <p:cNvSpPr txBox="1"/>
          <p:nvPr/>
        </p:nvSpPr>
        <p:spPr>
          <a:xfrm>
            <a:off x="1079103" y="3199980"/>
            <a:ext cx="2336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Quy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thị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tr</a:t>
            </a:r>
            <a:r>
              <a:rPr lang="vi-VN" sz="1600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ờng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NĐT…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EC0F0E-6695-4CE6-B17F-97CF68943B25}"/>
              </a:ext>
            </a:extLst>
          </p:cNvPr>
          <p:cNvSpPr txBox="1"/>
          <p:nvPr/>
        </p:nvSpPr>
        <p:spPr>
          <a:xfrm>
            <a:off x="9499600" y="4670104"/>
            <a:ext cx="2336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kiến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Nhận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hiểu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biết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ĐTCK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Văn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t</a:t>
            </a:r>
            <a:r>
              <a:rPr lang="vi-VN" sz="1600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EF7A9B-6568-4651-832F-01ED3ACEBC84}"/>
              </a:ext>
            </a:extLst>
          </p:cNvPr>
          <p:cNvSpPr txBox="1"/>
          <p:nvPr/>
        </p:nvSpPr>
        <p:spPr>
          <a:xfrm>
            <a:off x="8962578" y="3213460"/>
            <a:ext cx="233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Ưu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đãi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thuế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triển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kênh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phối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708A40-695A-49AE-907D-B0F7CCA5F3EF}"/>
              </a:ext>
            </a:extLst>
          </p:cNvPr>
          <p:cNvSpPr txBox="1"/>
          <p:nvPr/>
        </p:nvSpPr>
        <p:spPr>
          <a:xfrm>
            <a:off x="2924623" y="2169806"/>
            <a:ext cx="16513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vi-VN" sz="1600" dirty="0">
                <a:latin typeface="Arial" panose="020B0604020202020204" pitchFamily="34" charset="0"/>
                <a:cs typeface="Arial" panose="020B0604020202020204" pitchFamily="34" charset="0"/>
              </a:rPr>
              <a:t>ơ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vận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hành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52D589-133C-41D8-92C3-6D800BD4D71C}"/>
              </a:ext>
            </a:extLst>
          </p:cNvPr>
          <p:cNvSpPr txBox="1"/>
          <p:nvPr/>
        </p:nvSpPr>
        <p:spPr>
          <a:xfrm>
            <a:off x="7615981" y="2059079"/>
            <a:ext cx="2336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Thay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kinh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doanh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Tiềm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ẩn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rủi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ro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56836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592000" y="744728"/>
            <a:ext cx="3600000" cy="0"/>
          </a:xfrm>
          <a:prstGeom prst="line">
            <a:avLst/>
          </a:prstGeom>
          <a:ln w="28575">
            <a:solidFill>
              <a:srgbClr val="35874C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803" y="744728"/>
            <a:ext cx="3600000" cy="0"/>
          </a:xfrm>
          <a:prstGeom prst="line">
            <a:avLst/>
          </a:prstGeom>
          <a:ln w="28575">
            <a:solidFill>
              <a:srgbClr val="35874C"/>
            </a:solidFill>
            <a:headEnd type="non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299107D4-C7F9-4D52-B10E-E73BFE9A5F17}"/>
              </a:ext>
            </a:extLst>
          </p:cNvPr>
          <p:cNvSpPr txBox="1">
            <a:spLocks/>
          </p:cNvSpPr>
          <p:nvPr/>
        </p:nvSpPr>
        <p:spPr>
          <a:xfrm>
            <a:off x="-219522" y="501890"/>
            <a:ext cx="11734800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QUỸ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CHỨNG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KHOÁN</a:t>
            </a:r>
            <a:endParaRPr lang="en-US" sz="2400" b="1" dirty="0">
              <a:solidFill>
                <a:srgbClr val="3587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AFC9F9-01E2-4FF8-AC09-B723B4086B20}"/>
              </a:ext>
            </a:extLst>
          </p:cNvPr>
          <p:cNvSpPr txBox="1"/>
          <p:nvPr/>
        </p:nvSpPr>
        <p:spPr>
          <a:xfrm>
            <a:off x="476795" y="5335757"/>
            <a:ext cx="3975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35874C"/>
                </a:solidFill>
              </a:rPr>
              <a:t>YẾU TỐ TÁC ĐỘNG ĐẾN SỰ PHÁT TRIỂN CỦA QUỸ ĐẦU T</a:t>
            </a:r>
            <a:r>
              <a:rPr lang="vi-VN" b="1" dirty="0">
                <a:solidFill>
                  <a:srgbClr val="35874C"/>
                </a:solidFill>
              </a:rPr>
              <a:t>Ư</a:t>
            </a:r>
            <a:r>
              <a:rPr lang="en-US" b="1" dirty="0">
                <a:solidFill>
                  <a:srgbClr val="35874C"/>
                </a:solidFill>
              </a:rPr>
              <a:t> CHỨNG KHOÁN</a:t>
            </a:r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AB8F9179-2FF7-418C-8F65-0AF561319D98}"/>
              </a:ext>
            </a:extLst>
          </p:cNvPr>
          <p:cNvSpPr/>
          <p:nvPr/>
        </p:nvSpPr>
        <p:spPr>
          <a:xfrm rot="12323007">
            <a:off x="876918" y="1469020"/>
            <a:ext cx="1159290" cy="510620"/>
          </a:xfrm>
          <a:prstGeom prst="leftArrow">
            <a:avLst>
              <a:gd name="adj1" fmla="val 60000"/>
              <a:gd name="adj2" fmla="val 50000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43945BF-6C64-47FB-9190-22A64DE396C3}"/>
              </a:ext>
            </a:extLst>
          </p:cNvPr>
          <p:cNvGrpSpPr/>
          <p:nvPr/>
        </p:nvGrpSpPr>
        <p:grpSpPr>
          <a:xfrm>
            <a:off x="173021" y="1177576"/>
            <a:ext cx="1254156" cy="1003325"/>
            <a:chOff x="2598436" y="920"/>
            <a:chExt cx="1254156" cy="1003325"/>
          </a:xfrm>
          <a:solidFill>
            <a:srgbClr val="ED7D31"/>
          </a:solidFill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239DB98F-D3E7-4FA2-98BB-4EC2B0E9191F}"/>
                </a:ext>
              </a:extLst>
            </p:cNvPr>
            <p:cNvSpPr/>
            <p:nvPr/>
          </p:nvSpPr>
          <p:spPr>
            <a:xfrm>
              <a:off x="2598436" y="920"/>
              <a:ext cx="1254156" cy="1003325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Rectangle: Rounded Corners 5">
              <a:extLst>
                <a:ext uri="{FF2B5EF4-FFF2-40B4-BE49-F238E27FC236}">
                  <a16:creationId xmlns:a16="http://schemas.microsoft.com/office/drawing/2014/main" id="{65A1ECD1-6BF6-4D97-9EC4-42A0B8F7FED1}"/>
                </a:ext>
              </a:extLst>
            </p:cNvPr>
            <p:cNvSpPr txBox="1"/>
            <p:nvPr/>
          </p:nvSpPr>
          <p:spPr>
            <a:xfrm>
              <a:off x="2627822" y="30306"/>
              <a:ext cx="1195384" cy="944553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2860" tIns="22860" rIns="22860" bIns="22860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dirty="0"/>
                <a:t>MÔI TRƯỜNG PHÁP LÝ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A90223B-12A1-4C19-B499-9FD3048D6938}"/>
              </a:ext>
            </a:extLst>
          </p:cNvPr>
          <p:cNvSpPr txBox="1"/>
          <p:nvPr/>
        </p:nvSpPr>
        <p:spPr>
          <a:xfrm>
            <a:off x="3975100" y="1247746"/>
            <a:ext cx="41402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LUẬT CHỨNG KHOÁN 2019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LUẬT DOANH NGHIỆP 2020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LUẬT PHÒNG CHỐNG RỬA TIỀN 2022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C0E9AF-16E1-4D05-B835-709C9C17E4B1}"/>
              </a:ext>
            </a:extLst>
          </p:cNvPr>
          <p:cNvSpPr txBox="1"/>
          <p:nvPr/>
        </p:nvSpPr>
        <p:spPr>
          <a:xfrm>
            <a:off x="4324350" y="2696692"/>
            <a:ext cx="41402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NGHỊ ĐỊNH 155/2020/NĐ-CP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47F059-0667-4DD6-87BA-8AD95CA1828A}"/>
              </a:ext>
            </a:extLst>
          </p:cNvPr>
          <p:cNvSpPr txBox="1"/>
          <p:nvPr/>
        </p:nvSpPr>
        <p:spPr>
          <a:xfrm>
            <a:off x="4571999" y="3458373"/>
            <a:ext cx="33020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THÔNG T</a:t>
            </a:r>
            <a:r>
              <a:rPr lang="vi-VN" sz="1500" b="1" dirty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1500" b="1" dirty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99/2020/TT-BTC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02D4AF6-2333-4F2E-9F04-EB4AFF304A84}"/>
              </a:ext>
            </a:extLst>
          </p:cNvPr>
          <p:cNvSpPr txBox="1"/>
          <p:nvPr/>
        </p:nvSpPr>
        <p:spPr>
          <a:xfrm>
            <a:off x="7785099" y="3458373"/>
            <a:ext cx="33020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 TY QUẢN LÝ QUỸ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AE95DD-69CD-4B03-93B5-F6D5C8DBFC98}"/>
              </a:ext>
            </a:extLst>
          </p:cNvPr>
          <p:cNvSpPr txBox="1"/>
          <p:nvPr/>
        </p:nvSpPr>
        <p:spPr>
          <a:xfrm>
            <a:off x="4571999" y="3914222"/>
            <a:ext cx="33020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THÔNG T</a:t>
            </a:r>
            <a:r>
              <a:rPr lang="vi-VN" sz="1500" b="1" dirty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1500" b="1" dirty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98/2020/TT-BTC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E69ABFF-93BA-4DBA-B5C4-BDEA08A26894}"/>
              </a:ext>
            </a:extLst>
          </p:cNvPr>
          <p:cNvSpPr txBox="1"/>
          <p:nvPr/>
        </p:nvSpPr>
        <p:spPr>
          <a:xfrm>
            <a:off x="7785099" y="3914222"/>
            <a:ext cx="33020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QUỸ ĐẦU T</a:t>
            </a:r>
            <a:r>
              <a:rPr lang="vi-VN" sz="1500" b="1" dirty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1500" b="1" dirty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CHỨNG KHOÁN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51422E-4CB9-4C6E-98DB-90C36A81115C}"/>
              </a:ext>
            </a:extLst>
          </p:cNvPr>
          <p:cNvSpPr txBox="1"/>
          <p:nvPr/>
        </p:nvSpPr>
        <p:spPr>
          <a:xfrm>
            <a:off x="4571999" y="4359414"/>
            <a:ext cx="33020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THÔNG T</a:t>
            </a:r>
            <a:r>
              <a:rPr lang="vi-VN" sz="1500" b="1" dirty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1500" b="1" dirty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91/2020/TT-BTC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BC88ECC-BA50-4197-9F73-C1FBC4311EB4}"/>
              </a:ext>
            </a:extLst>
          </p:cNvPr>
          <p:cNvSpPr txBox="1"/>
          <p:nvPr/>
        </p:nvSpPr>
        <p:spPr>
          <a:xfrm>
            <a:off x="7785099" y="4359414"/>
            <a:ext cx="33020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TOÀN TÀI CHÍNH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C3106C-2824-45EE-9AAB-FBAA19D42437}"/>
              </a:ext>
            </a:extLst>
          </p:cNvPr>
          <p:cNvSpPr txBox="1"/>
          <p:nvPr/>
        </p:nvSpPr>
        <p:spPr>
          <a:xfrm>
            <a:off x="4571999" y="4782691"/>
            <a:ext cx="33020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THÔNG T</a:t>
            </a:r>
            <a:r>
              <a:rPr lang="vi-VN" sz="1500" b="1" dirty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1500" b="1" dirty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96/2020/TT-BTC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687820A-38DE-43B0-8417-B23F717C0DBD}"/>
              </a:ext>
            </a:extLst>
          </p:cNvPr>
          <p:cNvSpPr txBox="1"/>
          <p:nvPr/>
        </p:nvSpPr>
        <p:spPr>
          <a:xfrm>
            <a:off x="7785099" y="4782691"/>
            <a:ext cx="33020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 BỐ THÔNG TIN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926C76-5DBE-418D-8467-0852E2340AC2}"/>
              </a:ext>
            </a:extLst>
          </p:cNvPr>
          <p:cNvSpPr txBox="1"/>
          <p:nvPr/>
        </p:nvSpPr>
        <p:spPr>
          <a:xfrm>
            <a:off x="4571999" y="5226159"/>
            <a:ext cx="33020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THÔNG T</a:t>
            </a:r>
            <a:r>
              <a:rPr lang="vi-VN" sz="1500" b="1" dirty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1500" b="1" dirty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125/2011/TT-BTC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A2F24EC-FAB2-429F-B550-87D0F2489781}"/>
              </a:ext>
            </a:extLst>
          </p:cNvPr>
          <p:cNvSpPr txBox="1"/>
          <p:nvPr/>
        </p:nvSpPr>
        <p:spPr>
          <a:xfrm>
            <a:off x="7785099" y="5226159"/>
            <a:ext cx="33020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CHẾ ĐỘ KẾ TOÁN CÔNG TY QLQ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7DF55B9-0FB7-400E-9729-3D3482933502}"/>
              </a:ext>
            </a:extLst>
          </p:cNvPr>
          <p:cNvSpPr txBox="1"/>
          <p:nvPr/>
        </p:nvSpPr>
        <p:spPr>
          <a:xfrm>
            <a:off x="4571999" y="5585123"/>
            <a:ext cx="33020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THÔNG T</a:t>
            </a:r>
            <a:r>
              <a:rPr lang="vi-VN" sz="1500" b="1" dirty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1500" b="1" dirty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198/2011/TT-BTC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6501163-E0E1-4D2D-9EE4-63938446E531}"/>
              </a:ext>
            </a:extLst>
          </p:cNvPr>
          <p:cNvSpPr txBox="1"/>
          <p:nvPr/>
        </p:nvSpPr>
        <p:spPr>
          <a:xfrm>
            <a:off x="7810500" y="5954455"/>
            <a:ext cx="33020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CHẾ ĐỘ KẾ TOÁN QUỸ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D9EA15-B32A-41E8-8674-526A9443C2A9}"/>
              </a:ext>
            </a:extLst>
          </p:cNvPr>
          <p:cNvSpPr txBox="1"/>
          <p:nvPr/>
        </p:nvSpPr>
        <p:spPr>
          <a:xfrm>
            <a:off x="4838699" y="5954455"/>
            <a:ext cx="33020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THÔNG T</a:t>
            </a:r>
            <a:r>
              <a:rPr lang="vi-VN" sz="1500" b="1" dirty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1500" b="1" dirty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181/2015/TT-BTC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3787D7-4CE0-40AB-9E1F-DCD73BEEB361}"/>
              </a:ext>
            </a:extLst>
          </p:cNvPr>
          <p:cNvSpPr txBox="1"/>
          <p:nvPr/>
        </p:nvSpPr>
        <p:spPr>
          <a:xfrm>
            <a:off x="4838699" y="6323787"/>
            <a:ext cx="2501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ED7D31"/>
                </a:solidFill>
              </a:rPr>
              <a:t>QĐ 63/2005/QĐ-BTC</a:t>
            </a:r>
          </a:p>
        </p:txBody>
      </p:sp>
      <p:graphicFrame>
        <p:nvGraphicFramePr>
          <p:cNvPr id="34" name="Diagram 33">
            <a:extLst>
              <a:ext uri="{FF2B5EF4-FFF2-40B4-BE49-F238E27FC236}">
                <a16:creationId xmlns:a16="http://schemas.microsoft.com/office/drawing/2014/main" id="{940FC76A-D0A1-4F0F-8F9D-2AC38C1CC9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6679092"/>
              </p:ext>
            </p:extLst>
          </p:nvPr>
        </p:nvGraphicFramePr>
        <p:xfrm>
          <a:off x="698499" y="155447"/>
          <a:ext cx="3975100" cy="5483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140092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592000" y="744728"/>
            <a:ext cx="3600000" cy="0"/>
          </a:xfrm>
          <a:prstGeom prst="line">
            <a:avLst/>
          </a:prstGeom>
          <a:ln w="28575">
            <a:solidFill>
              <a:srgbClr val="35874C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803" y="744728"/>
            <a:ext cx="3600000" cy="0"/>
          </a:xfrm>
          <a:prstGeom prst="line">
            <a:avLst/>
          </a:prstGeom>
          <a:ln w="28575">
            <a:solidFill>
              <a:srgbClr val="35874C"/>
            </a:solidFill>
            <a:headEnd type="non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306" y="1427982"/>
            <a:ext cx="1140620" cy="75747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07" y="3058781"/>
            <a:ext cx="1172818" cy="93915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039" y="4597414"/>
            <a:ext cx="1174870" cy="7684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24039" y="2299061"/>
            <a:ext cx="1307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solidFill>
                  <a:srgbClr val="35874C"/>
                </a:solidFill>
              </a:rPr>
              <a:t>THÁI</a:t>
            </a:r>
            <a:r>
              <a:rPr lang="en-US" b="1" dirty="0">
                <a:solidFill>
                  <a:srgbClr val="35874C"/>
                </a:solidFill>
              </a:rPr>
              <a:t> LAN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175" y="3977992"/>
            <a:ext cx="1307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35874C"/>
                </a:solidFill>
              </a:rPr>
              <a:t>MALAYSIA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175" y="5508952"/>
            <a:ext cx="1307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solidFill>
                  <a:srgbClr val="35874C"/>
                </a:solidFill>
              </a:rPr>
              <a:t>VIỆT</a:t>
            </a:r>
            <a:r>
              <a:rPr lang="en-US" b="1" dirty="0">
                <a:solidFill>
                  <a:srgbClr val="35874C"/>
                </a:solidFill>
              </a:rPr>
              <a:t> NAM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5130" y="5508952"/>
            <a:ext cx="1021999" cy="1113819"/>
          </a:xfrm>
          <a:prstGeom prst="ellipse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616076" y="1411709"/>
            <a:ext cx="1307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241D50"/>
                </a:solidFill>
              </a:rPr>
              <a:t>71,7 TRIỆU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92248" y="3282882"/>
            <a:ext cx="1514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43EAB"/>
                </a:solidFill>
              </a:rPr>
              <a:t>33,94 </a:t>
            </a:r>
            <a:r>
              <a:rPr lang="en-US" b="1" dirty="0" err="1">
                <a:solidFill>
                  <a:srgbClr val="043EAB"/>
                </a:solidFill>
              </a:rPr>
              <a:t>TRIỆU</a:t>
            </a:r>
            <a:endParaRPr lang="en-US" b="1" dirty="0">
              <a:solidFill>
                <a:srgbClr val="043EAB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592247" y="4753502"/>
            <a:ext cx="1473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35874C"/>
                </a:solidFill>
              </a:rPr>
              <a:t>98,19 </a:t>
            </a:r>
            <a:r>
              <a:rPr lang="en-US" b="1" dirty="0" err="1">
                <a:solidFill>
                  <a:srgbClr val="35874C"/>
                </a:solidFill>
              </a:rPr>
              <a:t>TRIỆU</a:t>
            </a:r>
            <a:endParaRPr lang="en-US" b="1" dirty="0">
              <a:solidFill>
                <a:srgbClr val="35874C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682321" y="3282882"/>
            <a:ext cx="1307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43EAB"/>
                </a:solidFill>
              </a:rPr>
              <a:t>11.993 $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82321" y="1426144"/>
            <a:ext cx="1307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241D50"/>
                </a:solidFill>
              </a:rPr>
              <a:t>6.910 $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0457" y="4753502"/>
            <a:ext cx="1307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35874C"/>
                </a:solidFill>
              </a:rPr>
              <a:t>4.164 $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43582" y="1411709"/>
            <a:ext cx="1307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241D50"/>
                </a:solidFill>
              </a:rPr>
              <a:t>10 TRIỆU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43582" y="4753273"/>
            <a:ext cx="1307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35874C"/>
                </a:solidFill>
              </a:rPr>
              <a:t>1 TRIỆU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94916" y="1384566"/>
            <a:ext cx="1307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241D50"/>
                </a:solidFill>
              </a:rPr>
              <a:t>211 TỶ $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94916" y="3279178"/>
            <a:ext cx="1307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43EAB"/>
                </a:solidFill>
              </a:rPr>
              <a:t>191 TỶ $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94916" y="4753273"/>
            <a:ext cx="1307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35874C"/>
                </a:solidFill>
              </a:rPr>
              <a:t>2,83 </a:t>
            </a:r>
            <a:r>
              <a:rPr lang="en-US" b="1" dirty="0" err="1">
                <a:solidFill>
                  <a:srgbClr val="35874C"/>
                </a:solidFill>
              </a:rPr>
              <a:t>TỶ</a:t>
            </a:r>
            <a:r>
              <a:rPr lang="en-US" b="1" dirty="0">
                <a:solidFill>
                  <a:srgbClr val="35874C"/>
                </a:solidFill>
              </a:rPr>
              <a:t> $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9586" y="5430796"/>
            <a:ext cx="999371" cy="119091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88008" y="5693618"/>
            <a:ext cx="24819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</a:rPr>
              <a:t>G</a:t>
            </a:r>
          </a:p>
          <a:p>
            <a:r>
              <a:rPr lang="en-US" sz="1100" b="1" dirty="0">
                <a:solidFill>
                  <a:schemeClr val="bg1"/>
                </a:solidFill>
              </a:rPr>
              <a:t>D</a:t>
            </a:r>
          </a:p>
          <a:p>
            <a:pPr algn="ctr"/>
            <a:r>
              <a:rPr lang="en-US" sz="1100" b="1" dirty="0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11791" y="1401013"/>
            <a:ext cx="1307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241D50"/>
                </a:solidFill>
              </a:rPr>
              <a:t>1.838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11791" y="3277440"/>
            <a:ext cx="1307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43EAB"/>
                </a:solidFill>
              </a:rPr>
              <a:t>1.196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2000" y="4744917"/>
            <a:ext cx="1307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35874C"/>
                </a:solidFill>
              </a:rPr>
              <a:t>107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626283" y="5878282"/>
            <a:ext cx="1045029" cy="535579"/>
          </a:xfrm>
          <a:prstGeom prst="roundRect">
            <a:avLst/>
          </a:prstGeom>
          <a:solidFill>
            <a:srgbClr val="358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/>
              <a:t>NAV</a:t>
            </a:r>
            <a:endParaRPr lang="en-US" sz="1400" b="1" dirty="0"/>
          </a:p>
        </p:txBody>
      </p:sp>
      <p:sp>
        <p:nvSpPr>
          <p:cNvPr id="51" name="Rounded Rectangle 50"/>
          <p:cNvSpPr/>
          <p:nvPr/>
        </p:nvSpPr>
        <p:spPr>
          <a:xfrm>
            <a:off x="8592000" y="5878281"/>
            <a:ext cx="1507538" cy="535579"/>
          </a:xfrm>
          <a:prstGeom prst="roundRect">
            <a:avLst/>
          </a:prstGeom>
          <a:solidFill>
            <a:srgbClr val="358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/>
              <a:t>SỐ</a:t>
            </a:r>
            <a:r>
              <a:rPr lang="en-US" sz="1400" b="1" dirty="0"/>
              <a:t> </a:t>
            </a:r>
            <a:r>
              <a:rPr lang="en-US" sz="1400" b="1" dirty="0" err="1"/>
              <a:t>LƯỢNG</a:t>
            </a:r>
            <a:r>
              <a:rPr lang="en-US" sz="1400" b="1" dirty="0"/>
              <a:t> </a:t>
            </a:r>
            <a:r>
              <a:rPr lang="en-US" sz="1400" b="1" dirty="0" err="1"/>
              <a:t>QUỸ</a:t>
            </a:r>
            <a:endParaRPr lang="en-US" sz="1400" b="1" dirty="0"/>
          </a:p>
        </p:txBody>
      </p:sp>
      <p:sp>
        <p:nvSpPr>
          <p:cNvPr id="52" name="Rounded Rectangle 51"/>
          <p:cNvSpPr/>
          <p:nvPr/>
        </p:nvSpPr>
        <p:spPr>
          <a:xfrm>
            <a:off x="6443695" y="5878281"/>
            <a:ext cx="1507538" cy="535579"/>
          </a:xfrm>
          <a:prstGeom prst="roundRect">
            <a:avLst/>
          </a:prstGeom>
          <a:solidFill>
            <a:srgbClr val="358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/>
              <a:t>SỐ</a:t>
            </a:r>
            <a:r>
              <a:rPr lang="en-US" sz="1400" b="1" dirty="0"/>
              <a:t> </a:t>
            </a:r>
            <a:r>
              <a:rPr lang="en-US" sz="1400" b="1" dirty="0" err="1"/>
              <a:t>LƯỢNG</a:t>
            </a:r>
            <a:r>
              <a:rPr lang="en-US" sz="1400" b="1" dirty="0"/>
              <a:t> TK </a:t>
            </a:r>
            <a:r>
              <a:rPr lang="en-US" sz="1400" b="1" dirty="0" err="1"/>
              <a:t>CCQ</a:t>
            </a:r>
            <a:endParaRPr lang="en-US" sz="1400" b="1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391886" y="4347324"/>
            <a:ext cx="11279426" cy="0"/>
          </a:xfrm>
          <a:prstGeom prst="line">
            <a:avLst/>
          </a:prstGeom>
          <a:ln>
            <a:solidFill>
              <a:srgbClr val="3587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350372" y="2668393"/>
            <a:ext cx="11279426" cy="0"/>
          </a:xfrm>
          <a:prstGeom prst="line">
            <a:avLst/>
          </a:prstGeom>
          <a:ln>
            <a:solidFill>
              <a:srgbClr val="3587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7DFF2D5A-EBA1-4CC1-94E5-917B58792E45}"/>
              </a:ext>
            </a:extLst>
          </p:cNvPr>
          <p:cNvSpPr/>
          <p:nvPr/>
        </p:nvSpPr>
        <p:spPr>
          <a:xfrm>
            <a:off x="7563665" y="4447099"/>
            <a:ext cx="575361" cy="53557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070C0"/>
                </a:solidFill>
              </a:rPr>
              <a:t>1%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09C0B13-C956-4DDD-B766-E0B9225FED64}"/>
              </a:ext>
            </a:extLst>
          </p:cNvPr>
          <p:cNvSpPr/>
          <p:nvPr/>
        </p:nvSpPr>
        <p:spPr>
          <a:xfrm>
            <a:off x="7452711" y="2974568"/>
            <a:ext cx="686315" cy="56663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rgbClr val="0070C0"/>
                </a:solidFill>
              </a:rPr>
              <a:t>72%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D19B926-9649-465E-B203-BF3A7144724D}"/>
              </a:ext>
            </a:extLst>
          </p:cNvPr>
          <p:cNvSpPr/>
          <p:nvPr/>
        </p:nvSpPr>
        <p:spPr>
          <a:xfrm>
            <a:off x="7637795" y="1112982"/>
            <a:ext cx="686315" cy="56663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rgbClr val="0070C0"/>
                </a:solidFill>
              </a:rPr>
              <a:t>15%</a:t>
            </a:r>
          </a:p>
        </p:txBody>
      </p:sp>
      <p:sp>
        <p:nvSpPr>
          <p:cNvPr id="54" name="Title 1">
            <a:extLst>
              <a:ext uri="{FF2B5EF4-FFF2-40B4-BE49-F238E27FC236}">
                <a16:creationId xmlns:a16="http://schemas.microsoft.com/office/drawing/2014/main" id="{90819D03-401A-4188-B2F5-7C62AEF1738F}"/>
              </a:ext>
            </a:extLst>
          </p:cNvPr>
          <p:cNvSpPr txBox="1">
            <a:spLocks/>
          </p:cNvSpPr>
          <p:nvPr/>
        </p:nvSpPr>
        <p:spPr>
          <a:xfrm>
            <a:off x="-219522" y="501890"/>
            <a:ext cx="11734800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rgbClr val="1092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QUỸ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CHỨNG</a:t>
            </a: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KHOÁN</a:t>
            </a:r>
            <a:endParaRPr lang="en-US" sz="2400" b="1" dirty="0">
              <a:solidFill>
                <a:srgbClr val="3587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466240" y="3287837"/>
            <a:ext cx="1514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43EAB"/>
                </a:solidFill>
              </a:rPr>
              <a:t>24,45 TRIỆU</a:t>
            </a:r>
          </a:p>
        </p:txBody>
      </p:sp>
    </p:spTree>
    <p:extLst>
      <p:ext uri="{BB962C8B-B14F-4D97-AF65-F5344CB8AC3E}">
        <p14:creationId xmlns:p14="http://schemas.microsoft.com/office/powerpoint/2010/main" val="37742212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5;p2"/>
          <p:cNvSpPr txBox="1">
            <a:spLocks noGrp="1"/>
          </p:cNvSpPr>
          <p:nvPr>
            <p:ph type="title"/>
          </p:nvPr>
        </p:nvSpPr>
        <p:spPr>
          <a:xfrm>
            <a:off x="3243183" y="286489"/>
            <a:ext cx="9458906" cy="868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03195" algn="just">
              <a:spcBef>
                <a:spcPts val="640"/>
              </a:spcBef>
              <a:buClr>
                <a:schemeClr val="dk1"/>
              </a:buClr>
              <a:buSzPts val="3200"/>
            </a:pP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TỔNG QUAN NGÀNH QUẢN LÝ QUỸ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071914" y="1766932"/>
            <a:ext cx="33058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2"/>
                </a:solidFill>
              </a:rPr>
              <a:t>43</a:t>
            </a:r>
          </a:p>
          <a:p>
            <a:pPr algn="ctr"/>
            <a:r>
              <a:rPr lang="en-US" sz="2000" b="1" dirty="0" err="1">
                <a:solidFill>
                  <a:srgbClr val="35874C"/>
                </a:solidFill>
              </a:rPr>
              <a:t>CÔNG</a:t>
            </a:r>
            <a:r>
              <a:rPr lang="en-US" sz="2000" b="1" dirty="0">
                <a:solidFill>
                  <a:srgbClr val="35874C"/>
                </a:solidFill>
              </a:rPr>
              <a:t> TY </a:t>
            </a:r>
            <a:r>
              <a:rPr lang="en-US" sz="2000" b="1" dirty="0" err="1">
                <a:solidFill>
                  <a:srgbClr val="35874C"/>
                </a:solidFill>
              </a:rPr>
              <a:t>QUẢN</a:t>
            </a:r>
            <a:r>
              <a:rPr lang="en-US" sz="2000" b="1" dirty="0">
                <a:solidFill>
                  <a:srgbClr val="35874C"/>
                </a:solidFill>
              </a:rPr>
              <a:t> </a:t>
            </a:r>
            <a:r>
              <a:rPr lang="en-US" sz="2000" b="1" dirty="0" err="1">
                <a:solidFill>
                  <a:srgbClr val="35874C"/>
                </a:solidFill>
              </a:rPr>
              <a:t>LÝ</a:t>
            </a:r>
            <a:r>
              <a:rPr lang="en-US" sz="2000" b="1" dirty="0">
                <a:solidFill>
                  <a:srgbClr val="35874C"/>
                </a:solidFill>
              </a:rPr>
              <a:t> </a:t>
            </a:r>
            <a:r>
              <a:rPr lang="en-US" sz="2000" b="1" dirty="0" err="1">
                <a:solidFill>
                  <a:srgbClr val="35874C"/>
                </a:solidFill>
              </a:rPr>
              <a:t>QUỸ</a:t>
            </a:r>
            <a:endParaRPr lang="en-US" sz="2000" b="1" dirty="0">
              <a:solidFill>
                <a:srgbClr val="35874C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71914" y="3145441"/>
            <a:ext cx="33108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2"/>
                </a:solidFill>
              </a:rPr>
              <a:t>107</a:t>
            </a:r>
          </a:p>
          <a:p>
            <a:r>
              <a:rPr lang="en-US" sz="2000" b="1" dirty="0" err="1">
                <a:solidFill>
                  <a:srgbClr val="35874C"/>
                </a:solidFill>
              </a:rPr>
              <a:t>QUỸ</a:t>
            </a:r>
            <a:r>
              <a:rPr lang="en-US" sz="2000" b="1" dirty="0">
                <a:solidFill>
                  <a:srgbClr val="35874C"/>
                </a:solidFill>
              </a:rPr>
              <a:t> </a:t>
            </a:r>
            <a:r>
              <a:rPr lang="en-US" sz="2000" b="1" dirty="0" err="1">
                <a:solidFill>
                  <a:srgbClr val="35874C"/>
                </a:solidFill>
              </a:rPr>
              <a:t>ĐẦU</a:t>
            </a:r>
            <a:r>
              <a:rPr lang="en-US" sz="2000" b="1" dirty="0">
                <a:solidFill>
                  <a:srgbClr val="35874C"/>
                </a:solidFill>
              </a:rPr>
              <a:t> </a:t>
            </a:r>
            <a:r>
              <a:rPr lang="en-US" sz="2000" b="1" dirty="0" err="1">
                <a:solidFill>
                  <a:srgbClr val="35874C"/>
                </a:solidFill>
              </a:rPr>
              <a:t>TƯ</a:t>
            </a:r>
            <a:r>
              <a:rPr lang="en-US" sz="2000" b="1" dirty="0">
                <a:solidFill>
                  <a:srgbClr val="35874C"/>
                </a:solidFill>
              </a:rPr>
              <a:t> </a:t>
            </a:r>
            <a:r>
              <a:rPr lang="en-US" sz="2000" b="1" dirty="0" err="1">
                <a:solidFill>
                  <a:srgbClr val="35874C"/>
                </a:solidFill>
              </a:rPr>
              <a:t>CHỨNG</a:t>
            </a:r>
            <a:r>
              <a:rPr lang="en-US" sz="2000" b="1" dirty="0">
                <a:solidFill>
                  <a:srgbClr val="35874C"/>
                </a:solidFill>
              </a:rPr>
              <a:t> </a:t>
            </a:r>
            <a:r>
              <a:rPr lang="en-US" sz="2000" b="1" dirty="0" err="1">
                <a:solidFill>
                  <a:srgbClr val="35874C"/>
                </a:solidFill>
              </a:rPr>
              <a:t>KHOÁN</a:t>
            </a:r>
            <a:endParaRPr lang="en-US" sz="2000" b="1" dirty="0">
              <a:solidFill>
                <a:srgbClr val="35874C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36800" y="4025900"/>
            <a:ext cx="5715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33</a:t>
            </a:r>
          </a:p>
          <a:p>
            <a:r>
              <a:rPr lang="en-US" b="1" dirty="0">
                <a:solidFill>
                  <a:schemeClr val="accent2"/>
                </a:solidFill>
              </a:rPr>
              <a:t>56</a:t>
            </a:r>
          </a:p>
          <a:p>
            <a:r>
              <a:rPr lang="en-US" b="1" dirty="0">
                <a:solidFill>
                  <a:schemeClr val="accent2"/>
                </a:solidFill>
              </a:rPr>
              <a:t>03</a:t>
            </a:r>
          </a:p>
          <a:p>
            <a:r>
              <a:rPr lang="en-US" b="1" dirty="0">
                <a:solidFill>
                  <a:schemeClr val="accent2"/>
                </a:solidFill>
              </a:rPr>
              <a:t>14</a:t>
            </a:r>
          </a:p>
          <a:p>
            <a:r>
              <a:rPr lang="en-US" b="1" dirty="0">
                <a:solidFill>
                  <a:schemeClr val="accent2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2605" y="4036243"/>
            <a:ext cx="252789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35874C"/>
                </a:solidFill>
              </a:rPr>
              <a:t>QUỸ</a:t>
            </a:r>
            <a:r>
              <a:rPr lang="en-US" b="1" dirty="0">
                <a:solidFill>
                  <a:srgbClr val="35874C"/>
                </a:solidFill>
              </a:rPr>
              <a:t> </a:t>
            </a:r>
            <a:r>
              <a:rPr lang="en-US" b="1" dirty="0" err="1">
                <a:solidFill>
                  <a:srgbClr val="35874C"/>
                </a:solidFill>
              </a:rPr>
              <a:t>THÀNH</a:t>
            </a:r>
            <a:r>
              <a:rPr lang="en-US" b="1" dirty="0">
                <a:solidFill>
                  <a:srgbClr val="35874C"/>
                </a:solidFill>
              </a:rPr>
              <a:t> </a:t>
            </a:r>
            <a:r>
              <a:rPr lang="en-US" b="1" dirty="0" err="1">
                <a:solidFill>
                  <a:srgbClr val="35874C"/>
                </a:solidFill>
              </a:rPr>
              <a:t>VIÊN</a:t>
            </a:r>
            <a:endParaRPr lang="en-US" b="1" dirty="0">
              <a:solidFill>
                <a:srgbClr val="35874C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35874C"/>
                </a:solidFill>
              </a:rPr>
              <a:t>QUỸ</a:t>
            </a:r>
            <a:r>
              <a:rPr lang="en-US" b="1" dirty="0">
                <a:solidFill>
                  <a:srgbClr val="35874C"/>
                </a:solidFill>
              </a:rPr>
              <a:t> </a:t>
            </a:r>
            <a:r>
              <a:rPr lang="en-US" b="1" dirty="0" err="1">
                <a:solidFill>
                  <a:srgbClr val="35874C"/>
                </a:solidFill>
              </a:rPr>
              <a:t>MỞ</a:t>
            </a:r>
            <a:endParaRPr lang="en-US" b="1" dirty="0">
              <a:solidFill>
                <a:srgbClr val="35874C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35874C"/>
                </a:solidFill>
              </a:rPr>
              <a:t>QUỸ</a:t>
            </a:r>
            <a:r>
              <a:rPr lang="en-US" b="1" dirty="0">
                <a:solidFill>
                  <a:srgbClr val="35874C"/>
                </a:solidFill>
              </a:rPr>
              <a:t> </a:t>
            </a:r>
            <a:r>
              <a:rPr lang="en-US" b="1" dirty="0" err="1">
                <a:solidFill>
                  <a:srgbClr val="35874C"/>
                </a:solidFill>
              </a:rPr>
              <a:t>ĐÓNG</a:t>
            </a:r>
            <a:endParaRPr lang="en-US" b="1" dirty="0">
              <a:solidFill>
                <a:srgbClr val="35874C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35874C"/>
                </a:solidFill>
              </a:rPr>
              <a:t>QUỸ</a:t>
            </a:r>
            <a:r>
              <a:rPr lang="en-US" b="1" dirty="0">
                <a:solidFill>
                  <a:srgbClr val="35874C"/>
                </a:solidFill>
              </a:rPr>
              <a:t> </a:t>
            </a:r>
            <a:r>
              <a:rPr lang="en-US" b="1" dirty="0" err="1">
                <a:solidFill>
                  <a:srgbClr val="35874C"/>
                </a:solidFill>
              </a:rPr>
              <a:t>ETF</a:t>
            </a:r>
            <a:endParaRPr lang="en-US" b="1" dirty="0">
              <a:solidFill>
                <a:srgbClr val="35874C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35874C"/>
                </a:solidFill>
              </a:rPr>
              <a:t>QUỸ</a:t>
            </a:r>
            <a:r>
              <a:rPr lang="en-US" b="1" dirty="0">
                <a:solidFill>
                  <a:srgbClr val="35874C"/>
                </a:solidFill>
              </a:rPr>
              <a:t> </a:t>
            </a:r>
            <a:r>
              <a:rPr lang="en-US" b="1" dirty="0" err="1">
                <a:solidFill>
                  <a:srgbClr val="35874C"/>
                </a:solidFill>
              </a:rPr>
              <a:t>BẤT</a:t>
            </a:r>
            <a:r>
              <a:rPr lang="en-US" b="1" dirty="0">
                <a:solidFill>
                  <a:srgbClr val="35874C"/>
                </a:solidFill>
              </a:rPr>
              <a:t> </a:t>
            </a:r>
            <a:r>
              <a:rPr lang="en-US" b="1" dirty="0" err="1">
                <a:solidFill>
                  <a:srgbClr val="35874C"/>
                </a:solidFill>
              </a:rPr>
              <a:t>ĐỘNG</a:t>
            </a:r>
            <a:r>
              <a:rPr lang="en-US" b="1" dirty="0">
                <a:solidFill>
                  <a:srgbClr val="35874C"/>
                </a:solidFill>
              </a:rPr>
              <a:t> </a:t>
            </a:r>
            <a:r>
              <a:rPr lang="en-US" b="1" dirty="0" err="1">
                <a:solidFill>
                  <a:srgbClr val="35874C"/>
                </a:solidFill>
              </a:rPr>
              <a:t>SẢN</a:t>
            </a:r>
            <a:endParaRPr lang="en-US" b="1" dirty="0">
              <a:solidFill>
                <a:srgbClr val="35874C"/>
              </a:solidFill>
            </a:endParaRPr>
          </a:p>
        </p:txBody>
      </p:sp>
      <p:graphicFrame>
        <p:nvGraphicFramePr>
          <p:cNvPr id="14" name="Chart 13"/>
          <p:cNvGraphicFramePr/>
          <p:nvPr>
            <p:extLst>
              <p:ext uri="{D42A27DB-BD31-4B8C-83A1-F6EECF244321}">
                <p14:modId xmlns:p14="http://schemas.microsoft.com/office/powerpoint/2010/main" val="2801103686"/>
              </p:ext>
            </p:extLst>
          </p:nvPr>
        </p:nvGraphicFramePr>
        <p:xfrm>
          <a:off x="4000500" y="1766932"/>
          <a:ext cx="7035800" cy="38464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337300" y="3072758"/>
            <a:ext cx="2362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>
                <a:solidFill>
                  <a:schemeClr val="accent2"/>
                </a:solidFill>
              </a:rPr>
              <a:t>AUM</a:t>
            </a:r>
            <a:endParaRPr lang="en-US" sz="2400" b="1" dirty="0">
              <a:solidFill>
                <a:schemeClr val="accent2"/>
              </a:solidFill>
            </a:endParaRPr>
          </a:p>
          <a:p>
            <a:pPr algn="ctr"/>
            <a:r>
              <a:rPr lang="en-US" sz="2400" b="1" dirty="0">
                <a:solidFill>
                  <a:srgbClr val="35874C"/>
                </a:solidFill>
              </a:rPr>
              <a:t>670.000 </a:t>
            </a:r>
            <a:r>
              <a:rPr lang="en-US" sz="2400" b="1" dirty="0" err="1">
                <a:solidFill>
                  <a:srgbClr val="35874C"/>
                </a:solidFill>
              </a:rPr>
              <a:t>TỶ</a:t>
            </a:r>
            <a:r>
              <a:rPr lang="en-US" sz="2400" b="1" dirty="0">
                <a:solidFill>
                  <a:srgbClr val="35874C"/>
                </a:solidFill>
              </a:rPr>
              <a:t> </a:t>
            </a:r>
            <a:r>
              <a:rPr lang="en-US" sz="2400" b="1" dirty="0" err="1">
                <a:solidFill>
                  <a:srgbClr val="35874C"/>
                </a:solidFill>
              </a:rPr>
              <a:t>VNĐ</a:t>
            </a:r>
            <a:endParaRPr lang="en-US" sz="2400" b="1" dirty="0">
              <a:solidFill>
                <a:srgbClr val="35874C"/>
              </a:solidFill>
            </a:endParaRPr>
          </a:p>
          <a:p>
            <a:pPr algn="ctr"/>
            <a:r>
              <a:rPr lang="en-US" sz="2400" b="1" dirty="0">
                <a:solidFill>
                  <a:srgbClr val="35874C"/>
                </a:solidFill>
              </a:rPr>
              <a:t>~28 </a:t>
            </a:r>
            <a:r>
              <a:rPr lang="en-US" sz="2400" b="1" dirty="0" err="1">
                <a:solidFill>
                  <a:srgbClr val="35874C"/>
                </a:solidFill>
              </a:rPr>
              <a:t>TỶ</a:t>
            </a:r>
            <a:r>
              <a:rPr lang="en-US" sz="2400" b="1" dirty="0">
                <a:solidFill>
                  <a:srgbClr val="35874C"/>
                </a:solidFill>
              </a:rPr>
              <a:t> USD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6591300" y="2768600"/>
            <a:ext cx="3644900" cy="12700"/>
          </a:xfrm>
          <a:prstGeom prst="straightConnector1">
            <a:avLst/>
          </a:prstGeom>
          <a:ln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13750" y="2060714"/>
            <a:ext cx="2070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68.000 </a:t>
            </a:r>
            <a:r>
              <a:rPr lang="en-US" b="1" dirty="0" err="1">
                <a:solidFill>
                  <a:schemeClr val="accent2"/>
                </a:solidFill>
              </a:rPr>
              <a:t>TỶ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b="1" dirty="0" err="1">
                <a:solidFill>
                  <a:schemeClr val="accent2"/>
                </a:solidFill>
              </a:rPr>
              <a:t>VNĐ</a:t>
            </a:r>
            <a:endParaRPr lang="en-US" b="1" dirty="0">
              <a:solidFill>
                <a:schemeClr val="accent2"/>
              </a:solidFill>
            </a:endParaRPr>
          </a:p>
          <a:p>
            <a:pPr algn="ctr"/>
            <a:r>
              <a:rPr lang="en-US" b="1" dirty="0" err="1">
                <a:solidFill>
                  <a:srgbClr val="35874C"/>
                </a:solidFill>
              </a:rPr>
              <a:t>QUẢN</a:t>
            </a:r>
            <a:r>
              <a:rPr lang="en-US" b="1" dirty="0">
                <a:solidFill>
                  <a:srgbClr val="35874C"/>
                </a:solidFill>
              </a:rPr>
              <a:t> </a:t>
            </a:r>
            <a:r>
              <a:rPr lang="en-US" b="1" dirty="0" err="1">
                <a:solidFill>
                  <a:srgbClr val="35874C"/>
                </a:solidFill>
              </a:rPr>
              <a:t>LÝ</a:t>
            </a:r>
            <a:r>
              <a:rPr lang="en-US" b="1" dirty="0">
                <a:solidFill>
                  <a:srgbClr val="35874C"/>
                </a:solidFill>
              </a:rPr>
              <a:t> </a:t>
            </a:r>
            <a:r>
              <a:rPr lang="en-US" b="1" dirty="0" err="1">
                <a:solidFill>
                  <a:srgbClr val="35874C"/>
                </a:solidFill>
              </a:rPr>
              <a:t>QUỸ</a:t>
            </a:r>
            <a:endParaRPr lang="en-US" b="1" dirty="0">
              <a:solidFill>
                <a:srgbClr val="35874C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70175" y="4564545"/>
            <a:ext cx="22732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602.000 </a:t>
            </a:r>
            <a:r>
              <a:rPr lang="en-US" b="1" dirty="0" err="1">
                <a:solidFill>
                  <a:schemeClr val="accent2"/>
                </a:solidFill>
              </a:rPr>
              <a:t>TỶ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b="1" dirty="0" err="1">
                <a:solidFill>
                  <a:schemeClr val="accent2"/>
                </a:solidFill>
              </a:rPr>
              <a:t>VNĐ</a:t>
            </a:r>
            <a:endParaRPr lang="en-US" b="1" dirty="0">
              <a:solidFill>
                <a:schemeClr val="accent2"/>
              </a:solidFill>
            </a:endParaRPr>
          </a:p>
          <a:p>
            <a:pPr algn="ctr"/>
            <a:r>
              <a:rPr lang="en-US" b="1" dirty="0" err="1">
                <a:solidFill>
                  <a:srgbClr val="35874C"/>
                </a:solidFill>
              </a:rPr>
              <a:t>QUẢN</a:t>
            </a:r>
            <a:r>
              <a:rPr lang="en-US" b="1" dirty="0">
                <a:solidFill>
                  <a:srgbClr val="35874C"/>
                </a:solidFill>
              </a:rPr>
              <a:t> </a:t>
            </a:r>
            <a:r>
              <a:rPr lang="en-US" b="1" dirty="0" err="1">
                <a:solidFill>
                  <a:srgbClr val="35874C"/>
                </a:solidFill>
              </a:rPr>
              <a:t>LÝ</a:t>
            </a:r>
            <a:r>
              <a:rPr lang="en-US" b="1" dirty="0">
                <a:solidFill>
                  <a:srgbClr val="35874C"/>
                </a:solidFill>
              </a:rPr>
              <a:t> </a:t>
            </a:r>
            <a:r>
              <a:rPr lang="en-US" b="1" dirty="0" err="1">
                <a:solidFill>
                  <a:srgbClr val="35874C"/>
                </a:solidFill>
              </a:rPr>
              <a:t>DANH</a:t>
            </a:r>
            <a:r>
              <a:rPr lang="en-US" b="1" dirty="0">
                <a:solidFill>
                  <a:srgbClr val="35874C"/>
                </a:solidFill>
              </a:rPr>
              <a:t> </a:t>
            </a:r>
            <a:r>
              <a:rPr lang="en-US" b="1" dirty="0" err="1">
                <a:solidFill>
                  <a:srgbClr val="35874C"/>
                </a:solidFill>
              </a:rPr>
              <a:t>MỤC</a:t>
            </a:r>
            <a:endParaRPr lang="en-US" b="1" dirty="0">
              <a:solidFill>
                <a:srgbClr val="35874C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93590" y="1081852"/>
            <a:ext cx="30048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35874C"/>
                </a:solidFill>
              </a:rPr>
              <a:t>TTCK VIỆT NAM-2023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6D52390-9FEB-47BD-A692-3DA53BF171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903970" y="744728"/>
            <a:ext cx="3288030" cy="0"/>
          </a:xfrm>
          <a:prstGeom prst="line">
            <a:avLst/>
          </a:prstGeom>
          <a:ln w="28575">
            <a:solidFill>
              <a:srgbClr val="35874C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BC79919-A1B7-4EBF-A812-866EB9CA9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803" y="744728"/>
            <a:ext cx="3294327" cy="0"/>
          </a:xfrm>
          <a:prstGeom prst="line">
            <a:avLst/>
          </a:prstGeom>
          <a:ln w="28575">
            <a:solidFill>
              <a:srgbClr val="35874C"/>
            </a:solidFill>
            <a:headEnd type="non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35176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oogle Shape;136;p9">
            <a:extLst>
              <a:ext uri="{FF2B5EF4-FFF2-40B4-BE49-F238E27FC236}">
                <a16:creationId xmlns:a16="http://schemas.microsoft.com/office/drawing/2014/main" id="{68EF9D69-983C-4A3A-9AF7-0FB068D343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70405067"/>
              </p:ext>
            </p:extLst>
          </p:nvPr>
        </p:nvGraphicFramePr>
        <p:xfrm>
          <a:off x="1421609" y="1682525"/>
          <a:ext cx="9499611" cy="4569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Straight Arrow Connector 7"/>
          <p:cNvSpPr/>
          <p:nvPr/>
        </p:nvSpPr>
        <p:spPr>
          <a:xfrm flipV="1">
            <a:off x="1960193" y="1420836"/>
            <a:ext cx="8365493" cy="2783775"/>
          </a:xfrm>
          <a:prstGeom prst="straightConnector1">
            <a:avLst/>
          </a:prstGeom>
          <a:ln>
            <a:solidFill>
              <a:srgbClr val="35874C"/>
            </a:solidFill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/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vi-VN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1" name="Google Shape;95;p2">
            <a:extLst>
              <a:ext uri="{FF2B5EF4-FFF2-40B4-BE49-F238E27FC236}">
                <a16:creationId xmlns:a16="http://schemas.microsoft.com/office/drawing/2014/main" id="{1B4B6AA1-8E75-4843-850F-8BC338036E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3183" y="286489"/>
            <a:ext cx="9458906" cy="868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03195" algn="just">
              <a:spcBef>
                <a:spcPts val="640"/>
              </a:spcBef>
              <a:buClr>
                <a:schemeClr val="dk1"/>
              </a:buClr>
              <a:buSzPts val="3200"/>
            </a:pP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TỔNG QUAN NGÀNH QUẢN LÝ QUỸ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9486150-EACB-47BE-98A7-9F34C38A89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903970" y="744728"/>
            <a:ext cx="3288030" cy="0"/>
          </a:xfrm>
          <a:prstGeom prst="line">
            <a:avLst/>
          </a:prstGeom>
          <a:ln w="28575">
            <a:solidFill>
              <a:srgbClr val="35874C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F8F7E77-0FF8-4627-A2D5-71D011C3B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803" y="744728"/>
            <a:ext cx="3294327" cy="0"/>
          </a:xfrm>
          <a:prstGeom prst="line">
            <a:avLst/>
          </a:prstGeom>
          <a:ln w="28575">
            <a:solidFill>
              <a:srgbClr val="35874C"/>
            </a:solidFill>
            <a:headEnd type="non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ADCECFE-B1F3-4A64-B697-C67C18BBCB2B}"/>
              </a:ext>
            </a:extLst>
          </p:cNvPr>
          <p:cNvSpPr txBox="1"/>
          <p:nvPr/>
        </p:nvSpPr>
        <p:spPr>
          <a:xfrm>
            <a:off x="4593590" y="1081852"/>
            <a:ext cx="30048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35874C"/>
                </a:solidFill>
              </a:rPr>
              <a:t>TTCK VIỆT NAM</a:t>
            </a:r>
          </a:p>
        </p:txBody>
      </p:sp>
    </p:spTree>
    <p:extLst>
      <p:ext uri="{BB962C8B-B14F-4D97-AF65-F5344CB8AC3E}">
        <p14:creationId xmlns:p14="http://schemas.microsoft.com/office/powerpoint/2010/main" val="42904386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5;p2"/>
          <p:cNvSpPr txBox="1">
            <a:spLocks noGrp="1"/>
          </p:cNvSpPr>
          <p:nvPr>
            <p:ph type="title"/>
          </p:nvPr>
        </p:nvSpPr>
        <p:spPr>
          <a:xfrm>
            <a:off x="3631803" y="310546"/>
            <a:ext cx="9458906" cy="868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03195" algn="just">
              <a:spcBef>
                <a:spcPts val="640"/>
              </a:spcBef>
              <a:buClr>
                <a:schemeClr val="dk1"/>
              </a:buClr>
              <a:buSzPts val="3200"/>
            </a:pPr>
            <a:r>
              <a:rPr lang="en-US" sz="20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TỔNG QUAN NGÀNH QUẢN LÝ QUỸ</a:t>
            </a:r>
          </a:p>
        </p:txBody>
      </p:sp>
      <p:graphicFrame>
        <p:nvGraphicFramePr>
          <p:cNvPr id="7" name="Google Shape;136;p9">
            <a:extLst>
              <a:ext uri="{FF2B5EF4-FFF2-40B4-BE49-F238E27FC236}">
                <a16:creationId xmlns:a16="http://schemas.microsoft.com/office/drawing/2014/main" id="{68EF9D69-983C-4A3A-9AF7-0FB068D343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04728802"/>
              </p:ext>
            </p:extLst>
          </p:nvPr>
        </p:nvGraphicFramePr>
        <p:xfrm>
          <a:off x="1421609" y="1166023"/>
          <a:ext cx="9082561" cy="4569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84FA352-78D9-4A99-B21F-F3588BF75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592000" y="744728"/>
            <a:ext cx="3600000" cy="0"/>
          </a:xfrm>
          <a:prstGeom prst="line">
            <a:avLst/>
          </a:prstGeom>
          <a:ln w="28575">
            <a:solidFill>
              <a:srgbClr val="35874C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8DDD318-AE58-4667-B2C5-00F73CCF6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803" y="744728"/>
            <a:ext cx="3600000" cy="0"/>
          </a:xfrm>
          <a:prstGeom prst="line">
            <a:avLst/>
          </a:prstGeom>
          <a:ln w="28575">
            <a:solidFill>
              <a:srgbClr val="35874C"/>
            </a:solidFill>
            <a:headEnd type="non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11574BE-5B19-4F8C-9C47-50B483A5D8EE}"/>
              </a:ext>
            </a:extLst>
          </p:cNvPr>
          <p:cNvSpPr txBox="1"/>
          <p:nvPr/>
        </p:nvSpPr>
        <p:spPr>
          <a:xfrm>
            <a:off x="4593590" y="1081852"/>
            <a:ext cx="30048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35874C"/>
                </a:solidFill>
              </a:rPr>
              <a:t>TTCK VIỆT NAM</a:t>
            </a:r>
          </a:p>
        </p:txBody>
      </p:sp>
    </p:spTree>
    <p:extLst>
      <p:ext uri="{BB962C8B-B14F-4D97-AF65-F5344CB8AC3E}">
        <p14:creationId xmlns:p14="http://schemas.microsoft.com/office/powerpoint/2010/main" val="17167588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Google Shape;146;p10">
            <a:extLst>
              <a:ext uri="{FF2B5EF4-FFF2-40B4-BE49-F238E27FC236}">
                <a16:creationId xmlns:a16="http://schemas.microsoft.com/office/drawing/2014/main" id="{462BF5AE-D815-49D7-8C28-D371DDA664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9341503"/>
              </p:ext>
            </p:extLst>
          </p:nvPr>
        </p:nvGraphicFramePr>
        <p:xfrm>
          <a:off x="-292100" y="939799"/>
          <a:ext cx="11937999" cy="64834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9F70637-1A0B-4E4C-B84D-2E313D335E6F}"/>
              </a:ext>
            </a:extLst>
          </p:cNvPr>
          <p:cNvSpPr txBox="1"/>
          <p:nvPr/>
        </p:nvSpPr>
        <p:spPr>
          <a:xfrm>
            <a:off x="1426029" y="1178909"/>
            <a:ext cx="9035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35874C"/>
                </a:solidFill>
              </a:rPr>
              <a:t>TỶ USD</a:t>
            </a:r>
          </a:p>
        </p:txBody>
      </p:sp>
      <p:sp>
        <p:nvSpPr>
          <p:cNvPr id="10" name="Google Shape;95;p2">
            <a:extLst>
              <a:ext uri="{FF2B5EF4-FFF2-40B4-BE49-F238E27FC236}">
                <a16:creationId xmlns:a16="http://schemas.microsoft.com/office/drawing/2014/main" id="{3FCF6B0C-7443-43DF-8856-EE9791E14D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3183" y="286489"/>
            <a:ext cx="9458906" cy="868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03195" algn="just">
              <a:spcBef>
                <a:spcPts val="640"/>
              </a:spcBef>
              <a:buClr>
                <a:schemeClr val="dk1"/>
              </a:buClr>
              <a:buSzPts val="3200"/>
            </a:pP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TỔNG QUAN NGÀNH QUẢN LÝ QUỸ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BADEDDD-B677-4A5A-B46F-6BA61D875C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903970" y="744728"/>
            <a:ext cx="3288030" cy="0"/>
          </a:xfrm>
          <a:prstGeom prst="line">
            <a:avLst/>
          </a:prstGeom>
          <a:ln w="28575">
            <a:solidFill>
              <a:srgbClr val="35874C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1B3559F-58D4-41BB-85EF-ADF43CED0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803" y="744728"/>
            <a:ext cx="3294327" cy="0"/>
          </a:xfrm>
          <a:prstGeom prst="line">
            <a:avLst/>
          </a:prstGeom>
          <a:ln w="28575">
            <a:solidFill>
              <a:srgbClr val="35874C"/>
            </a:solidFill>
            <a:headEnd type="non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61204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204241" y="1613091"/>
            <a:ext cx="2256895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>
                <a:solidFill>
                  <a:schemeClr val="accent2"/>
                </a:solidFill>
              </a:rPr>
              <a:t>AUM</a:t>
            </a:r>
            <a:endParaRPr lang="en-US" sz="2400" b="1" dirty="0">
              <a:solidFill>
                <a:schemeClr val="accent2"/>
              </a:solidFill>
            </a:endParaRPr>
          </a:p>
          <a:p>
            <a:pPr algn="ctr"/>
            <a:r>
              <a:rPr lang="en-US" b="1" dirty="0">
                <a:solidFill>
                  <a:srgbClr val="35874C"/>
                </a:solidFill>
              </a:rPr>
              <a:t>27.771 TỶ EUR</a:t>
            </a:r>
          </a:p>
          <a:p>
            <a:pPr algn="ctr"/>
            <a:r>
              <a:rPr lang="en-US" sz="2000" b="1" dirty="0">
                <a:solidFill>
                  <a:srgbClr val="ED7D31"/>
                </a:solidFill>
              </a:rPr>
              <a:t>134% GDP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flipV="1">
            <a:off x="2586176" y="1621036"/>
            <a:ext cx="3482414" cy="1314"/>
          </a:xfrm>
          <a:prstGeom prst="straightConnector1">
            <a:avLst/>
          </a:prstGeom>
          <a:ln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042542" y="2927728"/>
            <a:ext cx="21719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solidFill>
                  <a:srgbClr val="35874C"/>
                </a:solidFill>
              </a:rPr>
              <a:t>QUẢN</a:t>
            </a:r>
            <a:r>
              <a:rPr lang="en-US" b="1" dirty="0">
                <a:solidFill>
                  <a:srgbClr val="35874C"/>
                </a:solidFill>
              </a:rPr>
              <a:t> </a:t>
            </a:r>
            <a:r>
              <a:rPr lang="en-US" b="1" dirty="0" err="1">
                <a:solidFill>
                  <a:srgbClr val="35874C"/>
                </a:solidFill>
              </a:rPr>
              <a:t>LÝ</a:t>
            </a:r>
            <a:r>
              <a:rPr lang="en-US" b="1" dirty="0">
                <a:solidFill>
                  <a:srgbClr val="35874C"/>
                </a:solidFill>
              </a:rPr>
              <a:t> </a:t>
            </a:r>
            <a:r>
              <a:rPr lang="en-US" b="1" dirty="0" err="1">
                <a:solidFill>
                  <a:srgbClr val="35874C"/>
                </a:solidFill>
              </a:rPr>
              <a:t>QUỸ</a:t>
            </a:r>
            <a:endParaRPr lang="en-US" b="1" dirty="0">
              <a:solidFill>
                <a:srgbClr val="35874C"/>
              </a:solidFill>
            </a:endParaRPr>
          </a:p>
          <a:p>
            <a:pPr algn="ctr"/>
            <a:r>
              <a:rPr lang="en-US" b="1" dirty="0">
                <a:solidFill>
                  <a:srgbClr val="ED7D31"/>
                </a:solidFill>
              </a:rPr>
              <a:t>67% GDP</a:t>
            </a:r>
          </a:p>
        </p:txBody>
      </p:sp>
      <p:sp>
        <p:nvSpPr>
          <p:cNvPr id="19" name="TextBox 18"/>
          <p:cNvSpPr txBox="1"/>
          <p:nvPr/>
        </p:nvSpPr>
        <p:spPr>
          <a:xfrm rot="18797254">
            <a:off x="-279746" y="3539052"/>
            <a:ext cx="236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>
                <a:solidFill>
                  <a:srgbClr val="35874C"/>
                </a:solidFill>
              </a:rPr>
              <a:t>CHÂU</a:t>
            </a:r>
            <a:r>
              <a:rPr lang="en-US" sz="2400" b="1" dirty="0">
                <a:solidFill>
                  <a:srgbClr val="35874C"/>
                </a:solidFill>
              </a:rPr>
              <a:t> </a:t>
            </a:r>
            <a:r>
              <a:rPr lang="en-US" sz="2400" b="1" dirty="0" err="1">
                <a:solidFill>
                  <a:srgbClr val="35874C"/>
                </a:solidFill>
              </a:rPr>
              <a:t>ÂU</a:t>
            </a:r>
            <a:r>
              <a:rPr lang="en-US" sz="2400" b="1" dirty="0">
                <a:solidFill>
                  <a:srgbClr val="35874C"/>
                </a:solidFill>
              </a:rPr>
              <a:t> </a:t>
            </a:r>
            <a:r>
              <a:rPr lang="en-US" sz="2400" b="1" dirty="0">
                <a:solidFill>
                  <a:srgbClr val="ED7D31"/>
                </a:solidFill>
              </a:rPr>
              <a:t>2022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95820" y="1677939"/>
            <a:ext cx="2273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solidFill>
                  <a:srgbClr val="35874C"/>
                </a:solidFill>
              </a:rPr>
              <a:t>QUẢN</a:t>
            </a:r>
            <a:r>
              <a:rPr lang="en-US" b="1" dirty="0">
                <a:solidFill>
                  <a:srgbClr val="35874C"/>
                </a:solidFill>
              </a:rPr>
              <a:t> </a:t>
            </a:r>
            <a:r>
              <a:rPr lang="en-US" b="1" dirty="0" err="1">
                <a:solidFill>
                  <a:srgbClr val="35874C"/>
                </a:solidFill>
              </a:rPr>
              <a:t>LÝ</a:t>
            </a:r>
            <a:r>
              <a:rPr lang="en-US" b="1" dirty="0">
                <a:solidFill>
                  <a:srgbClr val="35874C"/>
                </a:solidFill>
              </a:rPr>
              <a:t> </a:t>
            </a:r>
            <a:r>
              <a:rPr lang="en-US" b="1" dirty="0" err="1">
                <a:solidFill>
                  <a:srgbClr val="35874C"/>
                </a:solidFill>
              </a:rPr>
              <a:t>DANH</a:t>
            </a:r>
            <a:r>
              <a:rPr lang="en-US" b="1" dirty="0">
                <a:solidFill>
                  <a:srgbClr val="35874C"/>
                </a:solidFill>
              </a:rPr>
              <a:t> </a:t>
            </a:r>
            <a:r>
              <a:rPr lang="en-US" b="1" dirty="0" err="1">
                <a:solidFill>
                  <a:srgbClr val="35874C"/>
                </a:solidFill>
              </a:rPr>
              <a:t>MỤC</a:t>
            </a:r>
            <a:endParaRPr lang="en-US" b="1" dirty="0">
              <a:solidFill>
                <a:srgbClr val="35874C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8741" y="3544166"/>
            <a:ext cx="4534533" cy="19814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52222" y="3556216"/>
            <a:ext cx="3904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solidFill>
                  <a:srgbClr val="35874C"/>
                </a:solidFill>
              </a:rPr>
              <a:t>CƠ</a:t>
            </a:r>
            <a:r>
              <a:rPr lang="en-US" b="1" dirty="0">
                <a:solidFill>
                  <a:srgbClr val="35874C"/>
                </a:solidFill>
              </a:rPr>
              <a:t> </a:t>
            </a:r>
            <a:r>
              <a:rPr lang="en-US" b="1" dirty="0" err="1">
                <a:solidFill>
                  <a:srgbClr val="35874C"/>
                </a:solidFill>
              </a:rPr>
              <a:t>CẤU</a:t>
            </a:r>
            <a:r>
              <a:rPr lang="en-US" b="1" dirty="0">
                <a:solidFill>
                  <a:srgbClr val="35874C"/>
                </a:solidFill>
              </a:rPr>
              <a:t> </a:t>
            </a:r>
            <a:r>
              <a:rPr lang="en-US" b="1" dirty="0" err="1">
                <a:solidFill>
                  <a:srgbClr val="35874C"/>
                </a:solidFill>
              </a:rPr>
              <a:t>NHÀ</a:t>
            </a:r>
            <a:r>
              <a:rPr lang="en-US" b="1" dirty="0">
                <a:solidFill>
                  <a:srgbClr val="35874C"/>
                </a:solidFill>
              </a:rPr>
              <a:t> </a:t>
            </a:r>
            <a:r>
              <a:rPr lang="en-US" b="1" dirty="0" err="1">
                <a:solidFill>
                  <a:srgbClr val="35874C"/>
                </a:solidFill>
              </a:rPr>
              <a:t>ĐẦU</a:t>
            </a:r>
            <a:r>
              <a:rPr lang="en-US" b="1" dirty="0">
                <a:solidFill>
                  <a:srgbClr val="35874C"/>
                </a:solidFill>
              </a:rPr>
              <a:t> </a:t>
            </a:r>
            <a:r>
              <a:rPr lang="en-US" b="1" dirty="0" err="1">
                <a:solidFill>
                  <a:srgbClr val="35874C"/>
                </a:solidFill>
              </a:rPr>
              <a:t>TƯ</a:t>
            </a:r>
            <a:endParaRPr lang="en-US" b="1" dirty="0">
              <a:solidFill>
                <a:srgbClr val="35874C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139873" y="5572784"/>
            <a:ext cx="6531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solidFill>
                  <a:srgbClr val="35874C"/>
                </a:solidFill>
              </a:rPr>
              <a:t>Cá</a:t>
            </a:r>
            <a:r>
              <a:rPr lang="en-US" sz="1400" b="1" dirty="0">
                <a:solidFill>
                  <a:srgbClr val="35874C"/>
                </a:solidFill>
              </a:rPr>
              <a:t> </a:t>
            </a:r>
            <a:r>
              <a:rPr lang="en-US" sz="1400" b="1" dirty="0" err="1">
                <a:solidFill>
                  <a:srgbClr val="35874C"/>
                </a:solidFill>
              </a:rPr>
              <a:t>nhân</a:t>
            </a:r>
            <a:endParaRPr lang="en-US" sz="1400" b="1" dirty="0">
              <a:solidFill>
                <a:srgbClr val="35874C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93016" y="5572784"/>
            <a:ext cx="6531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solidFill>
                  <a:srgbClr val="35874C"/>
                </a:solidFill>
              </a:rPr>
              <a:t>Tổ</a:t>
            </a:r>
            <a:r>
              <a:rPr lang="en-US" sz="1400" b="1" dirty="0">
                <a:solidFill>
                  <a:srgbClr val="35874C"/>
                </a:solidFill>
              </a:rPr>
              <a:t> </a:t>
            </a:r>
            <a:r>
              <a:rPr lang="en-US" sz="1400" b="1" dirty="0" err="1">
                <a:solidFill>
                  <a:srgbClr val="35874C"/>
                </a:solidFill>
              </a:rPr>
              <a:t>chức</a:t>
            </a:r>
            <a:endParaRPr lang="en-US" sz="1400" b="1" dirty="0">
              <a:solidFill>
                <a:srgbClr val="35874C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376226" y="5572784"/>
            <a:ext cx="6531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solidFill>
                  <a:srgbClr val="35874C"/>
                </a:solidFill>
              </a:rPr>
              <a:t>Quỹ</a:t>
            </a:r>
            <a:r>
              <a:rPr lang="en-US" sz="1400" b="1" dirty="0">
                <a:solidFill>
                  <a:srgbClr val="35874C"/>
                </a:solidFill>
              </a:rPr>
              <a:t> </a:t>
            </a:r>
            <a:r>
              <a:rPr lang="en-US" sz="1400" b="1" dirty="0" err="1">
                <a:solidFill>
                  <a:srgbClr val="35874C"/>
                </a:solidFill>
              </a:rPr>
              <a:t>hưu</a:t>
            </a:r>
            <a:r>
              <a:rPr lang="en-US" sz="1400" b="1" dirty="0">
                <a:solidFill>
                  <a:srgbClr val="35874C"/>
                </a:solidFill>
              </a:rPr>
              <a:t> </a:t>
            </a:r>
            <a:r>
              <a:rPr lang="en-US" sz="1400" b="1" dirty="0" err="1">
                <a:solidFill>
                  <a:srgbClr val="35874C"/>
                </a:solidFill>
              </a:rPr>
              <a:t>trí</a:t>
            </a:r>
            <a:endParaRPr lang="en-US" sz="1400" b="1" dirty="0">
              <a:solidFill>
                <a:srgbClr val="35874C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029369" y="5572784"/>
            <a:ext cx="6531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solidFill>
                  <a:srgbClr val="35874C"/>
                </a:solidFill>
              </a:rPr>
              <a:t>DN</a:t>
            </a:r>
            <a:r>
              <a:rPr lang="en-US" sz="1400" b="1" dirty="0">
                <a:solidFill>
                  <a:srgbClr val="35874C"/>
                </a:solidFill>
              </a:rPr>
              <a:t> </a:t>
            </a:r>
            <a:r>
              <a:rPr lang="en-US" sz="1400" b="1" dirty="0" err="1">
                <a:solidFill>
                  <a:srgbClr val="35874C"/>
                </a:solidFill>
              </a:rPr>
              <a:t>bảo</a:t>
            </a:r>
            <a:r>
              <a:rPr lang="en-US" sz="1400" b="1" dirty="0">
                <a:solidFill>
                  <a:srgbClr val="35874C"/>
                </a:solidFill>
              </a:rPr>
              <a:t> </a:t>
            </a:r>
            <a:r>
              <a:rPr lang="en-US" sz="1400" b="1" dirty="0" err="1">
                <a:solidFill>
                  <a:srgbClr val="35874C"/>
                </a:solidFill>
              </a:rPr>
              <a:t>hiểm</a:t>
            </a:r>
            <a:endParaRPr lang="en-US" sz="1400" b="1" dirty="0">
              <a:solidFill>
                <a:srgbClr val="35874C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626905" y="5557727"/>
            <a:ext cx="6531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solidFill>
                  <a:srgbClr val="35874C"/>
                </a:solidFill>
              </a:rPr>
              <a:t>TC</a:t>
            </a:r>
            <a:r>
              <a:rPr lang="en-US" sz="1400" b="1" dirty="0">
                <a:solidFill>
                  <a:srgbClr val="35874C"/>
                </a:solidFill>
              </a:rPr>
              <a:t> </a:t>
            </a:r>
            <a:r>
              <a:rPr lang="en-US" sz="1400" b="1" dirty="0" err="1">
                <a:solidFill>
                  <a:srgbClr val="35874C"/>
                </a:solidFill>
              </a:rPr>
              <a:t>khác</a:t>
            </a:r>
            <a:endParaRPr lang="en-US" sz="1400" b="1" dirty="0">
              <a:solidFill>
                <a:srgbClr val="35874C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265722" y="5564966"/>
            <a:ext cx="6531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solidFill>
                  <a:srgbClr val="35874C"/>
                </a:solidFill>
              </a:rPr>
              <a:t>Ngân</a:t>
            </a:r>
            <a:r>
              <a:rPr lang="en-US" sz="1400" b="1" dirty="0">
                <a:solidFill>
                  <a:srgbClr val="35874C"/>
                </a:solidFill>
              </a:rPr>
              <a:t> </a:t>
            </a:r>
            <a:r>
              <a:rPr lang="en-US" sz="1400" b="1" dirty="0" err="1">
                <a:solidFill>
                  <a:srgbClr val="35874C"/>
                </a:solidFill>
              </a:rPr>
              <a:t>hàng</a:t>
            </a:r>
            <a:endParaRPr lang="en-US" sz="1400" b="1" dirty="0">
              <a:solidFill>
                <a:srgbClr val="35874C"/>
              </a:solidFill>
            </a:endParaRPr>
          </a:p>
        </p:txBody>
      </p:sp>
      <p:graphicFrame>
        <p:nvGraphicFramePr>
          <p:cNvPr id="52" name="Chart 51"/>
          <p:cNvGraphicFramePr/>
          <p:nvPr>
            <p:extLst>
              <p:ext uri="{D42A27DB-BD31-4B8C-83A1-F6EECF244321}">
                <p14:modId xmlns:p14="http://schemas.microsoft.com/office/powerpoint/2010/main" val="1654636959"/>
              </p:ext>
            </p:extLst>
          </p:nvPr>
        </p:nvGraphicFramePr>
        <p:xfrm>
          <a:off x="6468741" y="5906355"/>
          <a:ext cx="6386285" cy="11655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4" name="TextBox 53"/>
          <p:cNvSpPr txBox="1"/>
          <p:nvPr/>
        </p:nvSpPr>
        <p:spPr>
          <a:xfrm>
            <a:off x="6619701" y="1289981"/>
            <a:ext cx="2945213" cy="6400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2"/>
                </a:solidFill>
              </a:rPr>
              <a:t>4.500</a:t>
            </a:r>
          </a:p>
          <a:p>
            <a:pPr algn="ctr"/>
            <a:r>
              <a:rPr lang="en-US" sz="2000" b="1" dirty="0" err="1">
                <a:solidFill>
                  <a:srgbClr val="35874C"/>
                </a:solidFill>
              </a:rPr>
              <a:t>CÔNG</a:t>
            </a:r>
            <a:r>
              <a:rPr lang="en-US" sz="2000" b="1" dirty="0">
                <a:solidFill>
                  <a:srgbClr val="35874C"/>
                </a:solidFill>
              </a:rPr>
              <a:t> TY </a:t>
            </a:r>
            <a:r>
              <a:rPr lang="en-US" sz="2000" b="1" dirty="0" err="1">
                <a:solidFill>
                  <a:srgbClr val="35874C"/>
                </a:solidFill>
              </a:rPr>
              <a:t>QUẢN</a:t>
            </a:r>
            <a:r>
              <a:rPr lang="en-US" sz="2000" b="1" dirty="0">
                <a:solidFill>
                  <a:srgbClr val="35874C"/>
                </a:solidFill>
              </a:rPr>
              <a:t> </a:t>
            </a:r>
            <a:r>
              <a:rPr lang="en-US" sz="2000" b="1" dirty="0" err="1">
                <a:solidFill>
                  <a:srgbClr val="35874C"/>
                </a:solidFill>
              </a:rPr>
              <a:t>LÝ</a:t>
            </a:r>
            <a:r>
              <a:rPr lang="en-US" sz="2000" b="1" dirty="0">
                <a:solidFill>
                  <a:srgbClr val="35874C"/>
                </a:solidFill>
              </a:rPr>
              <a:t> </a:t>
            </a:r>
            <a:r>
              <a:rPr lang="en-US" sz="2000" b="1" dirty="0" err="1">
                <a:solidFill>
                  <a:srgbClr val="35874C"/>
                </a:solidFill>
              </a:rPr>
              <a:t>QUỸ</a:t>
            </a:r>
            <a:endParaRPr lang="en-US" sz="2000" b="1" dirty="0">
              <a:solidFill>
                <a:srgbClr val="35874C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70116" y="880949"/>
            <a:ext cx="2178558" cy="2208065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6619701" y="2322215"/>
            <a:ext cx="2945213" cy="7078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2"/>
                </a:solidFill>
              </a:rPr>
              <a:t>123.000</a:t>
            </a:r>
          </a:p>
          <a:p>
            <a:pPr algn="ctr"/>
            <a:r>
              <a:rPr lang="en-US" sz="2000" b="1" dirty="0">
                <a:solidFill>
                  <a:srgbClr val="35874C"/>
                </a:solidFill>
              </a:rPr>
              <a:t>NHÂN VIÊN TRỰC TIẾP</a:t>
            </a:r>
          </a:p>
        </p:txBody>
      </p:sp>
      <p:graphicFrame>
        <p:nvGraphicFramePr>
          <p:cNvPr id="36" name="Chart 35"/>
          <p:cNvGraphicFramePr/>
          <p:nvPr>
            <p:extLst>
              <p:ext uri="{D42A27DB-BD31-4B8C-83A1-F6EECF244321}">
                <p14:modId xmlns:p14="http://schemas.microsoft.com/office/powerpoint/2010/main" val="986932283"/>
              </p:ext>
            </p:extLst>
          </p:nvPr>
        </p:nvGraphicFramePr>
        <p:xfrm>
          <a:off x="831396" y="3796054"/>
          <a:ext cx="4891864" cy="27680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58" name="TextBox 57"/>
          <p:cNvSpPr txBox="1"/>
          <p:nvPr/>
        </p:nvSpPr>
        <p:spPr>
          <a:xfrm>
            <a:off x="-1181349" y="6488668"/>
            <a:ext cx="3904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 err="1">
                <a:solidFill>
                  <a:srgbClr val="35874C"/>
                </a:solidFill>
              </a:rPr>
              <a:t>Nguồn</a:t>
            </a:r>
            <a:r>
              <a:rPr lang="en-US" b="1" i="1" dirty="0">
                <a:solidFill>
                  <a:srgbClr val="35874C"/>
                </a:solidFill>
              </a:rPr>
              <a:t>: </a:t>
            </a:r>
            <a:r>
              <a:rPr lang="en-US" b="1" i="1" dirty="0" err="1">
                <a:solidFill>
                  <a:srgbClr val="35874C"/>
                </a:solidFill>
              </a:rPr>
              <a:t>EFAMA</a:t>
            </a:r>
            <a:endParaRPr lang="en-US" b="1" i="1" dirty="0">
              <a:solidFill>
                <a:srgbClr val="35874C"/>
              </a:solidFill>
            </a:endParaRPr>
          </a:p>
        </p:txBody>
      </p:sp>
      <p:graphicFrame>
        <p:nvGraphicFramePr>
          <p:cNvPr id="32" name="Chart 31">
            <a:extLst>
              <a:ext uri="{FF2B5EF4-FFF2-40B4-BE49-F238E27FC236}">
                <a16:creationId xmlns:a16="http://schemas.microsoft.com/office/drawing/2014/main" id="{5D37AD72-3194-455A-8B58-840402ABC9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0306248"/>
              </p:ext>
            </p:extLst>
          </p:nvPr>
        </p:nvGraphicFramePr>
        <p:xfrm>
          <a:off x="259856" y="651171"/>
          <a:ext cx="6258825" cy="30582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7" name="Google Shape;95;p2">
            <a:extLst>
              <a:ext uri="{FF2B5EF4-FFF2-40B4-BE49-F238E27FC236}">
                <a16:creationId xmlns:a16="http://schemas.microsoft.com/office/drawing/2014/main" id="{F828C4DD-5C87-4B0C-9495-02320A067A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3183" y="286489"/>
            <a:ext cx="9458906" cy="868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03195" algn="just">
              <a:spcBef>
                <a:spcPts val="640"/>
              </a:spcBef>
              <a:buClr>
                <a:schemeClr val="dk1"/>
              </a:buClr>
              <a:buSzPts val="3200"/>
            </a:pPr>
            <a:r>
              <a:rPr lang="en-US" sz="2400" b="1" dirty="0">
                <a:solidFill>
                  <a:srgbClr val="358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TỔNG QUAN NGÀNH QUẢN LÝ QUỸ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118C4AA-1E60-4FDE-B944-4F8EC727B7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903970" y="744728"/>
            <a:ext cx="3288030" cy="0"/>
          </a:xfrm>
          <a:prstGeom prst="line">
            <a:avLst/>
          </a:prstGeom>
          <a:ln w="28575">
            <a:solidFill>
              <a:srgbClr val="35874C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6C036BB-554F-400B-9C19-2B7709E66A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803" y="744728"/>
            <a:ext cx="3294327" cy="0"/>
          </a:xfrm>
          <a:prstGeom prst="line">
            <a:avLst/>
          </a:prstGeom>
          <a:ln w="28575">
            <a:solidFill>
              <a:srgbClr val="35874C"/>
            </a:solidFill>
            <a:headEnd type="non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66158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EE6E97F-B657-4BDB-821F-08D7B4B67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6712" y="1735137"/>
            <a:ext cx="6581775" cy="313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2415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07;p51">
            <a:extLst>
              <a:ext uri="{FF2B5EF4-FFF2-40B4-BE49-F238E27FC236}">
                <a16:creationId xmlns:a16="http://schemas.microsoft.com/office/drawing/2014/main" id="{DD940D23-A729-46A7-965C-60CA3321E29D}"/>
              </a:ext>
            </a:extLst>
          </p:cNvPr>
          <p:cNvSpPr/>
          <p:nvPr/>
        </p:nvSpPr>
        <p:spPr>
          <a:xfrm>
            <a:off x="2031668" y="1841756"/>
            <a:ext cx="8331531" cy="225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8800" b="1" dirty="0">
                <a:solidFill>
                  <a:srgbClr val="10924C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XIN CẢM ƠN!</a:t>
            </a:r>
            <a:endParaRPr sz="4800" dirty="0">
              <a:solidFill>
                <a:srgbClr val="1092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7888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10631</TotalTime>
  <Words>3560</Words>
  <Application>Microsoft Office PowerPoint</Application>
  <PresentationFormat>Widescreen</PresentationFormat>
  <Paragraphs>598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1" baseType="lpstr">
      <vt:lpstr>맑은 고딕</vt:lpstr>
      <vt:lpstr>Arial</vt:lpstr>
      <vt:lpstr>Calibri</vt:lpstr>
      <vt:lpstr>Calibri Light</vt:lpstr>
      <vt:lpstr>Cambria Math</vt:lpstr>
      <vt:lpstr>휴먼둥근헤드라인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TỔNG QUAN NGÀNH QUẢN LÝ QUỸ</vt:lpstr>
      <vt:lpstr>TỔNG QUAN NGÀNH QUẢN LÝ QUỸ</vt:lpstr>
      <vt:lpstr>TỔNG QUAN NGÀNH QUẢN LÝ QUỸ</vt:lpstr>
      <vt:lpstr>TỔNG QUAN NGÀNH QUẢN LÝ QUỸ</vt:lpstr>
      <vt:lpstr>TỔNG QUAN NGÀNH QUẢN LÝ QUỸ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CHUYÊN ĐỀ CÔNG TY QUẢN LÝ QUỸ VÀ QUỸ ĐẦU TƯ CHỨNG KHOÁN</dc:title>
  <dc:creator>admin</dc:creator>
  <cp:lastModifiedBy>Administrator</cp:lastModifiedBy>
  <cp:revision>191</cp:revision>
  <dcterms:created xsi:type="dcterms:W3CDTF">2024-04-11T15:35:07Z</dcterms:created>
  <dcterms:modified xsi:type="dcterms:W3CDTF">2024-05-23T10:42:52Z</dcterms:modified>
</cp:coreProperties>
</file>